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Friends in Your Body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Ayurveda for Little Ones · Grades 3–5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"Vāta, Pitta, Kapha — three friends inside me!"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it every day.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 — the WIND friend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Quick. Talkative. Sometimes fidgety.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Does: breath, heartbeat, movement, thoughts.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 — the FIRE friend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Sharp. Focused. Sometimes fiery.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Does: digestion, energy, seeing, courage.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 — the WATER friend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Calm. Steady. Sometimes slow.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Does: strong bones, smooth skin, peaceful feelings.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has all three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You. Me. Your grandma. Your dog.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THREE friends, ALL the time.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Sometimes one is louder than the others.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makes friends rest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Friends like to rest BY 9 or 10 at 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They wake up with the sun.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Same bedtime every day = happy friends.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for friends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Variety on your plate = happy friends.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Six tastes: sweet, sour, salty, spicy, bitter, astringent.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traditional Indian thali has all six!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your THREE friends.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Names, faces, what they like.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 = Show &amp; Tell. Sticker for all!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song one more time!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Ayurveda Good Health — Primary</dc:title>
  <dc:subject>PptxGenJS Presentation</dc:subject>
  <dc:creator>IKS Curriculum</dc:creator>
  <cp:lastModifiedBy>IKS Curriculum</cp:lastModifiedBy>
  <cp:revision>1</cp:revision>
  <dcterms:created xsi:type="dcterms:W3CDTF">2026-05-25T03:57:27Z</dcterms:created>
  <dcterms:modified xsi:type="dcterms:W3CDTF">2026-05-25T03:57:27Z</dcterms:modified>
</cp:coreProperties>
</file>