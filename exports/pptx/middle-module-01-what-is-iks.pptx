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985794" y="1315938"/>
            <a:ext cx="317226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65002" y="1544389"/>
            <a:ext cx="2413846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05915" y="2331541"/>
            <a:ext cx="193217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IKS?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679604" y="2867323"/>
            <a:ext cx="378464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Knowledge Systems · Grades 6–8 · 10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"Indian Knowledge" mean?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religion. Not "Indians knew everything first." Not pseudoscience.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intellectual traditions of the Indian subcontinent over ~3000 years.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42847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42847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Vedas (4) → Vedangas (6) → Upavedas (4)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301" y="142636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6 darśanas (philosophical systems), classical sciences, modern syntheses.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Vedas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23245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has 4 layers: Saṃhitā → Brāhmaṇa → Āraṇyaka → Upaniṣad.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Vedangas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Śikṣā — phonetics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Kalpa — ritual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Vyākaraṇa — grammar (Pāṇini, ~4th c. BCE)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Nirukta — etymology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Chandas — prosody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Jyotiṣa — astronomy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Pāṇini's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Aṣṭādhyāyī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~4000 sūtras describing Sanskrit grammar.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Widely considered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formal grammar of any language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Influenced 20th-century formal-language theory (Chomsky).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Upavedas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23245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Standout: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Suśruta's surgical procedures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(~6th c. BCE).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Mathematics — three contributions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as a number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Bakhshali manuscript, ~7th c. 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place-value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6th c. CE; reached Europe ~12th 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series for π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Mādhava, ~14th c. 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673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Mādhava: π = 4(1 − 1/3 + 1/5 − 1/7 + ...)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568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years before "Leibniz series."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Astronomy — three contributions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Aryabhata (~500 CE)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earth rotates on its axis; π to 4 decimals.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planetary calculations; earth's circumference to ~1%.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Varāhamihira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compared 5 astronomical systems including Greek.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Aryabhata did NOT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not propose heliocentrism (that's Copernicus, 1500s).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proposed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earth rotates on its axis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different (and earlier) insight.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Indian math/astronomy did NOT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telescope (no one had one until 17th c. anywhere).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calculus (though Mādhava came very close).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heliocentrism in any sustained form.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673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lists matter.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(Days 8–10)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strand. 5-min presentation.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8798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practitioner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claim with date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cited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parallel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accuracy (×2)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quality (×1.5)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claim (×1.5)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limitation (×1)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(×1)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 summative quiz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 presentations + 1-min Q&amp;A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slip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Plofker (2009),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 in India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Wujastyk (2003),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Roots of Ayurveda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Pollock (2006),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of the Gods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Hayashi (1995),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Bakhshali Manuscript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take home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map: Vedas → Vedangas → Upavedas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achievements with dates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discipline of saying what a tradition did AND did not do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well-researched presentation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strand. Go deep.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śubham astu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01 — What Is Iks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01 — What Is Iks — Middle</dc:title>
  <dc:subject>PptxGenJS Presentation</dc:subject>
  <dc:creator>IKS Curriculum</dc:creator>
  <cp:lastModifiedBy>IKS Curriculum</cp:lastModifiedBy>
  <cp:revision>1</cp:revision>
  <dcterms:created xsi:type="dcterms:W3CDTF">2026-05-25T03:57:33Z</dcterms:created>
  <dcterms:modified xsi:type="dcterms:W3CDTF">2026-05-25T03:57:33Z</dcterms:modified>
</cp:coreProperties>
</file>