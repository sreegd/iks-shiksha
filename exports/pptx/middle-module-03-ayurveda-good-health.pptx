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420625" y="1315938"/>
            <a:ext cx="4302600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03 — AYURVEDA GOOD HEALTH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330087" y="1544389"/>
            <a:ext cx="2483676" cy="584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00"/>
              </a:lnSpc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3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552847" y="2331541"/>
            <a:ext cx="4038156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2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26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Ayurveda and Good Health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86221" y="2867323"/>
            <a:ext cx="177140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Grades 6–8 · 10 sessions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49338" y="3499693"/>
            <a:ext cx="104517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5A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Ayurveda?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āyu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(life) +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veda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(knowledge) =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science of life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8586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2000+ years old. A framework for daily wellbeing.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03 — Ayurveda Good Health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Swasthya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(self) +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stha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(established) =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wellbeing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8586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+ mental + social balance.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03 — Ayurveda Good Health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Ayurveda covers — and doesn't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Covers well: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lifestyle, prevention, daily routine, food, herbal medicine.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8586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Doesn't cover well: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acute infections, emergency surgery, modern diagnostics.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47533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framing: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Ayurveda + modern medicine = partners, not rivals.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03 — Ayurveda Good Health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Tridosha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2061121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has all three.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03 — Ayurveda Good Health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Prakṛti vs Vikṛti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Prakṛti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your inborn constitution.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8586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Vikṛti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your current state (can be out of balance).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47533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aim of Ayurveda: keep vikṛti close to prakṛti.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03 — Ayurveda Good Health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Dinacharya — the daily routine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03 — Ayurveda Good Health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24-hour dosha clock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909042"/>
            <a:ext cx="8331398" cy="1301353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0113" y="909042"/>
            <a:ext cx="0" cy="1301353"/>
          </a:xfrm>
          <a:prstGeom prst="line">
            <a:avLst/>
          </a:prstGeom>
          <a:noFill/>
          <a:ln w="47625">
            <a:solidFill>
              <a:srgbClr val="27788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1627" y="1035993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06–10am: Kapha (heavy, slow)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1627" y="1210568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10am–2pm: Pitta (digestive fire peak)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1627" y="1385143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02–06pm: Vāta (active, mobile)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1627" y="1559719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06–10pm: Kapha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1627" y="173429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10pm–02am: Pitta (cellular repair)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1627" y="1908870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02–06am: Vāta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06301" y="229924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activities to match the dosha block.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03 — Ayurveda Good Health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 science overlap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909042"/>
            <a:ext cx="810279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Circadian biology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Nobel 2017 (Hall, Rosbash, Young).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Time-restricted eating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Satchidananda Panda.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 science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confirms 10pm-ish optimal.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Oil massage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emerging evidence on skin / lymphatics.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201111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 observed centuries before modern measurement.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03 — Ayurveda Good Health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Ahāra — six tastes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2851398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balanced meal = ALL six tastes.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03 — Ayurveda Good Health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Primary source — BG 6.17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909042"/>
            <a:ext cx="8331398" cy="611981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909042"/>
            <a:ext cx="0" cy="611981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99542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yuktāhāra-vihārasya yukta-ceṣṭasya karmasu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yukta-svapnāvabodhasya yogo bhavati duḥkha-hā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06301" y="160987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"He who is regulated in eating, recreation, work, sleep, and waking — for him, yoga becomes the destroyer of sorrow."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189934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Bhagavad-gītā 6.17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03 — Ayurveda Good Health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activities to regulate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909042"/>
            <a:ext cx="8102798" cy="1257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Āhāra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eating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Vihāra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recreation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Ceṣṭā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karma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effort in work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Svapna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sleep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Avabodha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waking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03 — Ayurveda Good Health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project — 7-day dinacharya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YOUR daily routine.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8586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item: paired with its Ayurvedic principle.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47533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Required: realism check. (No "wake at 4am" if you've never done it.)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03 — Ayurveda Good Health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Safety reminder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in this module is medical advice.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8586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have any condition, your existing care continues.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47533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framework is for learning. Medical decisions belong with a doctor.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03 — Ayurveda Good Health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10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909042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20-min summative quiz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3-min presentation of your dinacharya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03 — Ayurveda Good Health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take home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909042"/>
            <a:ext cx="810279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Tridosha framework with examples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7-day dinacharya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 6.17 in IAST + translation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discipline of distinguishing lifestyle medicine from acute medicine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03 — Ayurveda Good Health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909042"/>
            <a:ext cx="810279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vidya-karana RAG (BG 6.17 + supporting)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Wujastyk, D. (2003).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Roots of Ayurveda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Penguin.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Panda, S. (2018).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Circadian Code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Rodale.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Patwardhan et al. (2015).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Integrative Approaches for Health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Academic.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03 — Ayurveda Good Health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03 — Ayurveda Good Health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03 — Ayurveda Good Health — Middle</dc:title>
  <dc:subject>PptxGenJS Presentation</dc:subject>
  <dc:creator>IKS Curriculum</dc:creator>
  <cp:lastModifiedBy>IKS Curriculum</cp:lastModifiedBy>
  <cp:revision>1</cp:revision>
  <dcterms:created xsi:type="dcterms:W3CDTF">2026-05-25T03:57:34Z</dcterms:created>
  <dcterms:modified xsi:type="dcterms:W3CDTF">2026-05-25T03:57:34Z</dcterms:modified>
</cp:coreProperties>
</file>