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Five Friends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story about Pṛthvī, Ap, Tejas, Vāyu, and Ākāśa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Grades 3–5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the friends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🌍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Pṛthvī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earth 💧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Ap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water 🔥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Tejas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fire / warmth 💨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Vāyu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air / wind 🌌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Ākāśa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space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chant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909042"/>
            <a:ext cx="8331398" cy="61198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909042"/>
            <a:ext cx="0" cy="611981"/>
          </a:xfrm>
          <a:prstGeom prst="line">
            <a:avLst/>
          </a:prstGeom>
          <a:noFill/>
          <a:ln w="57150">
            <a:solidFill>
              <a:srgbClr val="E07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99542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Pṛthvī, ap, tejas, vāyu, ākāśa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Earth, water, fire, air, space!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6301" y="160987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Sing it 3 times every day.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Pṛthvī — Earth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Solid things. Rocks. Floor. Your bones.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Anything you can stand on or hold.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 — Water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Liquid things. Rivers. Tea. Tears.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Anything that flows.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Tejas — Fire / Warmth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Heat. Light. Sun. Candle.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Even the warmth of your own hand.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Vāyu — Air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Wind. Breath. The air in a balloon.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You can't see it — you can feel it.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Ākāśa — Space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empty room.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gap between your hands.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47533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space where everything else lives.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qualities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270227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Earth has all the qualities. Space has just one — sound.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299174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(For older children — Grade 5)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Sort it!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 pairs, sort 5 objects into the 5 element trays.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If something fits TWO elements — pick the strongest, then name the others.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Sometimes elements are out of balance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909042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Too much air? = storm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Too little water? = drought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Too much earth (wrong kind)? = plastic waste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Too noisy space? = traffic noise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201111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We notice. We help where we can.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project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Pick ONE element.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Make: a drawing, a model, OR a 30-second story.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47533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Show how YOU see this element at home.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10 — Show and tell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30 seconds each.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Name your element. Show your project. Say one place at home you see it.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47533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Then — a sticker for everyone!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Sing it one more time: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98513"/>
            <a:ext cx="8331398" cy="61198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4876" y="1198513"/>
            <a:ext cx="0" cy="611981"/>
          </a:xfrm>
          <a:prstGeom prst="line">
            <a:avLst/>
          </a:prstGeom>
          <a:noFill/>
          <a:ln w="57150">
            <a:solidFill>
              <a:srgbClr val="E07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2051" y="138901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Pṛthvī, ap, tejas, vāyu, ākāśa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Five friends, everywhere!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02 — Panchabhuta — Primary</dc:title>
  <dc:subject>PptxGenJS Presentation</dc:subject>
  <dc:creator>IKS Curriculum</dc:creator>
  <cp:lastModifiedBy>IKS Curriculum</cp:lastModifiedBy>
  <cp:revision>1</cp:revision>
  <dcterms:created xsi:type="dcterms:W3CDTF">2026-05-25T02:42:46Z</dcterms:created>
  <dcterms:modified xsi:type="dcterms:W3CDTF">2026-05-25T02:42:46Z</dcterms:modified>
</cp:coreProperties>
</file>