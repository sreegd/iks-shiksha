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97714" y="1315938"/>
            <a:ext cx="27484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84091" y="2331541"/>
            <a:ext cx="257567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 and the Body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93327" y="2867323"/>
            <a:ext cx="3571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Patañjali's Yogasūtra (~200 BCE-200 CE). 196 sūtras. Project the Aṣṭāṅga (eight-limbs) chapter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Sādhana-pāda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sūtras 28-29.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"Modern global yoga = āsana + prāṇāyāma. Two of eight limbs. Today we see the full architecture."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Patañjali's Aṣṭāṅga Yoga — Yogasūtra (c. 200 BCE-200 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(Sūtra 2.30):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ahiṁsā, satya, asteya, brahmacarya, aparigraha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Universal ethics.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Niyamas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(Sūtra 2.32):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śauca, santoṣa, tapas, svādhyāya, īśvarapraṇidhāna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Personal observances.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(Sūtra 2.46):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sthira-sukham āsanam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"steady and comfortable seat." NOT primarily about flexibility.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(Sūtra 2.49-53): breath regulation, modern parallel to autonomic-system entrainment.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Pratyāhāra → Samādhi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progressive meditative absorption.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6460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Patañjali says āsana is "steady-comfortable seat" — for meditation. The modern flexibility-focused practice (e.g., Iyengar lineage) is a 20th-century reformation, not the original system. Honest framing matters.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Source-text close read.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Yogasūtra 2.46-48 (āsana definition). Compare with Iyengar's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on 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(1966) introduction. Discussion: what stayed same? What evolved?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verse.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Yogasūtra 1.2: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yogaḥ citta-vṛtti-nirodhaḥ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"Yoga is the cessation of the modifications of the mind-stuff."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33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entire eight-limb scaffolding is methodology for ONE goal: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citta-vṛtti-nirodha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Modern wellness-yoga has largely lost this framing.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three yoga traditions.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research one: Patañjali Yogasūtra, Bhagavad Gītā ch. 6 (Dhyāna-Yoga), and the Haṭha Yoga Pradīpikā (~15th c. CE). Compare on: scope of practice, theological framing, treatment of the body.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"Yoga has been globalised, adapted, and commercialised since ~1960. What's preserved? What's lost? What's added that wasn't in the original?"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Yoga in your life — what is it really?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Yamas — five ethical restraints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Niyamas — five personal observances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Āsana — what Patañjali actually said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Prāṇāyāma — breath physiology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Pratyāhāra and Dhāraṇā — turning inward, focusing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Dhyāna — meditation as method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Samādhi — the goal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Modern yoga — what changed, what stayed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Personal practice plan +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08 — Yoga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— Yoga — Senior</dc:title>
  <dc:subject>PptxGenJS Presentation</dc:subject>
  <dc:creator>IKS Curriculum</dc:creator>
  <cp:lastModifiedBy>IKS Curriculum</cp:lastModifiedBy>
  <cp:revision>1</cp:revision>
  <dcterms:created xsi:type="dcterms:W3CDTF">2026-05-28T02:31:23Z</dcterms:created>
  <dcterms:modified xsi:type="dcterms:W3CDTF">2026-05-28T02:31:23Z</dcterms:modified>
</cp:coreProperties>
</file>