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46354" y="1315938"/>
            <a:ext cx="465114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997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528495" y="1544389"/>
            <a:ext cx="2087011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15734" y="2331541"/>
            <a:ext cx="3712384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Āyurveda and Good Health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228012" y="2867323"/>
            <a:ext cx="68782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Āyurveda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8844" y="3499693"/>
            <a:ext cx="108616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C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hook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"Modern medicine is reactive — you go when something is wrong. Āyurveda is preventive — you live so that things don't go wrong. Today we examine the framework: dinacharya (daily routine), ahāra (diet), and tridoṣa (the three constitutional types). All as wellness lens — NOT diagnosis."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idea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Āyurveda as Indian preventive medicine.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Dinacarya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(daily routine, codified in Aṣṭāṅga Hṛdaya,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Sūtrasthāna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2). Sleep, wake, food, exercise, elimination — each at appropriate time. Modern: circadian biology shows ~85% of human physiology has circadian rhythm. Misalignment correlates with metabolic and cognitive impairment.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967805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Ahāra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(diet,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Sūtrasthāna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5). The six tastes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ṣaḍ-rasa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— each meal should ideally include several. Sweet alone (modern diet) is the most common modern misalignment.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Ṛtucharya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(seasonal eating) — light and bitter in summer (pitta-rich), warm and oily in winter (vāta-rich).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762548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Tridoṣa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(Caraka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Sūtrasthāna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1.57).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Prakṛti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(innate constitution) vs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vikṛti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(current state). Self-knowledge as the first step of self-care.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333895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CAVEAT, REPEATED: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this is a wellness lens, NOT a diagnostic system. For health concerns, see a doctor.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Demonstration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Source-text reading.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aloud Aṣṭāṅga Hṛdaya,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Sūtrasthāna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2.1–5 (a brief stanza on dinacarya). Discuss: how much of this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empirical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(testable by modern science), how much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prescriptive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 values judgment), how much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symbolic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(cultural-religious framing).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 moment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Quoted verse.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Caraka Saṁhitā,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Sūtrasthāna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1.41: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173063"/>
            <a:ext cx="0" cy="611981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36356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prayojanaṁ ca asya svastha-svāsthya-rakṣaṇam āturasya vikāra-praśamanaṁ 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187389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purpose of this is the preservation of health in the healthy AND the alleviation of disorders in the diseased."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216336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 the syntactic priority: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svastha-svāsthya-rakṣaṇam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(healthy-people's-health-preservation) comes FIRST. The discipline is fundamentally preventive.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Hands-on activity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One-week dinacarya self-audit.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logs their actual sleep/wake/food times for ONE typical week (or recalls last week). Identify 2 misalignments with Āyurveda recommendations. Propose ONE specific change to test for 2 weeks. Honest reflection: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preventing me from making this change?"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Reflection + take-home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"Āyurveda articulates a wellness framework. Modern medicine articulates a disease framework. Argue: which framework does our society currently OVER-prioritise? Which is UNDER-prioritised? What would balanced integration look like?"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 deeper into Adhyayana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10-day version of this module: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What is Āyurveda? Definition + scope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Tridoṣa — vāta, pitta, kapha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Dinacarya — daily routine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Ahāra — food + the six tastes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Ṛtucarya — seasonal eating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Sleep, exercise, elimination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Caraka, Suśruta, Vāgbhaṭa — the three Āyurveda authors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Bridge to modern science — circadian, microbiome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Critical reading — Āyurveda claims vs evidence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Synthesis: personal wellness plan + class share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03 — Ayurveda Good Health — Senior</dc:title>
  <dc:subject>PptxGenJS Presentation</dc:subject>
  <dc:creator>IKS Curriculum</dc:creator>
  <cp:lastModifiedBy>IKS Curriculum</cp:lastModifiedBy>
  <cp:revision>1</cp:revision>
  <dcterms:created xsi:type="dcterms:W3CDTF">2026-05-28T02:31:01Z</dcterms:created>
  <dcterms:modified xsi:type="dcterms:W3CDTF">2026-05-28T02:31:01Z</dcterms:modified>
</cp:coreProperties>
</file>