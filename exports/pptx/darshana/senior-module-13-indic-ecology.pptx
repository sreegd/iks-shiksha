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28028" y="1315938"/>
            <a:ext cx="368794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9979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13 — INDIC ECOLOGY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98855" y="1544389"/>
            <a:ext cx="2346141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13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38528" y="2331541"/>
            <a:ext cx="5866796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Indic Ecology — Vasudhaiva Kuṭumbakam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6162" y="2867323"/>
            <a:ext cx="183167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8844" y="3499693"/>
            <a:ext cx="108616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C5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Project: (a) Mahā Upaniṣad 6.71-73, (b) IPCC AR6 climate-emergency declaration.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"2500 years separate them, yet they ask the same questions: how do humans relate to the non-human? Today's workshop reads classical Indian ecology against modern climate ethics."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Indic ecology — frameworks and the climate present.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(Mahā Upaniṣad 6.71-73). Origin verse for "Earth as family" framing. Used today in Indian foreign policy, environmental rhetoric.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212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Atharva Veda Pṛthivī Sūkta (12.1):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63-verse hymn to Earth as goddess and substrate. Read alongside Lovelock's Gaia hypothesis (1979).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118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Iṣopaniṣad 1: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īśāvāsyam idaṁ sarvam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this is to be inhabited by the divine." Foundational sustainability ethic.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3456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Bhagavad Gītā 3.10-14: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yajña cycle. Modern parallel: ecological reciprocity in indigenous-knowledge frameworks (Robin Wall Kimmerer,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Braiding Sweetgrass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2363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~13,000 in India (Gadgil &amp; Vartak 1981). Biodiversity = species/area significantly higher than non-protected.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90004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framing: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ancient practice was imperfect. Soil erosion, hunting pressures, caste-restricted access existed. Use the FRAMEWORKS to inspire modern practice; don't mythologise pre-modern practice.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789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Source-critical reading.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(a) Mahā Upaniṣad 6.71-73, (b) IPCC AR6 SPM excerpt. Pairs identify: where do the ethical claims overlap? Where do they diverge? Where does one fill a gap the other has?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verse.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Mahā Upaniṣad 6.71-73: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ayaṁ nijaḥ paro veti gaṇanā laghu-cetasām /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udāra-caritānāṁ tu vasudhaiva kuṭumbakam //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reckoning of 'this is mine, that is another's' belongs to the narrow-minded. To the noble-hearted, the Earth itself is one family."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3766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NOT "all humans"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 includes all life, all elements. The moral scope is the entire biosphere.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Climate-ethics essay.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400 words: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"Indic ecology and modern climate ethics both ask: how should humans treat the non-human? Compare ONE specific principle from each tradition. Where do they agree? Diverge?"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"India is the world's 3rd-largest CO2 emitter (2024). Its tradition includes vasudhaiva kuṭumbakam. Discuss the gap. What's needed to close it?"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Vasudhaiva kuṭumbakam — the founding verse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Five elements as ecological frame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Rivers as sacred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Sacred groves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Yajña cycle — Gītā 3.10-14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Pṛthivī Sūkta — Atharva Veda 12.1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Iṣopaniṣad mantra 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Climate change context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From ancient to action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Project pitch +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Indic Ecology — Senior</dc:title>
  <dc:subject>PptxGenJS Presentation</dc:subject>
  <dc:creator>IKS Curriculum</dc:creator>
  <cp:lastModifiedBy>IKS Curriculum</cp:lastModifiedBy>
  <cp:revision>1</cp:revision>
  <dcterms:created xsi:type="dcterms:W3CDTF">2026-05-28T02:31:45Z</dcterms:created>
  <dcterms:modified xsi:type="dcterms:W3CDTF">2026-05-28T02:31:45Z</dcterms:modified>
</cp:coreProperties>
</file>