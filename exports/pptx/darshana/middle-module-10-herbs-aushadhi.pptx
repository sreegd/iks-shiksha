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module-10-herbs-aushadhi - Darshana (60-min workshop)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IKS Curriculum - middle band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10 — Herbs — Auṣadhi (Darśana)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Sanskrit:</a:t>
            </a:r>
            <a:r>
              <a:rPr/>
              <a:t> </a:t>
            </a:r>
            <a:r>
              <a:rPr i="1"/>
              <a:t>Auṣadhi</a:t>
            </a:r>
            <a:r>
              <a:rPr/>
              <a:t> · </a:t>
            </a:r>
            <a:r>
              <a:rPr b="1"/>
              <a:t>Band:</a:t>
            </a:r>
            <a:r>
              <a:rPr/>
              <a:t> Middle (6-8) · </a:t>
            </a:r>
            <a:r>
              <a:rPr b="1"/>
              <a:t>Duration:</a:t>
            </a:r>
            <a:r>
              <a:rPr/>
              <a:t> 60 min · </a:t>
            </a:r>
            <a:r>
              <a:rPr b="1"/>
              <a:t>Path:</a:t>
            </a:r>
            <a:r>
              <a:rPr/>
              <a:t> Darśana (Workshop)</a:t>
            </a:r>
          </a:p>
          <a:p>
            <a:pPr lvl="0" indent="0" marL="0">
              <a:buNone/>
            </a:pPr>
            <a:r>
              <a:rPr/>
              <a:t>Six kitchen-and-garden healing plants.</a:t>
            </a:r>
          </a:p>
          <a:p>
            <a:pPr lvl="0" indent="0" marL="1270000">
              <a:buNone/>
            </a:pPr>
            <a:r>
              <a:rPr sz="2000" b="1"/>
              <a:t>Darśana note.</a:t>
            </a:r>
            <a:r>
              <a:rPr sz="2000"/>
              <a:t> This workshop condenses Module 10’s full 10-day arc into one hour. For the deeper version — daily lesson plans, quizzes, assessments, slide decks — switch to </a:t>
            </a:r>
            <a:r>
              <a:rPr sz="2000" b="1">
                <a:hlinkClick r:id="rId2"/>
              </a:rPr>
              <a:t>Adhyayana</a:t>
            </a:r>
            <a:r>
              <a:rPr sz="2000"/>
              <a:t> (the Full Course path).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Opening hook · 5 min</a:t>
            </a:r>
          </a:p>
          <a:p>
            <a:pPr lvl="0" indent="0" marL="0">
              <a:buNone/>
            </a:pPr>
            <a:r>
              <a:rPr/>
              <a:t>Pass around small samples of tulsī, neem, turmeric, ginger, ajwain, mint. </a:t>
            </a:r>
            <a:r>
              <a:rPr i="1"/>
              <a:t>“Sniff each one. Which has the sharpest smell? What’s in your kitchen? Today: six plants of Āyurveda, with traditional uses AND modern active compounds.”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idea · 15 min</a:t>
            </a:r>
          </a:p>
          <a:p>
            <a:pPr lvl="0" indent="0" marL="0">
              <a:buNone/>
            </a:pPr>
            <a:r>
              <a:rPr b="1"/>
              <a:t>Six common Āyurveda herbs: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Sanskrit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Common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Active compound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Tulasī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Holy basil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Eugenol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Colds, immunity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Nimba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Azadirachtin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Skin (external)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Haridrā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Turmeric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Curcumin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Anti-inflammatory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Ārdraka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Ginger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Gingerol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Digestion, nausea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Yavānī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Ajwain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Thymol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Digestion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Pudīnā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Menthol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Coolant, freshness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Safety:</a:t>
            </a:r>
            <a:r>
              <a:rPr/>
              <a:t> kitchen amounts (cooking) are safe for most. Therapeutic doses require a qualified practitioner. Neem oil orally has documented hepatotoxicity at high doses — NEVER ingest neem oil.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Demonstration · 10 min</a:t>
            </a:r>
          </a:p>
          <a:p>
            <a:pPr lvl="0" indent="0" marL="0">
              <a:buNone/>
            </a:pPr>
            <a:r>
              <a:rPr b="1"/>
              <a:t>Two-herb deep dive.</a:t>
            </a:r>
            <a:r>
              <a:rPr/>
              <a:t> Pair students — each pair takes one herb (rotation through the 6). 5 minutes to identify: leaf, smell, active compound, one traditional use. Quick presentation.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moment · 5 min</a:t>
            </a:r>
          </a:p>
          <a:p>
            <a:pPr lvl="0" indent="0" marL="0">
              <a:buNone/>
            </a:pPr>
            <a:r>
              <a:rPr/>
              <a:t>Paraphrase Atharva Veda 8.7.4: </a:t>
            </a:r>
            <a:r>
              <a:rPr i="1"/>
              <a:t>“The herbs grew before the heavens, three ages before the gods.”</a:t>
            </a:r>
            <a:r>
              <a:rPr/>
              <a:t> (A poetic way of saying plants long predate human medicine.)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Hands-on activity · 15 min</a:t>
            </a:r>
          </a:p>
          <a:p>
            <a:pPr lvl="0" indent="0" marL="0">
              <a:buNone/>
            </a:pPr>
            <a:r>
              <a:rPr b="1"/>
              <a:t>Six-herb identification deck.</a:t>
            </a:r>
            <a:r>
              <a:rPr/>
              <a:t> Each pair builds a deck: 6 cards, each with the plant, Sanskrit name, active compound, one traditional use, one safety warning.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Reflection + take-home · 10 min</a:t>
            </a:r>
          </a:p>
          <a:p>
            <a:pPr lvl="0" indent="0" marL="0">
              <a:buNone/>
            </a:pPr>
            <a:r>
              <a:rPr i="1"/>
              <a:t>“Which herb surprised you most? Why?”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 deeper into Adhyayana</a:t>
            </a:r>
          </a:p>
          <a:p>
            <a:pPr lvl="0" indent="0" marL="0">
              <a:buNone/>
            </a:pPr>
            <a:r>
              <a:rPr/>
              <a:t>The 10 days you’re skipping if you only do this workshop:</a:t>
            </a:r>
          </a:p>
          <a:p>
            <a:pPr lvl="0"/>
            <a:r>
              <a:rPr b="1"/>
              <a:t>Day 01</a:t>
            </a:r>
            <a:r>
              <a:rPr/>
              <a:t> — What is auṣadhi?</a:t>
            </a:r>
          </a:p>
          <a:p>
            <a:pPr lvl="0"/>
            <a:r>
              <a:rPr b="1"/>
              <a:t>Day 02</a:t>
            </a:r>
            <a:r>
              <a:rPr/>
              <a:t> — Tulsī — holy basil</a:t>
            </a:r>
          </a:p>
          <a:p>
            <a:pPr lvl="0"/>
            <a:r>
              <a:rPr b="1"/>
              <a:t>Day 03</a:t>
            </a:r>
            <a:r>
              <a:rPr/>
              <a:t> — Neem — bitter healer</a:t>
            </a:r>
          </a:p>
          <a:p>
            <a:pPr lvl="0"/>
            <a:r>
              <a:rPr b="1"/>
              <a:t>Day 04</a:t>
            </a:r>
            <a:r>
              <a:rPr/>
              <a:t> — Turmeric — golden root</a:t>
            </a:r>
          </a:p>
          <a:p>
            <a:pPr lvl="0"/>
            <a:r>
              <a:rPr b="1"/>
              <a:t>Day 05</a:t>
            </a:r>
            <a:r>
              <a:rPr/>
              <a:t> — Ginger — warming root</a:t>
            </a:r>
          </a:p>
          <a:p>
            <a:pPr lvl="0"/>
            <a:r>
              <a:rPr b="1"/>
              <a:t>Day 06</a:t>
            </a:r>
            <a:r>
              <a:rPr/>
              <a:t> — Ajwain — carom seed</a:t>
            </a:r>
          </a:p>
          <a:p>
            <a:pPr lvl="0"/>
            <a:r>
              <a:rPr b="1"/>
              <a:t>Day 07</a:t>
            </a:r>
            <a:r>
              <a:rPr/>
              <a:t> — Mint — cooling leaf</a:t>
            </a:r>
          </a:p>
          <a:p>
            <a:pPr lvl="0"/>
            <a:r>
              <a:rPr b="1"/>
              <a:t>Day 08</a:t>
            </a:r>
            <a:r>
              <a:rPr/>
              <a:t> — Herbs and the doṣas (link to Module 4)</a:t>
            </a:r>
          </a:p>
          <a:p>
            <a:pPr lvl="0"/>
            <a:r>
              <a:rPr b="1"/>
              <a:t>Day 09</a:t>
            </a:r>
            <a:r>
              <a:rPr/>
              <a:t> — Build the class herb deck</a:t>
            </a:r>
          </a:p>
          <a:p>
            <a:pPr lvl="0"/>
            <a:r>
              <a:rPr b="1"/>
              <a:t>Day 10</a:t>
            </a:r>
            <a:r>
              <a:rPr/>
              <a:t> — Final share + assessment</a:t>
            </a:r>
          </a:p>
          <a:p>
            <a:pPr lvl="0" indent="0" marL="0">
              <a:buNone/>
            </a:pPr>
            <a:r>
              <a:rPr/>
              <a:t>→ </a:t>
            </a:r>
            <a:r>
              <a:rPr b="1">
                <a:hlinkClick r:id="rId2"/>
              </a:rPr>
              <a:t>Open the Adhyayana track for this module</a:t>
            </a:r>
            <a:r>
              <a:rPr/>
              <a:t> to access all 10 days, the 4-audience PDFs, the slide deck, the quizzes, and the project rubric.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module-10-herbs-aushadhi - Darshana (60-min workshop)</dc:title>
  <dc:creator>IKS Curriculum - middle band</dc:creator>
  <cp:keywords/>
  <dcterms:created xsi:type="dcterms:W3CDTF">2026-05-28T02:10:53Z</dcterms:created>
  <dcterms:modified xsi:type="dcterms:W3CDTF">2026-05-28T02:10:53Z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