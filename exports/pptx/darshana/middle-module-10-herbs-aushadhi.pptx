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757479" y="1315938"/>
            <a:ext cx="362904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E4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10 — HERBS AUSHADHI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183443" y="1544389"/>
            <a:ext cx="2777115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280446" y="2331541"/>
            <a:ext cx="2583109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2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26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Herbs — Auṣadhi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291011" y="2867323"/>
            <a:ext cx="561829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Auṣadhi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49338" y="3499693"/>
            <a:ext cx="104517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5A6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Opening hook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around small samples of tulsī, neem, turmeric, ginger, ajwain, mint.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"Sniff each one. Which has the sharpest smell? What's in your kitchen? Today: six plants of Āyurveda, with traditional uses AND modern active compounds."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idea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common Āyurveda herbs: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Sanskrit · Common name · Active compound · Use.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Holy basil · Eugenol · Colds, immunity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Neem · Azadirachtin · Skin (external)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Haridrā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Turmeric · Curcumin · Anti-inflammatory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Ārdraka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Ginger · Gingerol · Digestion, nausea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Ajwain · Thymol · Digestion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Pudīnā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Mint · Menthol · Coolant, freshness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305216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kitchen amounts (cooking) are safe for most. Therapeutic doses require a qualified practitioner. Neem oil orally has documented hepatotoxicity at high doses — NEVER ingest neem oil.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Demonstration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Two-herb deep dive.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 students — each pair takes one herb (rotation through the 6). 5 minutes to identify: leaf, smell, active compound, one traditional use. Quick presentation.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moment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Paraphrase Atharva Veda 8.7.4: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herbs grew before the heavens, three ages before the gods."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 poetic way of saying plants long predate human medicine.)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activity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Six-herb identification deck.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pair builds a deck: 6 cards, each with the plant, Sanskrit name, active compound, one traditional use, one safety warning.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+ take-home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herb surprised you most? Why?"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 deeper into Adhyayana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10-day version of this module: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What is auṣadhi?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Tulsī — holy basil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Neem — bitter healer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Turmeric — golden root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Ginger — warming root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Ajwain — carom seed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Mint — cooling leaf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Herbs and the doṣas (link to Module 4)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Build the class herb deck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Final share + assessment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Herbs Aushadhi — Middle</dc:title>
  <dc:subject>PptxGenJS Presentation</dc:subject>
  <dc:creator>IKS Curriculum</dc:creator>
  <cp:lastModifiedBy>IKS Curriculum</cp:lastModifiedBy>
  <cp:revision>1</cp:revision>
  <dcterms:created xsi:type="dcterms:W3CDTF">2026-05-28T02:30:25Z</dcterms:created>
  <dcterms:modified xsi:type="dcterms:W3CDTF">2026-05-28T02:30:25Z</dcterms:modified>
</cp:coreProperties>
</file>