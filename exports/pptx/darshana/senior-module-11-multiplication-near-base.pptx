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12309" y="1315938"/>
            <a:ext cx="491938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11 — MULTIPLICATION NEAR BASE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13275" y="1544389"/>
            <a:ext cx="2317450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57434" y="2331541"/>
            <a:ext cx="462913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Multiplication Near a Power of 10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46379" y="2867323"/>
            <a:ext cx="6512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499693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998 × 997 = ?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"Long multiplication takes ~60 seconds. Nikhilam takes ~5 seconds. Today: the method, the algebra, and when (NOT) to use it."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 multiplication — the algebra.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Identity: (B − a)(B − b) = B² − B(a + b) + ab = B[B − (a + b)] + ab = B[(B − a) − b] + ab.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752005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Cross-subtract = (B − a) − b OR (B − b) − a (both give B − a − b)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Multiply = 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3665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Padding: the "multiply" part must have as many digits as the base has zeros (e.g., for B = 100, pad to 2 digits).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65598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Algebraic derivation FOR THE STUDENT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(don't just give them the rule): (100 − 3)(100 − 4) = 10000 − 400 − 300 + 12 = 10000 − 700 + 12 = 9300 + 12 = 9312.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315872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it's faster: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both factors WITHIN 5-10% of the same base.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it's slower: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factors far from any base.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Algebra-on-the-board demo + edge cases.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Derive identity. Then demo: 999 × 998 (deficits 1, 2 → 997 | 002 → 997002). Then show a mixed case: 102 × 98 (excess + deficit → cross-subtract → 100, multiply 2 × 2 = 4 → answer 9996, but pad: 102 × 98 = 100² − 4 = 9996). Discuss.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Quoted reference.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Tirthaji,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(1965), Sūtra 2 application to multiplication: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"When two numbers are both close to the same power of 10, use the deficits (or excesses) to compute the product."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7389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 2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is used for BOTH subtraction (Module 9) and multiplication (this module). Same algebra, two applications.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Decision-tree poster.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designs a one-page flowchart: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"Given a multiplication problem, which method do I use? Long, ×11, Nikhilam, near-base Nikhilam, or other?"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Defend the boundaries.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module taught a special-case mental method. What's the right balance in a curriculum between general algorithms and special-case tricks?"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Finger-trick prelude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97 × 96 — two below base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103 × 104 — two above base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Mixed cases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3-digit near 1000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Algebra proof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When to use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Speed sprints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Mixed practice — combining ×11 and Nikhilam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Final assessment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11 — Multiplication Near Base — Senior</dc:title>
  <dc:subject>PptxGenJS Presentation</dc:subject>
  <dc:creator>IKS Curriculum</dc:creator>
  <cp:lastModifiedBy>IKS Curriculum</cp:lastModifiedBy>
  <cp:revision>1</cp:revision>
  <dcterms:created xsi:type="dcterms:W3CDTF">2026-05-28T02:31:36Z</dcterms:created>
  <dcterms:modified xsi:type="dcterms:W3CDTF">2026-05-28T02:31:36Z</dcterms:modified>
</cp:coreProperties>
</file>