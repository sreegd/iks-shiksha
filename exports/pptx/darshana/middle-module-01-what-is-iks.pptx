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85794" y="1315938"/>
            <a:ext cx="317226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65002" y="1544389"/>
            <a:ext cx="241384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05915" y="2331541"/>
            <a:ext cx="193217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IKS?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599844" y="2867323"/>
            <a:ext cx="1944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Bhāratīya Jñāna-Paramparā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Lothal dockyard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(Indus Valley, ~2500 BCE).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this tell you about Indian engineering 4500 years ago?"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pause for guesses. India's knowledge traditions are old, varied, and documented.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= the documented knowledge traditions of the Indian subcontinent.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frameworks: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Vedāṅgas (six limbs of the Veda)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śikṣā, kalpa, vyākaraṇa, nirukta, chandas, jyotiṣa. The "supporting sciences" of Vedic studies.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Upavedas (applied sciences)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Āyurveda (medicine), Dhanurveda (martial science), Gandharvaveda (music/dance/drama), Sthāpatya-veda (architecture).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Darśanas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(philosophical schools): Nyāya, Vaiśeṣika, Sāṅkhya, Yoga, Mīmāṁsā, Vedānta — each is a coherent argument structure, not a religion.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6483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point: this is a documented intellectual tradition with internal disagreement, evidence rules, and reform — much like Western philosophy. Treat it that way.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timelines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Pāṇini's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Aṣṭādhyāyī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grammar with ~4000 rules, c. 500 BCE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European systematic grammar (Robert Lowth) — 1762 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Difference: ~2200 years. Discussion: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this tell us about (a) the depth of Indian linguistics, (b) why Pāṇini's framework is still studied at MIT linguistics programs?"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aloud: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"vidyā dadāti vinayaṁ vinayād yāti pātratām"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"Learning brings humility; from humility comes worthiness." (Subhāṣita, traditional.) The traditional epistemology values intellectual humility — a useful framing for any source-checking practice.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an Upaveda.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Divide class into 4 groups (Āyurveda, Dhanurveda, Gandharvaveda, Sthāpatya). Each group has 12 minutes to: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one famous practitioner of that field (Caraka, Suśruta, Bharata's Nāṭyaśāstra, Viśvakarmā tradition).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modern-day descendant institution (AIIMS Ayurveda program, ICCR for arts, IIT-Roorkee architecture history).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one-page connection diagram: ancient → medieval → modern.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446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presents 2 minutes.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about IKS you want to learn more about?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written in 3 sentences. Pairs swap and respond.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Why IKS now? The mapping problem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Vedas and Vedāṅgas: the six supporting sciences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Upavedas: applied disciplines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Itihāsa and Purāṇas: history-as-story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Six Darśanas: the philosophical schools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Named figures: Pāṇini to Āryabhaṭa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Source discipline: what we can verify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IKS meets modern science: bridges and tensions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NEP 2020 and IKS integration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Synthesis project: your map of IKS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What Is Iks — Middle</dc:title>
  <dc:subject>PptxGenJS Presentation</dc:subject>
  <dc:creator>IKS Curriculum</dc:creator>
  <cp:lastModifiedBy>IKS Curriculum</cp:lastModifiedBy>
  <cp:revision>1</cp:revision>
  <dcterms:created xsi:type="dcterms:W3CDTF">2026-05-28T02:29:46Z</dcterms:created>
  <dcterms:modified xsi:type="dcterms:W3CDTF">2026-05-28T02:29:46Z</dcterms:modified>
</cp:coreProperties>
</file>