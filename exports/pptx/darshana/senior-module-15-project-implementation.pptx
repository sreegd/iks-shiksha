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169843" y="1315938"/>
            <a:ext cx="4804315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9979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98855" y="1544389"/>
            <a:ext cx="2346141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15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107755" y="2331541"/>
            <a:ext cx="4928491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Implementation — Capstone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358018" y="2867323"/>
            <a:ext cx="242796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 (and other capstones)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8844" y="3499693"/>
            <a:ext cx="10861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C5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Project: "Knowledge without application is incomplete."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"You've seen 14 modules. The capstone asks: where will you take this beyond the classroom? Today: project menu, scoping, and the safety floor."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menu — 10 options + 1 open-design: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1-9 as above. Plus: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Critical-history essay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(any module) — 1000 words on the honest dating + historiography of one IKS claim.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Open-design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propose your own project that draws on at least 2 modules. Pitch to teacher for approval.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770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requirements: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379166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journal (10 days, minimum 100 words/day)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citations (minimum 5 sources, verifiable)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(500 words at end: what you did, what worked, what you'd change)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presentation (5 minutes)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4812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floor (repeated):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783360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cow-urine ingestion for pañcagavya — use fermented-foods comparative study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unsupervised herbal medicine experiments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extreme yoga poses without instructor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6416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teacher rubric (60%) + self-assessment (20%) + peer feedback (20%).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00732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Project-scoping workshop.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 project ideas. Each pair gives the other (a) one strength, (b) one concern, (c) one suggested narrowing or expansion. Then each student writes their final scope.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verse.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Bhagavad Gītā 2.47: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karmaṇy-evādhikāras te mā phaleṣu kadācana /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mā karma-phala-hetur bhūr mā te saṅgo 'stv akarmaṇi //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 have a right to action, never to its fruits. Let not the fruits of action be your motive; nor be attached to inaction."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capstone project is an exercise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karma-yoga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focused, disciplined work without obsessing over the outcome.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scoping + critique.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40 minutes individual + 10 minutes pair-critique. Submit plan for teacher approval.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does THIS capstone challenge your assumptions about IKS? What's the riskiest part of your project — and why is the risk worth taking?"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Overview + project menu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Scope + plan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Research day 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Research day 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Mid-project critique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Build day 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Build day 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Document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Rehearse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Share 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15 — Project Implementation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15 — Project Implementation — Senior</dc:title>
  <dc:subject>PptxGenJS Presentation</dc:subject>
  <dc:creator>IKS Curriculum</dc:creator>
  <cp:lastModifiedBy>IKS Curriculum</cp:lastModifiedBy>
  <cp:revision>1</cp:revision>
  <dcterms:created xsi:type="dcterms:W3CDTF">2026-05-28T02:31:54Z</dcterms:created>
  <dcterms:modified xsi:type="dcterms:W3CDTF">2026-05-28T02:31:54Z</dcterms:modified>
</cp:coreProperties>
</file>