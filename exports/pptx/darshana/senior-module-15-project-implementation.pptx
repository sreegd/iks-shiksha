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module-15-project-implementation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15 — Project Implementation — Capstone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Pañcagavya (and other capstones)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10-day applied project drawing on Modules 1-14.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15’s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Project: “Knowledge without application is incomplete.” </a:t>
            </a:r>
            <a:r>
              <a:rPr i="1"/>
              <a:t>“You’ve seen 14 modules. The capstone asks: where will you take this beyond the classroom? Today: project menu, scoping, and the safety floor.”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Capstone menu — 10 options + 1 open-design:</a:t>
            </a:r>
          </a:p>
          <a:p>
            <a:pPr lvl="0" indent="0" marL="0">
              <a:buNone/>
            </a:pPr>
            <a:r>
              <a:rPr/>
              <a:t>1-9 as above. Plus: - </a:t>
            </a:r>
            <a:r>
              <a:rPr b="1"/>
              <a:t>Critical-history essay</a:t>
            </a:r>
            <a:r>
              <a:rPr/>
              <a:t> (any module) — 1000 words on the honest dating + historiography of one IKS claim. - </a:t>
            </a:r>
            <a:r>
              <a:rPr b="1"/>
              <a:t>Open-design</a:t>
            </a:r>
            <a:r>
              <a:rPr/>
              <a:t> — propose your own project that draws on at least 2 modules. Pitch to teacher for approval.</a:t>
            </a:r>
          </a:p>
          <a:p>
            <a:pPr lvl="0" indent="0" marL="0">
              <a:buNone/>
            </a:pPr>
            <a:r>
              <a:rPr b="1"/>
              <a:t>Project requirements:</a:t>
            </a:r>
            <a:r>
              <a:rPr/>
              <a:t> - Daily journal (10 days, minimum 100 words/day) - Source citations (minimum 5 sources, verifiable) - Reflection (500 words at end: what you did, what worked, what you’d change) - Class presentation (5 minutes)</a:t>
            </a:r>
          </a:p>
          <a:p>
            <a:pPr lvl="0" indent="0" marL="0">
              <a:buNone/>
            </a:pPr>
            <a:r>
              <a:rPr b="1"/>
              <a:t>Safety floor (repeated):</a:t>
            </a:r>
            <a:r>
              <a:rPr/>
              <a:t> - NO cow-urine ingestion for pañcagavya — use fermented-foods comparative study - NO unsupervised herbal medicine experiments - NO extreme yoga poses without instructor</a:t>
            </a:r>
          </a:p>
          <a:p>
            <a:pPr lvl="0" indent="0" marL="0">
              <a:buNone/>
            </a:pPr>
            <a:r>
              <a:rPr b="1"/>
              <a:t>Assessment:</a:t>
            </a:r>
            <a:r>
              <a:rPr/>
              <a:t> teacher rubric (60%) + self-assessment (20%) + peer feedback (20%).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Project-scoping workshop.</a:t>
            </a:r>
            <a:r>
              <a:rPr/>
              <a:t> Pairs swap project ideas. Each pair gives the other (a) one strength, (b) one concern, (c) one suggested narrowing or expansion. Then each student writes their final scope.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Direct verse.</a:t>
            </a:r>
            <a:r>
              <a:rPr/>
              <a:t> Bhagavad Gītā 2.47:</a:t>
            </a:r>
          </a:p>
          <a:p>
            <a:pPr lvl="0" indent="0" marL="1270000">
              <a:buNone/>
            </a:pPr>
            <a:r>
              <a:rPr sz="2000" i="1"/>
              <a:t>karmaṇy-evādhikāras te mā phaleṣu kadācana /</a:t>
            </a:r>
            <a:r>
              <a:rPr sz="2000"/>
              <a:t> </a:t>
            </a:r>
            <a:r>
              <a:rPr sz="2000" i="1"/>
              <a:t>mā karma-phala-hetur bhūr mā te saṅgo ’stv akarmaṇi //</a:t>
            </a:r>
          </a:p>
          <a:p>
            <a:pPr lvl="0" indent="0" marL="0">
              <a:buNone/>
            </a:pPr>
            <a:r>
              <a:rPr/>
              <a:t>“You have a right to action, never to its fruits. Let not the fruits of action be your motive; nor be attached to inaction.”</a:t>
            </a:r>
          </a:p>
          <a:p>
            <a:pPr lvl="0" indent="0" marL="0">
              <a:buNone/>
            </a:pPr>
            <a:r>
              <a:rPr/>
              <a:t>A capstone project is an exercise in </a:t>
            </a:r>
            <a:r>
              <a:rPr i="1"/>
              <a:t>karma-yoga</a:t>
            </a:r>
            <a:r>
              <a:rPr/>
              <a:t> — focused, disciplined work without obsessing over the outcome.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Project scoping + critique.</a:t>
            </a:r>
            <a:r>
              <a:rPr/>
              <a:t> 40 minutes individual + 10 minutes pair-critique. Submit plan for teacher approval.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“How does THIS capstone challenge your assumptions about IKS? What’s the riskiest part of your project — and why is the risk worth taking?”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Overview + project menu</a:t>
            </a:r>
          </a:p>
          <a:p>
            <a:pPr lvl="0"/>
            <a:r>
              <a:rPr b="1"/>
              <a:t>Day 02</a:t>
            </a:r>
            <a:r>
              <a:rPr/>
              <a:t> — Scope + plan</a:t>
            </a:r>
          </a:p>
          <a:p>
            <a:pPr lvl="0"/>
            <a:r>
              <a:rPr b="1"/>
              <a:t>Day 03</a:t>
            </a:r>
            <a:r>
              <a:rPr/>
              <a:t> — Research day 1</a:t>
            </a:r>
          </a:p>
          <a:p>
            <a:pPr lvl="0"/>
            <a:r>
              <a:rPr b="1"/>
              <a:t>Day 04</a:t>
            </a:r>
            <a:r>
              <a:rPr/>
              <a:t> — Research day 2</a:t>
            </a:r>
          </a:p>
          <a:p>
            <a:pPr lvl="0"/>
            <a:r>
              <a:rPr b="1"/>
              <a:t>Day 05</a:t>
            </a:r>
            <a:r>
              <a:rPr/>
              <a:t> — Mid-project critique</a:t>
            </a:r>
          </a:p>
          <a:p>
            <a:pPr lvl="0"/>
            <a:r>
              <a:rPr b="1"/>
              <a:t>Day 06</a:t>
            </a:r>
            <a:r>
              <a:rPr/>
              <a:t> — Build day 1</a:t>
            </a:r>
          </a:p>
          <a:p>
            <a:pPr lvl="0"/>
            <a:r>
              <a:rPr b="1"/>
              <a:t>Day 07</a:t>
            </a:r>
            <a:r>
              <a:rPr/>
              <a:t> — Build day 2</a:t>
            </a:r>
          </a:p>
          <a:p>
            <a:pPr lvl="0"/>
            <a:r>
              <a:rPr b="1"/>
              <a:t>Day 08</a:t>
            </a:r>
            <a:r>
              <a:rPr/>
              <a:t> — Document</a:t>
            </a:r>
          </a:p>
          <a:p>
            <a:pPr lvl="0"/>
            <a:r>
              <a:rPr b="1"/>
              <a:t>Day 09</a:t>
            </a:r>
            <a:r>
              <a:rPr/>
              <a:t> — Rehearse</a:t>
            </a:r>
          </a:p>
          <a:p>
            <a:pPr lvl="0"/>
            <a:r>
              <a:rPr b="1"/>
              <a:t>Day 10</a:t>
            </a:r>
            <a:r>
              <a:rPr/>
              <a:t> — Share day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module-15-project-implementation - Darshana (60-min workshop)</dc:title>
  <dc:creator>IKS Curriculum - senior band</dc:creator>
  <cp:keywords/>
  <dcterms:created xsi:type="dcterms:W3CDTF">2026-05-28T02:11:15Z</dcterms:created>
  <dcterms:modified xsi:type="dcterms:W3CDTF">2026-05-28T02:11:15Z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