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483623" y="1315938"/>
            <a:ext cx="4176754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9979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06 — MOON PHASES TITHI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528495" y="1544389"/>
            <a:ext cx="2087011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6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023592" y="2331541"/>
            <a:ext cx="3096816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Moon Phases and Tithi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864288" y="2867323"/>
            <a:ext cx="141527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Candra-pakṣa, Tithi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28844" y="3499693"/>
            <a:ext cx="108616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5C5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side-by-side: (a) NASA's lunar phase diagram for the current month, (b) a panchanga page for the same month. Same astronomy, two frameworks.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"How do they correspond? Where do they diverge?"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06 — Moon Phases Tithi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Lunisolar astronomy + Indian calendar.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Synodic month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(~29.530589 days, modern measurement). Indian astronomy: same value within ~0.001 days, established by Sūrya-siddhānta and refined by Bhāskara II.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212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Tithi computation.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True tithi = elongation of Moon-Sun angle / 12°. Varies because moon's orbital speed varies (Kepler's 2nd law).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5118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Pañcāṅga five limbs.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Tithi (lunar day), vāra (weekday), nakṣatra (27 lunar mansions), yoga (Sun-Moon longitudinal sum), karaṇa (half-tithi). Each is a precise astronomical computation.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4024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Eclipse geometry.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Why solar eclipses only at new moon: Moon must be between Sun and Earth, occurring only at conjunction. Why not every new moon: lunar orbit tilted ~5.14° from ecliptic; eclipse requires near-node passage.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06 — Moon Phases Tithi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reading.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Compare Sūrya-siddhānta's tithi calculation with the modern Drik Pañcāṅga (web). Both use the same underlying astronomy. Discussion: where do they differ in conventions (sidereal vs tropical reference frames)?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06 — Moon Phases Tithi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verse.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 2.66: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bhāgāḥ ṣaṣṭi-guṇāḥ proktās tithayo dvi-guṇās tathā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8738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"Sixty divisions are stated; thus the tithis are twice that (× 60 / 12 = 30)."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1633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verse encodes the 12°-per-tithi rule that defines the lunar day.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06 — Moon Phases Tithi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Eclipse prediction exercise.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Using a published table, identify the next 3 solar and lunar eclipses visible from your region. Predict which months / tithis. Discuss: how does ancient and modern eclipse-prediction differ in precision?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06 — Moon Phases Tithi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"Indian classical astronomy achieved ~99.9% precision on synodic month calculation by ~500 CE. What does this tell us about (a) the empirical sophistication of pre-modern Indian science, (b) the limits of attempting modern claims from this evidence?"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06 — Moon Phases Tithi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moon's shape — why it changes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Pakṣa — bright and dark fortnights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15 tithis — names and computation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Building a tithi calendar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Lunar months and festivals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Pañcāṅga — the five limbs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Eclipse geometry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Modern lunar science — phases, libration, tides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Cross-cultural calendars — Hijri, Chinese, Hebrew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Synthesis quiz + moon diary share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06 — Moon Phases Tithi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06 — Moon Phases Tithi — Senior</dc:title>
  <dc:subject>PptxGenJS Presentation</dc:subject>
  <dc:creator>IKS Curriculum</dc:creator>
  <cp:lastModifiedBy>IKS Curriculum</cp:lastModifiedBy>
  <cp:revision>1</cp:revision>
  <dcterms:created xsi:type="dcterms:W3CDTF">2026-05-28T02:31:14Z</dcterms:created>
  <dcterms:modified xsi:type="dcterms:W3CDTF">2026-05-28T02:31:14Z</dcterms:modified>
</cp:coreProperties>
</file>