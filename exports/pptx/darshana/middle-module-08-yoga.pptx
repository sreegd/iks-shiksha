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module-08-yoga - Darshana (60-min workshop)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IKS Curriculum - middle band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Module 8 — Yoga and the Body (Darśana)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Sanskrit:</a:t>
            </a:r>
            <a:r>
              <a:rPr/>
              <a:t> </a:t>
            </a:r>
            <a:r>
              <a:rPr i="1"/>
              <a:t>Yoga</a:t>
            </a:r>
            <a:r>
              <a:rPr/>
              <a:t> · </a:t>
            </a:r>
            <a:r>
              <a:rPr b="1"/>
              <a:t>Band:</a:t>
            </a:r>
            <a:r>
              <a:rPr/>
              <a:t> Middle (6-8) · </a:t>
            </a:r>
            <a:r>
              <a:rPr b="1"/>
              <a:t>Duration:</a:t>
            </a:r>
            <a:r>
              <a:rPr/>
              <a:t> 60 min · </a:t>
            </a:r>
            <a:r>
              <a:rPr b="1"/>
              <a:t>Path:</a:t>
            </a:r>
            <a:r>
              <a:rPr/>
              <a:t> Darśana (Workshop)</a:t>
            </a:r>
          </a:p>
          <a:p>
            <a:pPr lvl="0" indent="0" marL="0">
              <a:buNone/>
            </a:pPr>
            <a:r>
              <a:rPr/>
              <a:t>Patañjali’s eight limbs and safe āsana practice.</a:t>
            </a:r>
          </a:p>
          <a:p>
            <a:pPr lvl="0" indent="0" marL="1270000">
              <a:buNone/>
            </a:pPr>
            <a:r>
              <a:rPr sz="2000" b="1"/>
              <a:t>Darśana note.</a:t>
            </a:r>
            <a:r>
              <a:rPr sz="2000"/>
              <a:t> This workshop condenses Module 8’s full 10-day arc into one hour. For the deeper version — daily lesson plans, quizzes, assessments, slide decks — switch to </a:t>
            </a:r>
            <a:r>
              <a:rPr sz="2000" b="1">
                <a:hlinkClick r:id="rId2"/>
              </a:rPr>
              <a:t>Adhyayana</a:t>
            </a:r>
            <a:r>
              <a:rPr sz="2000"/>
              <a:t> (the Full Course path).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Opening hook · 5 min</a:t>
            </a:r>
          </a:p>
          <a:p>
            <a:pPr lvl="0" indent="0" marL="0">
              <a:buNone/>
            </a:pPr>
            <a:r>
              <a:rPr/>
              <a:t>Ask: </a:t>
            </a:r>
            <a:r>
              <a:rPr i="1"/>
              <a:t>“What do you think yoga is?”</a:t>
            </a:r>
            <a:r>
              <a:rPr/>
              <a:t> (Likely answer: stretching.) Project Patañjali’s definition: </a:t>
            </a:r>
            <a:r>
              <a:rPr i="1"/>
              <a:t>“Yogaḥ citta-vṛtti-nirodhaḥ”</a:t>
            </a:r>
            <a:r>
              <a:rPr/>
              <a:t> — Yoga is the stilling of the mind’s fluctuations. (Yogasūtra 1.2). </a:t>
            </a:r>
            <a:r>
              <a:rPr i="1"/>
              <a:t>“Stretching is one of EIGHT limbs of yoga. Today we map all eight.”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Core idea · 15 min</a:t>
            </a:r>
          </a:p>
          <a:p>
            <a:pPr lvl="0" indent="0" marL="0">
              <a:buNone/>
            </a:pPr>
            <a:r>
              <a:rPr b="1"/>
              <a:t>Patañjali’s eight limbs of yoga: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6300"/>
                <a:gridCol w="14605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Sanskrit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 translation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Ethical restraints (5: non-violence, truthfulness, non-stealing, sexual restraint, non-greed)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Niyama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Personal observances (5: purity, contentment, austerity, study, surrender)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Āsana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Prāṇāyāma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Breath regulation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Pratyāhāra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Withdrawal of senses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Dhāraṇā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Concentration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Dhyāna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Samādhi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Absorbed awareness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Modern yoga in the West = mostly limbs 3 + 4. The full system is much wider.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Demonstration · 10 min</a:t>
            </a:r>
          </a:p>
          <a:p>
            <a:pPr lvl="0" indent="0" marL="0">
              <a:buNone/>
            </a:pPr>
            <a:r>
              <a:rPr b="1"/>
              <a:t>Eight-limb tasting.</a:t>
            </a:r>
            <a:r>
              <a:rPr/>
              <a:t> Brief experience of each limb: 1 minute of </a:t>
            </a:r>
            <a:r>
              <a:rPr i="1"/>
              <a:t>ahiṁsā</a:t>
            </a:r>
            <a:r>
              <a:rPr/>
              <a:t> (mental check: anyone you’re angry at?), 1 minute of </a:t>
            </a:r>
            <a:r>
              <a:rPr i="1"/>
              <a:t>santoṣa</a:t>
            </a:r>
            <a:r>
              <a:rPr/>
              <a:t> (gratitude breath), 2 minutes of </a:t>
            </a:r>
            <a:r>
              <a:rPr i="1"/>
              <a:t>āsana</a:t>
            </a:r>
            <a:r>
              <a:rPr/>
              <a:t> (one pose), 2 minutes of </a:t>
            </a:r>
            <a:r>
              <a:rPr i="1"/>
              <a:t>prāṇāyāma</a:t>
            </a:r>
            <a:r>
              <a:rPr/>
              <a:t> (alternate-nostril breathing), 1 minute of </a:t>
            </a:r>
            <a:r>
              <a:rPr i="1"/>
              <a:t>pratyāhāra</a:t>
            </a:r>
            <a:r>
              <a:rPr/>
              <a:t> (eyes closed), 1 minute of </a:t>
            </a:r>
            <a:r>
              <a:rPr i="1"/>
              <a:t>dhyāna</a:t>
            </a:r>
            <a:r>
              <a:rPr/>
              <a:t> (silent sit).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moment · 5 min</a:t>
            </a:r>
          </a:p>
          <a:p>
            <a:pPr lvl="0" indent="0" marL="0">
              <a:buNone/>
            </a:pPr>
            <a:r>
              <a:rPr/>
              <a:t>Paraphrase Yogasūtra 1.2: </a:t>
            </a:r>
            <a:r>
              <a:rPr i="1"/>
              <a:t>“Yogaḥ citta-vṛtti-nirodhaḥ”</a:t>
            </a:r>
            <a:r>
              <a:rPr/>
              <a:t> — “Yoga is the stilling of the mind’s fluctuations.” The whole system is in service of mental clarity.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Hands-on activity · 15 min</a:t>
            </a:r>
          </a:p>
          <a:p>
            <a:pPr lvl="0" indent="0" marL="0">
              <a:buNone/>
            </a:pPr>
            <a:r>
              <a:rPr b="1"/>
              <a:t>Eight-limb personal mapping.</a:t>
            </a:r>
            <a:r>
              <a:rPr/>
              <a:t> Each student picks ONE limb they want to practice for one week, with one daily action. Pair-share.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Reflection + take-home · 10 min</a:t>
            </a:r>
          </a:p>
          <a:p>
            <a:pPr lvl="0" indent="0" marL="0">
              <a:buNone/>
            </a:pPr>
            <a:r>
              <a:rPr i="1"/>
              <a:t>“Modern yoga focuses on āsana. What’s lost by ignoring the other 7 limbs? What might you incorporate?”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Go deeper into Adhyayana</a:t>
            </a:r>
          </a:p>
          <a:p>
            <a:pPr lvl="0" indent="0" marL="0">
              <a:buNone/>
            </a:pPr>
            <a:r>
              <a:rPr/>
              <a:t>The 10 days you’re skipping if you only do this workshop:</a:t>
            </a:r>
          </a:p>
          <a:p>
            <a:pPr lvl="0"/>
            <a:r>
              <a:rPr b="1"/>
              <a:t>Day 01</a:t>
            </a:r>
            <a:r>
              <a:rPr/>
              <a:t> — Yoga in your life — what is it really?</a:t>
            </a:r>
          </a:p>
          <a:p>
            <a:pPr lvl="0"/>
            <a:r>
              <a:rPr b="1"/>
              <a:t>Day 02</a:t>
            </a:r>
            <a:r>
              <a:rPr/>
              <a:t> — Yamas — five ethical restraints</a:t>
            </a:r>
          </a:p>
          <a:p>
            <a:pPr lvl="0"/>
            <a:r>
              <a:rPr b="1"/>
              <a:t>Day 03</a:t>
            </a:r>
            <a:r>
              <a:rPr/>
              <a:t> — Niyamas — five personal observances</a:t>
            </a:r>
          </a:p>
          <a:p>
            <a:pPr lvl="0"/>
            <a:r>
              <a:rPr b="1"/>
              <a:t>Day 04</a:t>
            </a:r>
            <a:r>
              <a:rPr/>
              <a:t> — Āsana — what Patañjali actually said</a:t>
            </a:r>
          </a:p>
          <a:p>
            <a:pPr lvl="0"/>
            <a:r>
              <a:rPr b="1"/>
              <a:t>Day 05</a:t>
            </a:r>
            <a:r>
              <a:rPr/>
              <a:t> — Prāṇāyāma — breath physiology</a:t>
            </a:r>
          </a:p>
          <a:p>
            <a:pPr lvl="0"/>
            <a:r>
              <a:rPr b="1"/>
              <a:t>Day 06</a:t>
            </a:r>
            <a:r>
              <a:rPr/>
              <a:t> — Pratyāhāra and Dhāraṇā — turning inward, focusing</a:t>
            </a:r>
          </a:p>
          <a:p>
            <a:pPr lvl="0"/>
            <a:r>
              <a:rPr b="1"/>
              <a:t>Day 07</a:t>
            </a:r>
            <a:r>
              <a:rPr/>
              <a:t> — Dhyāna — meditation as method</a:t>
            </a:r>
          </a:p>
          <a:p>
            <a:pPr lvl="0"/>
            <a:r>
              <a:rPr b="1"/>
              <a:t>Day 08</a:t>
            </a:r>
            <a:r>
              <a:rPr/>
              <a:t> — Samādhi — the goal</a:t>
            </a:r>
          </a:p>
          <a:p>
            <a:pPr lvl="0"/>
            <a:r>
              <a:rPr b="1"/>
              <a:t>Day 09</a:t>
            </a:r>
            <a:r>
              <a:rPr/>
              <a:t> — Modern yoga — what changed, what stayed</a:t>
            </a:r>
          </a:p>
          <a:p>
            <a:pPr lvl="0"/>
            <a:r>
              <a:rPr b="1"/>
              <a:t>Day 10</a:t>
            </a:r>
            <a:r>
              <a:rPr/>
              <a:t> — Personal practice plan + share</a:t>
            </a:r>
          </a:p>
          <a:p>
            <a:pPr lvl="0" indent="0" marL="0">
              <a:buNone/>
            </a:pPr>
            <a:r>
              <a:rPr/>
              <a:t>→ </a:t>
            </a:r>
            <a:r>
              <a:rPr b="1">
                <a:hlinkClick r:id="rId2"/>
              </a:rPr>
              <a:t>Open the Adhyayana track for this module</a:t>
            </a:r>
            <a:r>
              <a:rPr/>
              <a:t> to access all 10 days, the 4-audience PDFs, the slide deck, the quizzes, and the project rubric.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module-08-yoga - Darshana (60-min workshop)</dc:title>
  <dc:creator>IKS Curriculum - middle band</dc:creator>
  <cp:keywords/>
  <dcterms:created xsi:type="dcterms:W3CDTF">2026-05-28T02:10:51Z</dcterms:created>
  <dcterms:modified xsi:type="dcterms:W3CDTF">2026-05-28T02:10:51Z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