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81508" y="1315938"/>
            <a:ext cx="258098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16727" y="1544389"/>
            <a:ext cx="2510546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186176" y="2331541"/>
            <a:ext cx="277149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and the Body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94694" y="2867323"/>
            <a:ext cx="3544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 you think yoga is?"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(Likely answer: stretching.) Project Patañjali's definition: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"Yogaḥ citta-vṛtti-nirodhaḥ"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Yoga is the stilling of the mind's fluctuations. (Yogasūtra 1.2).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"Stretching is one of EIGHT limbs of yoga. Today we map all eight."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Patañjali's eight limbs of yoga: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Limb · Sanskrit · Modern translation.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198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Yama · Ethical restraints (5: non-violence, truthfulness, non-stealing, sexual restraint, non-greed)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Niyama · Personal observances (5: purity, contentment, austerity, study, surrender)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Āsana · Posture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Prāṇāyāma · Breath regulation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Pratyāhāra · Withdrawal of senses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Dhāraṇā · Concentration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Dhyāna · Meditation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Samādhi · Absorbed awareness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353972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yoga in the West = mostly limbs 3 + 4. The full system is much wider.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Eight-limb tasting.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Brief experience of each limb: 1 minute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ahiṁsā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(mental check: anyone you're angry at?), 1 minute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(gratitude breath), 2 minutes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(one pose), 2 minutes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prāṇāyāma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(alternate-nostril breathing), 1 minute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pratyāhāra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(eyes closed), 1 minute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dhyāna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(silent sit).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Yogasūtra 1.2: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"Yogaḥ citta-vṛtti-nirodhaḥ"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"Yoga is the stilling of the mind's fluctuations." The whole system is in service of mental clarity.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Eight-limb personal mapping.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student picks ONE limb they want to practice for one week, with one daily action. Pair-share.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"Modern yoga focuses on āsana. What's lost by ignoring the other 7 limbs? What might you incorporate?"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Yoga in your life — what is it really?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Yamas — five ethical restraints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Niyamas — five personal observances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Āsana — what Patañjali actually said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Prāṇāyāma — breath physiology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Pratyāhāra and Dhāraṇā — turning inward, focusing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Dhyāna — meditation as method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Samādhi — the goal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Modern yoga — what changed, what stayed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Personal practice plan + share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08 — Yoga — Middle</dc:title>
  <dc:subject>PptxGenJS Presentation</dc:subject>
  <dc:creator>IKS Curriculum</dc:creator>
  <cp:lastModifiedBy>IKS Curriculum</cp:lastModifiedBy>
  <cp:revision>1</cp:revision>
  <dcterms:created xsi:type="dcterms:W3CDTF">2026-05-28T02:30:17Z</dcterms:created>
  <dcterms:modified xsi:type="dcterms:W3CDTF">2026-05-28T02:30:17Z</dcterms:modified>
</cp:coreProperties>
</file>