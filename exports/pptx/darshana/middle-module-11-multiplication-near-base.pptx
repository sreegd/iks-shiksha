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module-11-multiplication-near-base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11 — Multiplication Near a Power of 10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Nikhilam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Fast multiplication when numbers are near 10, 100, or 1000.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11’s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97 × 96 = ? </a:t>
            </a:r>
            <a:r>
              <a:rPr i="1"/>
              <a:t>“Hard to do in your head — usually. But there’s a trick: cross-subtract and multiply deficits. 97 × 96 = 9312. Today’s method: Nikhilam for multiplication.”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Nikhilam multiplication for numbers near a power of 10:</a:t>
            </a:r>
          </a:p>
          <a:p>
            <a:pPr lvl="0" indent="0" marL="0">
              <a:buNone/>
            </a:pPr>
            <a:r>
              <a:rPr/>
              <a:t>For (B − a)(B − b), where B is a power of 10: 1. Compute deficits: a, b. 2. Cross-subtract: (B − a) − b OR (B − b) − a (same answer). 3. Multiply deficits: a × b. 4. Result: [cross-subtract] [multiply], with appropriate padding.</a:t>
            </a:r>
          </a:p>
          <a:p>
            <a:pPr lvl="0" indent="0" marL="0">
              <a:buNone/>
            </a:pPr>
            <a:r>
              <a:rPr/>
              <a:t>Example: 97 × 96. - Deficits: 3, 4. - Cross-subtract: 97 − 4 = 93. Or 96 − 3 = 93. - Multiply deficits: 3 × 4 = 12. - Answer: 9312.</a:t>
            </a:r>
          </a:p>
          <a:p>
            <a:pPr lvl="0" indent="0" marL="0">
              <a:buNone/>
            </a:pPr>
            <a:r>
              <a:rPr b="1"/>
              <a:t>Numbers above base:</a:t>
            </a:r>
            <a:r>
              <a:rPr/>
              <a:t> 103 × 104 — excesses 3, 4; cross-add → 107; multiply → 12; answer 10712.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Live speed: 5 problems near 100 (e.g., 96 × 93, 88 × 89). Each student solves mentally. Time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Tirthaji 1965, Sūtra 2 (same as Module 9, applied to multiplication): </a:t>
            </a:r>
            <a:r>
              <a:rPr i="1"/>
              <a:t>“Nikhilaṁ — all from 9, last from 10 — gives the deficits, which then drive the multiplication.”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Mental-math sprint.</a:t>
            </a:r>
            <a:r>
              <a:rPr/>
              <a:t> 15 problems of near-100 multiplication. Each student records time + accuracy. Pair-share strategies.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“For what % of multiplication problems would Nikhilam help? When does it NOT help?”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Finger-trick prelude</a:t>
            </a:r>
          </a:p>
          <a:p>
            <a:pPr lvl="0"/>
            <a:r>
              <a:rPr b="1"/>
              <a:t>Day 02</a:t>
            </a:r>
            <a:r>
              <a:rPr/>
              <a:t> — 97 × 96 — two below base</a:t>
            </a:r>
          </a:p>
          <a:p>
            <a:pPr lvl="0"/>
            <a:r>
              <a:rPr b="1"/>
              <a:t>Day 03</a:t>
            </a:r>
            <a:r>
              <a:rPr/>
              <a:t> — 103 × 104 — two above base</a:t>
            </a:r>
          </a:p>
          <a:p>
            <a:pPr lvl="0"/>
            <a:r>
              <a:rPr b="1"/>
              <a:t>Day 04</a:t>
            </a:r>
            <a:r>
              <a:rPr/>
              <a:t> — Mixed cases</a:t>
            </a:r>
          </a:p>
          <a:p>
            <a:pPr lvl="0"/>
            <a:r>
              <a:rPr b="1"/>
              <a:t>Day 05</a:t>
            </a:r>
            <a:r>
              <a:rPr/>
              <a:t> — 3-digit near 1000</a:t>
            </a:r>
          </a:p>
          <a:p>
            <a:pPr lvl="0"/>
            <a:r>
              <a:rPr b="1"/>
              <a:t>Day 06</a:t>
            </a:r>
            <a:r>
              <a:rPr/>
              <a:t> — Algebra proof</a:t>
            </a:r>
          </a:p>
          <a:p>
            <a:pPr lvl="0"/>
            <a:r>
              <a:rPr b="1"/>
              <a:t>Day 07</a:t>
            </a:r>
            <a:r>
              <a:rPr/>
              <a:t> — When to use</a:t>
            </a:r>
          </a:p>
          <a:p>
            <a:pPr lvl="0"/>
            <a:r>
              <a:rPr b="1"/>
              <a:t>Day 08</a:t>
            </a:r>
            <a:r>
              <a:rPr/>
              <a:t> — Speed sprints</a:t>
            </a:r>
          </a:p>
          <a:p>
            <a:pPr lvl="0"/>
            <a:r>
              <a:rPr b="1"/>
              <a:t>Day 09</a:t>
            </a:r>
            <a:r>
              <a:rPr/>
              <a:t> — Mixed practice — combining ×11 and Nikhilam</a:t>
            </a:r>
          </a:p>
          <a:p>
            <a:pPr lvl="0"/>
            <a:r>
              <a:rPr b="1"/>
              <a:t>Day 10</a:t>
            </a:r>
            <a:r>
              <a:rPr/>
              <a:t> — Final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module-11-multiplication-near-base - Darshana (60-min workshop)</dc:title>
  <dc:creator>IKS Curriculum - middle band</dc:creator>
  <cp:keywords/>
  <dcterms:created xsi:type="dcterms:W3CDTF">2026-05-28T02:10:54Z</dcterms:created>
  <dcterms:modified xsi:type="dcterms:W3CDTF">2026-05-28T02:10:54Z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