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78992" y="1315938"/>
            <a:ext cx="4585868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E44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238094" y="1544389"/>
            <a:ext cx="2667664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00"/>
              </a:lnSpc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11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2069198" y="2331541"/>
            <a:ext cx="5005456" cy="396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26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Multiplication Near a Power of 10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274007" y="2867323"/>
            <a:ext cx="59598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49338" y="3499693"/>
            <a:ext cx="1045175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spcBef>
                <a:spcPts val="30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5A6B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Opening hook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97 × 96 = ?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"Hard to do in your head — usually. But there's a trick: cross-subtract and multiply deficits. 97 × 96 = 9312. Today's method: Nikhilam for multiplication."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idea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Nikhilam multiplication for numbers near a power of 10: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16041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(B − a)(B − b), where B is a power of 10: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34901" y="146253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deficits: a,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Cross-subtract: (B − a) − b OR (B − b) − a (same answer).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deficits: a × b.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[cross-subtract] [multiply], with appropriate padding.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2564606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Example: 97 × 96.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34901" y="2866727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Deficits: 3, 4.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Cross-subtract: 97 − 4 = 93. Or 96 − 3 = 93.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Multiply deficits: 3 × 4 = 12.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Answer: 9312.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301" y="3968800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above base: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103 × 104 — excesses 3, 4; cross-add → 107; multiply → 12; answer 10712.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Demonstration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speed: 5 problems near 100 (e.g., 96 × 93, 88 × 89). Each student solves mentally. Time it.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moment · 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Paraphrase Tirthaji 1965, Sūtra 2 (same as Module 9, applied to multiplication):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"Nikhilaṁ — all from 9, last from 10 — gives the deficits, which then drive the multiplication."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Hands-on activity · 15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Mental-math sprint.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15 problems of near-100 multiplication. Each student records time + accuracy. Pair-share strategies.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Reflection + take-home · 10 min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"For what % of multiplication problems would Nikhilam help? When does it NOT help?"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 deeper into Adhyayana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10-day version of this module: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47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01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Finger-trick prelude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02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97 × 96 — two below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03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103 × 104 — two above base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04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Mixed cases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05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3-digit near 1000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06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Algebra proof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07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When to use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08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Speed sprints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09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Mixed practice — combining ×11 and Nikhilam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10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Final assessment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Module 11 — Multiplication Near Base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11 — Multiplication Near Base — Middle</dc:title>
  <dc:subject>PptxGenJS Presentation</dc:subject>
  <dc:creator>IKS Curriculum</dc:creator>
  <cp:lastModifiedBy>IKS Curriculum</cp:lastModifiedBy>
  <cp:revision>1</cp:revision>
  <dcterms:created xsi:type="dcterms:W3CDTF">2026-05-28T02:30:30Z</dcterms:created>
  <dcterms:modified xsi:type="dcterms:W3CDTF">2026-05-28T02:30:30Z</dcterms:modified>
</cp:coreProperties>
</file>