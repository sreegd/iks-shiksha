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276866" y="1315938"/>
            <a:ext cx="4590118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9979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MODULE 09 — SUBTRACTION NIKHILAM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528495" y="1544389"/>
            <a:ext cx="2087011" cy="584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600"/>
              </a:lnSpc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Module 9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2907158" y="2331541"/>
            <a:ext cx="3329684" cy="396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12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26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Subtraction by Nikhilam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3276043" y="2867323"/>
            <a:ext cx="2591913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Nikhilaṁ Navataścaramaṁ Daśataḥ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28844" y="3499693"/>
            <a:ext cx="1086163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0"/>
              </a:lnSpc>
              <a:spcBef>
                <a:spcPts val="30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5C5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Opening hook · 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Project: 10000 − 1547. Long subtraction takes ~30 seconds.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"Nikhilam takes ~5 seconds. Today: the method + its bridge to TWO'S COMPLEMENT in modern computing."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Module 09 — Subtraction Nikhilam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idea · 15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Nikhilam complement method (Tirthaji, 1965, Sūtra 2).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B − N (where B is 10ⁿ):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462534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Identity: B − N = (B − 1) − N + 1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Procedure: "all from 9" gives (B − 1) − N digit-wise (no borrows because every digit of (B − 1) is 9)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"+1" gives the last-digit-from-10 correction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32082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Modern parallel: two's complement in binary computing.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61029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 compute A − B in binary, computers don't have a subtraction circuit. Instead: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2912418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Invert (one's complement) every bit of B.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1 (two's complement).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A.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377070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identity, in base 2.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Nikhilam = two's complement, in base 10.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principle is the same.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6301" y="4060180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is a genuine insight, not a forced parallel.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Module 09 — Subtraction Nikhilam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Demonstration · 10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Binary bridge.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 the board, compute 9 − 5 in binary using two's complement. Then compute 10 − 7 in decimal using Nikhilam. Highlight: same identity, two bases.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Module 09 — Subtraction Nikhilam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Source moment · 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Quoted reference.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Tirthaji,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Vedic Mathematics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(1965), Sūtra 2: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73063"/>
            <a:ext cx="8331398" cy="611981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4876" y="1173063"/>
            <a:ext cx="0" cy="611981"/>
          </a:xfrm>
          <a:prstGeom prst="line">
            <a:avLst/>
          </a:prstGeom>
          <a:noFill/>
          <a:ln w="57150">
            <a:solidFill>
              <a:srgbClr val="99792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2051" y="136356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Nikhilaṁ Navataścaramaṁ Daśataḥ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06301" y="187389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"All-from-nine and last-from-ten."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2163366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sūtra name is Sanskrit. The technique it labels is the decimal complement, which is well-attested across pre-modern arithmetic traditions (Chinese, Arabic, European). Tirthaji's contribution: organising under Sanskrit sūtra-names.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Module 09 — Subtraction Nikhilam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Hands-on activity · 15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Computer-subtraction explainer poster.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designs a poster showing: (a) Nikhilam decimal subtraction with one example, (b) two's complement binary subtraction with the same number in binary. Display side-by-side.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Module 09 — Subtraction Nikhilam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Reflection + take-home · 10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"Argue: which deserves more curriculum time — the Nikhilam method or its connection to two's complement computer arithmetic? Defend your answer."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Module 09 — Subtraction Nikhilam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Go deeper into Adhyayana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full 10-day version of this module: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475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The sūtra — all from 9, last from 10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Complement to 1000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Subtract from a power of 10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General subtraction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The algebra — why it works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Bar model proof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07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Two's complement in binary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08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Speed practice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Mixed practice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Final assessment + computer-subtraction poster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Module 09 — Subtraction Nikhilam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09 — Subtraction Nikhilam — Senior</dc:title>
  <dc:subject>PptxGenJS Presentation</dc:subject>
  <dc:creator>IKS Curriculum</dc:creator>
  <cp:lastModifiedBy>IKS Curriculum</cp:lastModifiedBy>
  <cp:revision>1</cp:revision>
  <dcterms:created xsi:type="dcterms:W3CDTF">2026-05-28T02:31:27Z</dcterms:created>
  <dcterms:modified xsi:type="dcterms:W3CDTF">2026-05-28T02:31:27Z</dcterms:modified>
</cp:coreProperties>
</file>