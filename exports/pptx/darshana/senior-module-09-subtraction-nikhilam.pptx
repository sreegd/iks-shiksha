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module-09-subtraction-nikhilam - Darshana (60-min workshop)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IKS Curriculum - senior band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Module 9 — Subtraction by Nikhilam (Darśana)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Sanskrit:</a:t>
            </a:r>
            <a:r>
              <a:rPr/>
              <a:t> </a:t>
            </a:r>
            <a:r>
              <a:rPr i="1"/>
              <a:t>Nikhilaṁ Navataścaramaṁ Daśataḥ</a:t>
            </a:r>
            <a:r>
              <a:rPr/>
              <a:t> · </a:t>
            </a:r>
            <a:r>
              <a:rPr b="1"/>
              <a:t>Band:</a:t>
            </a:r>
            <a:r>
              <a:rPr/>
              <a:t> Senior (9-12) · </a:t>
            </a:r>
            <a:r>
              <a:rPr b="1"/>
              <a:t>Duration:</a:t>
            </a:r>
            <a:r>
              <a:rPr/>
              <a:t> 60 min · </a:t>
            </a:r>
            <a:r>
              <a:rPr b="1"/>
              <a:t>Path:</a:t>
            </a:r>
            <a:r>
              <a:rPr/>
              <a:t> Darśana (Workshop)</a:t>
            </a:r>
          </a:p>
          <a:p>
            <a:pPr lvl="0" indent="0" marL="0">
              <a:buNone/>
            </a:pPr>
            <a:r>
              <a:rPr/>
              <a:t>“All from 9, last from 10” — a complement method for subtraction.</a:t>
            </a:r>
          </a:p>
          <a:p>
            <a:pPr lvl="0" indent="0" marL="1270000">
              <a:buNone/>
            </a:pPr>
            <a:r>
              <a:rPr sz="2000" b="1"/>
              <a:t>Darśana note.</a:t>
            </a:r>
            <a:r>
              <a:rPr sz="2000"/>
              <a:t> This workshop condenses Module 9’s full 10-day arc into one hour. For the deeper version — daily lesson plans, quizzes, assessments, slide decks — switch to </a:t>
            </a:r>
            <a:r>
              <a:rPr sz="2000" b="1">
                <a:hlinkClick r:id="rId2"/>
              </a:rPr>
              <a:t>Adhyayana</a:t>
            </a:r>
            <a:r>
              <a:rPr sz="2000"/>
              <a:t> (the Full Course path).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Opening hook · 5 min</a:t>
            </a:r>
          </a:p>
          <a:p>
            <a:pPr lvl="0" indent="0" marL="0">
              <a:buNone/>
            </a:pPr>
            <a:r>
              <a:rPr/>
              <a:t>Project: 10000 − 1547. Long subtraction takes ~30 seconds. </a:t>
            </a:r>
            <a:r>
              <a:rPr i="1"/>
              <a:t>“Nikhilam takes ~5 seconds. Today: the method + its bridge to TWO’S COMPLEMENT in modern computing.”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Core idea · 15 min</a:t>
            </a:r>
          </a:p>
          <a:p>
            <a:pPr lvl="0" indent="0" marL="0">
              <a:buNone/>
            </a:pPr>
            <a:r>
              <a:rPr b="1"/>
              <a:t>Nikhilam complement method (Tirthaji, 1965, Sūtra 2).</a:t>
            </a:r>
          </a:p>
          <a:p>
            <a:pPr lvl="0" indent="0" marL="0">
              <a:buNone/>
            </a:pPr>
            <a:r>
              <a:rPr/>
              <a:t>For B − N (where B is 10ⁿ): - Identity: B − N = (B − 1) − N + 1 - Procedure: “all from 9” gives (B − 1) − N digit-wise (no borrows because every digit of (B − 1) is 9) - “+1” gives the last-digit-from-10 correction</a:t>
            </a:r>
          </a:p>
          <a:p>
            <a:pPr lvl="0" indent="0" marL="0">
              <a:buNone/>
            </a:pPr>
            <a:r>
              <a:rPr b="1"/>
              <a:t>Modern parallel: two’s complement in binary computing.</a:t>
            </a:r>
          </a:p>
          <a:p>
            <a:pPr lvl="0" indent="0" marL="0">
              <a:buNone/>
            </a:pPr>
            <a:r>
              <a:rPr/>
              <a:t>To compute A − B in binary, computers don’t have a subtraction circuit. Instead: 1. Invert (one’s complement) every bit of B. 2. Add 1 (two’s complement). 3. Add A.</a:t>
            </a:r>
          </a:p>
          <a:p>
            <a:pPr lvl="0" indent="0" marL="0">
              <a:buNone/>
            </a:pPr>
            <a:r>
              <a:rPr/>
              <a:t>Same identity, in base 2. </a:t>
            </a:r>
            <a:r>
              <a:rPr b="1"/>
              <a:t>Nikhilam = two’s complement, in base 10.</a:t>
            </a:r>
            <a:r>
              <a:rPr/>
              <a:t> The principle is the same.</a:t>
            </a:r>
          </a:p>
          <a:p>
            <a:pPr lvl="0" indent="0" marL="0">
              <a:buNone/>
            </a:pPr>
            <a:r>
              <a:rPr/>
              <a:t>This is a genuine insight, not a forced parallel.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Demonstration · 10 min</a:t>
            </a:r>
          </a:p>
          <a:p>
            <a:pPr lvl="0" indent="0" marL="0">
              <a:buNone/>
            </a:pPr>
            <a:r>
              <a:rPr b="1"/>
              <a:t>Binary bridge.</a:t>
            </a:r>
            <a:r>
              <a:rPr/>
              <a:t> On the board, compute 9 − 5 in binary using two’s complement. Then compute 10 − 7 in decimal using Nikhilam. Highlight: same identity, two bases.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Source moment · 5 min</a:t>
            </a:r>
          </a:p>
          <a:p>
            <a:pPr lvl="0" indent="0" marL="0">
              <a:buNone/>
            </a:pPr>
            <a:r>
              <a:rPr b="1"/>
              <a:t>Quoted reference.</a:t>
            </a:r>
            <a:r>
              <a:rPr/>
              <a:t> Tirthaji, </a:t>
            </a:r>
            <a:r>
              <a:rPr i="1"/>
              <a:t>Vedic Mathematics</a:t>
            </a:r>
            <a:r>
              <a:rPr/>
              <a:t> (1965), Sūtra 2:</a:t>
            </a:r>
          </a:p>
          <a:p>
            <a:pPr lvl="0" indent="0" marL="1270000">
              <a:buNone/>
            </a:pPr>
            <a:r>
              <a:rPr sz="2000" i="1"/>
              <a:t>Nikhilaṁ Navataścaramaṁ Daśataḥ</a:t>
            </a:r>
          </a:p>
          <a:p>
            <a:pPr lvl="0" indent="0" marL="0">
              <a:buNone/>
            </a:pPr>
            <a:r>
              <a:rPr/>
              <a:t>“All-from-nine and last-from-ten.”</a:t>
            </a:r>
          </a:p>
          <a:p>
            <a:pPr lvl="0" indent="0" marL="0">
              <a:buNone/>
            </a:pPr>
            <a:r>
              <a:rPr/>
              <a:t>The sūtra name is Sanskrit. The technique it labels is the decimal complement, which is well-attested across pre-modern arithmetic traditions (Chinese, Arabic, European). Tirthaji’s contribution: organising under Sanskrit sūtra-names.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Hands-on activity · 15 min</a:t>
            </a:r>
          </a:p>
          <a:p>
            <a:pPr lvl="0" indent="0" marL="0">
              <a:buNone/>
            </a:pPr>
            <a:r>
              <a:rPr b="1"/>
              <a:t>Computer-subtraction explainer poster.</a:t>
            </a:r>
            <a:r>
              <a:rPr/>
              <a:t> Each student designs a poster showing: (a) Nikhilam decimal subtraction with one example, (b) two’s complement binary subtraction with the same number in binary. Display side-by-side.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Reflection + take-home · 10 min</a:t>
            </a:r>
          </a:p>
          <a:p>
            <a:pPr lvl="0" indent="0" marL="0">
              <a:buNone/>
            </a:pPr>
            <a:r>
              <a:rPr i="1"/>
              <a:t>“Argue: which deserves more curriculum time — the Nikhilam method or its connection to two’s complement computer arithmetic? Defend your answer.”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Go deeper into Adhyayana</a:t>
            </a:r>
          </a:p>
          <a:p>
            <a:pPr lvl="0" indent="0" marL="0">
              <a:buNone/>
            </a:pPr>
            <a:r>
              <a:rPr/>
              <a:t>The 10 days you’re skipping if you only do this workshop:</a:t>
            </a:r>
          </a:p>
          <a:p>
            <a:pPr lvl="0"/>
            <a:r>
              <a:rPr b="1"/>
              <a:t>Day 01</a:t>
            </a:r>
            <a:r>
              <a:rPr/>
              <a:t> — The sūtra — all from 9, last from 10</a:t>
            </a:r>
          </a:p>
          <a:p>
            <a:pPr lvl="0"/>
            <a:r>
              <a:rPr b="1"/>
              <a:t>Day 02</a:t>
            </a:r>
            <a:r>
              <a:rPr/>
              <a:t> — Complement to 1000</a:t>
            </a:r>
          </a:p>
          <a:p>
            <a:pPr lvl="0"/>
            <a:r>
              <a:rPr b="1"/>
              <a:t>Day 03</a:t>
            </a:r>
            <a:r>
              <a:rPr/>
              <a:t> — Subtract from a power of 10</a:t>
            </a:r>
          </a:p>
          <a:p>
            <a:pPr lvl="0"/>
            <a:r>
              <a:rPr b="1"/>
              <a:t>Day 04</a:t>
            </a:r>
            <a:r>
              <a:rPr/>
              <a:t> — General subtraction</a:t>
            </a:r>
          </a:p>
          <a:p>
            <a:pPr lvl="0"/>
            <a:r>
              <a:rPr b="1"/>
              <a:t>Day 05</a:t>
            </a:r>
            <a:r>
              <a:rPr/>
              <a:t> — The algebra — why it works</a:t>
            </a:r>
          </a:p>
          <a:p>
            <a:pPr lvl="0"/>
            <a:r>
              <a:rPr b="1"/>
              <a:t>Day 06</a:t>
            </a:r>
            <a:r>
              <a:rPr/>
              <a:t> — Bar model proof</a:t>
            </a:r>
          </a:p>
          <a:p>
            <a:pPr lvl="0"/>
            <a:r>
              <a:rPr b="1"/>
              <a:t>Day 07</a:t>
            </a:r>
            <a:r>
              <a:rPr/>
              <a:t> — Two’s complement in binary</a:t>
            </a:r>
          </a:p>
          <a:p>
            <a:pPr lvl="0"/>
            <a:r>
              <a:rPr b="1"/>
              <a:t>Day 08</a:t>
            </a:r>
            <a:r>
              <a:rPr/>
              <a:t> — Speed practice</a:t>
            </a:r>
          </a:p>
          <a:p>
            <a:pPr lvl="0"/>
            <a:r>
              <a:rPr b="1"/>
              <a:t>Day 09</a:t>
            </a:r>
            <a:r>
              <a:rPr/>
              <a:t> — Mixed practice</a:t>
            </a:r>
          </a:p>
          <a:p>
            <a:pPr lvl="0"/>
            <a:r>
              <a:rPr b="1"/>
              <a:t>Day 10</a:t>
            </a:r>
            <a:r>
              <a:rPr/>
              <a:t> — Final assessment + computer-subtraction poster</a:t>
            </a:r>
          </a:p>
          <a:p>
            <a:pPr lvl="0" indent="0" marL="0">
              <a:buNone/>
            </a:pPr>
            <a:r>
              <a:rPr/>
              <a:t>→ </a:t>
            </a:r>
            <a:r>
              <a:rPr b="1">
                <a:hlinkClick r:id="rId2"/>
              </a:rPr>
              <a:t>Open the Adhyayana track for this module</a:t>
            </a:r>
            <a:r>
              <a:rPr/>
              <a:t> to access all 10 days, the 4-audience PDFs, the slide deck, the quizzes, and the project rubric.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module-09-subtraction-nikhilam - Darshana (60-min workshop)</dc:title>
  <dc:creator>IKS Curriculum - senior band</dc:creator>
  <cp:keywords/>
  <dcterms:created xsi:type="dcterms:W3CDTF">2026-05-28T02:11:09Z</dcterms:created>
  <dcterms:modified xsi:type="dcterms:W3CDTF">2026-05-28T02:11:09Z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