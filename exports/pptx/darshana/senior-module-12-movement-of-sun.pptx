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567267" y="1315938"/>
            <a:ext cx="400946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979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98855" y="1544389"/>
            <a:ext cx="234614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108299" y="2331541"/>
            <a:ext cx="2927402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of the Sun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91577" y="2867323"/>
            <a:ext cx="76084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Sūrya-gati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8844" y="3499693"/>
            <a:ext cx="10861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C5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Project: (a) Earth's axial tilt diagram, (b) the 12 rāśis (sidereal zodiac), (c) the modern tropical zodiac.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"Three frameworks, two ancient and one modern. They drift apart over millennia. Today: why."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Earth-Sun astronomy + Indian framework.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axial tilt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(~23.4°) → annual variation of Sun's declination → seasons.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Indian tradition: starts at Dec solstice (modern view) OR Makara Saṅkrānti (~Jan 14, traditional view). The ~24-day gap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precession-of-equinoxes difference between sāyana (tropical) and nirayana (sidereal) reference frames.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115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Precession: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Earth's axis wobbles with ~26,000-year period. Discovered ~130 BCE by Hipparchus. Independently computed by Indian astronomers (Bhāskara II, ~1150 CE). Today's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~24°.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006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rāśis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sidereal zodiac, anchored to fixed stars. Tropical zodiac anchored to equinox. Drift apart by ~1° per 72 years.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7137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framing: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Indian framework (sidereal) and modern Western framework (tropical) are both valid astronomical conventions. They serve different purposes (Indian tradition: long-term star-anchored; modern: season-anchored).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Sidereal vs tropical comparison.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a sky-map app (Stellarium). Show where the Sun ACTUALLY is on March 21 vs where the tropical zodiac says Aries begins. Quantify the gap.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verse.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14.1: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bhānor varṣa-gatiḥ rāśi-dvādaśakaṁ kālaḥ sāyanam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Sun's annual motion is twelve rāśis — this is the sāyana (with-ayana) year."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technical precision: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specifies the reference frame. Indian astronomy distinguished sidereal and tropical conventions explicitly.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Precession project pitch.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researches one named historical observation of precession (Hipparchus 130 BCE, Bhāskara II 1150 CE, Newton 1687). Present: who? where? what did they observe?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is more useful in modern times — sāyana or nirayana? For which purpose? Defend with evidence."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Sun's yearly path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Axial tilt and seasons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Uttarāyaṇa and Dakṣiṇāyana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Equinoxes — viṣuva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12 rāśis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Saṅkrānti moments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Sāyana vs nirayana — the ayanāṁśa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Precession of equinoxes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Cross-cultural calendars — solar systems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Final share + personal calendar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12 — Movement Of Sun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12 — Movement Of Sun — Senior</dc:title>
  <dc:subject>PptxGenJS Presentation</dc:subject>
  <dc:creator>IKS Curriculum</dc:creator>
  <cp:lastModifiedBy>IKS Curriculum</cp:lastModifiedBy>
  <cp:revision>1</cp:revision>
  <dcterms:created xsi:type="dcterms:W3CDTF">2026-05-28T02:31:40Z</dcterms:created>
  <dcterms:modified xsi:type="dcterms:W3CDTF">2026-05-28T02:31:40Z</dcterms:modified>
</cp:coreProperties>
</file>