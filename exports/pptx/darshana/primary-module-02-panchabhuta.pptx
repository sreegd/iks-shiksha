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647420" y="1315938"/>
            <a:ext cx="3849160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E07A5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02 — PANCHABHUTA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329630" y="1544389"/>
            <a:ext cx="2484739" cy="584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00"/>
              </a:lnSpc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2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988436" y="2331541"/>
            <a:ext cx="5167128" cy="396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12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26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Panchabhūta — The Five Elements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117952" y="2867323"/>
            <a:ext cx="90809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Pañcabhūta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77990" y="3499693"/>
            <a:ext cx="1187872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Opening hook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Hold a glass of water.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can water do?"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(Flow, splash, freeze, evaporate.) Now an ice cube.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"Still water?"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(Yes — different form.)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"In India long ago, people said matter has FIVE basic forms — like five friends. Today we meet them."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02 — Panchabhuta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idea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Meet the five friends: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Pṛthvī (पृथ्वी)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Earth.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Solid stuff.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Rocks, mountains, bones.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Ap (अप्)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Water.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Liquid stuff.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Rivers, blood, juice.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Tejas (तेजस्)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Fire.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Warm stuff.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Sun, candles, body warmth.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Vāyu (वायु)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Air.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Moving stuff.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Wind, breath, the smell of food.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Ākāśa (आकाश)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Space.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Where everything fits.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The room, the sky, the gap between hands.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51891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Make a hand sign for each friend. Practice 3 times.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02 — Panchabhuta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Demonstration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Element walk.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Stand in a line. The teacher names one element; children mime it: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Pṛthvī → stand strong like a mountain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Ap → wave arms like water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Tejas → flicker like a flame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Vāyu → blow softly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Ākāśa → spread arms wide and breathe deep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51891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Repeat 3 times, faster each time. Cheer at the end.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02 — Panchabhuta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moment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Tell the story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Pañcabhūta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as five family members of Earth.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"They each have a job. Pṛthvī gives us food. Ap gives us drinks. Tejas warms us. Vāyu brings us smells and breath. Ākāśa makes room for everyone."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02 — Panchabhuta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activity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Five-friends drawing.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Each child folds a paper into 5 sections. In each section, draw something for that element (sun for tejas, balloon for vāyu, river for ap, mountain for pṛthvī, sky for ākāśa). Decorate. Share.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02 — Panchabhuta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+ take-home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names their favourite element and why. Group hug at the end (representing ākāśa connecting everyone).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02 — Panchabhuta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 deeper into Adhyayana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full 10-day version of this module: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47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Five friends — meeting the elements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Earth and water — solid and liquid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Five qualities, five senses (tanmātras)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Fire and air — energy and motion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Ākāśa — the fifth element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Modern parallels — states of matter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Pañcabhūta in Āyurveda — bridge to Module 4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Pañcabhūta in cuisine — six tastes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Pañcabhūta in nature — local examples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Synthesis project: build a pañcabhūta poster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02 — Panchabhuta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02 — Panchabhuta — Primary</dc:title>
  <dc:subject>PptxGenJS Presentation</dc:subject>
  <dc:creator>IKS Curriculum</dc:creator>
  <cp:lastModifiedBy>IKS Curriculum</cp:lastModifiedBy>
  <cp:revision>1</cp:revision>
  <dcterms:created xsi:type="dcterms:W3CDTF">2026-05-28T02:28:44Z</dcterms:created>
  <dcterms:modified xsi:type="dcterms:W3CDTF">2026-05-28T02:28:44Z</dcterms:modified>
</cp:coreProperties>
</file>