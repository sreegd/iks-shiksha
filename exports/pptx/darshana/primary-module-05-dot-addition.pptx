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631330" y="1315938"/>
            <a:ext cx="3881190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E07A5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05 — DOT ADDITION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336765" y="1544389"/>
            <a:ext cx="2470469" cy="584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600"/>
              </a:lnSpc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5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213260" y="2331541"/>
            <a:ext cx="4717331" cy="396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12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26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Bindu Paddhati — Dot Addition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984973" y="2867323"/>
            <a:ext cx="117390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Bindu Paddhati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977990" y="3499693"/>
            <a:ext cx="1187872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spcBef>
                <a:spcPts val="30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6E6E6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Opening hook · 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Write 8 + 7 on the board. Solve traditionally. Now do it with dots: 8 dots ●●●●●●●● + 7 dots ●●●●●●● = 15 dots ●●●●●●●●●●●●●●●.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"That's the idea. Today we use this trick for much bigger sums."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05 — Dot Addition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idea · 15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dot method: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when you add and get 10 or more, put a DOT next to the number above.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Example: 6 + 7 in a column. 6 7 → 6 + 7 = 13. Write 3, put a DOT.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4498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dot = 10. So at the end: count dots × 10, add the remainder.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7393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Practice: 8 + 9 in a column.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05 — Dot Addition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Demonstration · 10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On the board, do 7 + 8 with the dot. Then 9 + 6. Then 8 + 4 + 5. Children call out the dots together. Cheer for each correct answer.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05 — Dot Addition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 moment · 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Story of an Indian teacher in the 1960s who saw children struggling with long column addition and said: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 if we used a dot to mean ten?"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The trick spread to schools all over India.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05 — Dot Addition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Hands-on activity · 15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Practice worksheet: 8 column-addition problems using the dot method. Pairs check each other.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05 — Dot Addition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+ take-home · 10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shows one problem they solved with the dot method. Round of applause.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05 — Dot Addition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 deeper into Adhyayana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full 10-day version of this module: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475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Why mental arithmetic? The setup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Single-digit + single-digit with the dot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Two-digit column addition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Three- and four-digit columns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Speed practice — Bindu Paddhati vs traditional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Why it works — place value + carry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Honest history — Tirthaji 1965, Dani 1993 critique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Bridge to computer arithmetic — carry-save addition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Mixed problem set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Project — design your own mental-math poster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05 — Dot Addition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05 — Dot Addition — Primary</dc:title>
  <dc:subject>PptxGenJS Presentation</dc:subject>
  <dc:creator>IKS Curriculum</dc:creator>
  <cp:lastModifiedBy>IKS Curriculum</cp:lastModifiedBy>
  <cp:revision>1</cp:revision>
  <dcterms:created xsi:type="dcterms:W3CDTF">2026-05-28T02:28:57Z</dcterms:created>
  <dcterms:modified xsi:type="dcterms:W3CDTF">2026-05-28T02:28:57Z</dcterms:modified>
</cp:coreProperties>
</file>