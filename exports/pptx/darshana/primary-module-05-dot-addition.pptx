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module-05-dot-addition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primary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5 — Bindu Paddhati — Dot Addition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Bindu Paddhati</a:t>
            </a:r>
            <a:r>
              <a:rPr/>
              <a:t> · </a:t>
            </a:r>
            <a:r>
              <a:rPr b="1"/>
              <a:t>Band:</a:t>
            </a:r>
            <a:r>
              <a:rPr/>
              <a:t> Primary (3-5)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A 20th-century mental-arithmetic technique for column addition.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5’s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Write 8 + 7 on the board. Solve traditionally. Now do it with dots: 8 dots ●●●●●●●● + 7 dots ●●●●●●● = 15 dots ●●●●●●●●●●●●●●●. </a:t>
            </a:r>
            <a:r>
              <a:rPr i="1"/>
              <a:t>“That’s the idea. Today we use this trick for much bigger sums.”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The dot method:</a:t>
            </a:r>
            <a:r>
              <a:rPr/>
              <a:t> when you add and get 10 or more, put a DOT next to the number above.</a:t>
            </a:r>
          </a:p>
          <a:p>
            <a:pPr lvl="0" indent="0" marL="0">
              <a:buNone/>
            </a:pPr>
            <a:r>
              <a:rPr/>
              <a:t>Example: 6 + 7 in a column. 6 7 → 6 + 7 = 13. Write 3, put a DOT.</a:t>
            </a:r>
          </a:p>
          <a:p>
            <a:pPr lvl="0" indent="0" marL="0">
              <a:buNone/>
            </a:pPr>
            <a:r>
              <a:rPr/>
              <a:t>Each dot = 10. So at the end: count dots × 10, add the remainder.</a:t>
            </a:r>
          </a:p>
          <a:p>
            <a:pPr lvl="0" indent="0" marL="0">
              <a:buNone/>
            </a:pPr>
            <a:r>
              <a:rPr/>
              <a:t>Practice: 8 + 9 in a column.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/>
              <a:t>On the board, do 7 + 8 with the dot. Then 9 + 6. Then 8 + 4 + 5. Children call out the dots together. Cheer for each correct answer.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Story of an Indian teacher in the 1960s who saw children struggling with long column addition and said: </a:t>
            </a:r>
            <a:r>
              <a:rPr i="1"/>
              <a:t>“What if we used a dot to mean ten?”</a:t>
            </a:r>
            <a:r>
              <a:rPr/>
              <a:t> The trick spread to schools all over India.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/>
              <a:t>Practice worksheet: 8 column-addition problems using the dot method. Pairs check each other.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/>
              <a:t>Each child shows one problem they solved with the dot method. Round of applause.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Why mental arithmetic? The setup</a:t>
            </a:r>
          </a:p>
          <a:p>
            <a:pPr lvl="0"/>
            <a:r>
              <a:rPr b="1"/>
              <a:t>Day 02</a:t>
            </a:r>
            <a:r>
              <a:rPr/>
              <a:t> — Single-digit + single-digit with the dot</a:t>
            </a:r>
          </a:p>
          <a:p>
            <a:pPr lvl="0"/>
            <a:r>
              <a:rPr b="1"/>
              <a:t>Day 03</a:t>
            </a:r>
            <a:r>
              <a:rPr/>
              <a:t> — Two-digit column addition</a:t>
            </a:r>
          </a:p>
          <a:p>
            <a:pPr lvl="0"/>
            <a:r>
              <a:rPr b="1"/>
              <a:t>Day 04</a:t>
            </a:r>
            <a:r>
              <a:rPr/>
              <a:t> — Three- and four-digit columns</a:t>
            </a:r>
          </a:p>
          <a:p>
            <a:pPr lvl="0"/>
            <a:r>
              <a:rPr b="1"/>
              <a:t>Day 05</a:t>
            </a:r>
            <a:r>
              <a:rPr/>
              <a:t> — Speed practice — Bindu Paddhati vs traditional</a:t>
            </a:r>
          </a:p>
          <a:p>
            <a:pPr lvl="0"/>
            <a:r>
              <a:rPr b="1"/>
              <a:t>Day 06</a:t>
            </a:r>
            <a:r>
              <a:rPr/>
              <a:t> — Why it works — place value + carry</a:t>
            </a:r>
          </a:p>
          <a:p>
            <a:pPr lvl="0"/>
            <a:r>
              <a:rPr b="1"/>
              <a:t>Day 07</a:t>
            </a:r>
            <a:r>
              <a:rPr/>
              <a:t> — Honest history — Tirthaji 1965, Dani 1993 critique</a:t>
            </a:r>
          </a:p>
          <a:p>
            <a:pPr lvl="0"/>
            <a:r>
              <a:rPr b="1"/>
              <a:t>Day 08</a:t>
            </a:r>
            <a:r>
              <a:rPr/>
              <a:t> — Bridge to computer arithmetic — carry-save addition</a:t>
            </a:r>
          </a:p>
          <a:p>
            <a:pPr lvl="0"/>
            <a:r>
              <a:rPr b="1"/>
              <a:t>Day 09</a:t>
            </a:r>
            <a:r>
              <a:rPr/>
              <a:t> — Mixed problem set</a:t>
            </a:r>
          </a:p>
          <a:p>
            <a:pPr lvl="0"/>
            <a:r>
              <a:rPr b="1"/>
              <a:t>Day 10</a:t>
            </a:r>
            <a:r>
              <a:rPr/>
              <a:t> — Project — design your own mental-math poster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module-05-dot-addition - Darshana (60-min workshop)</dc:title>
  <dc:creator>IKS Curriculum - primary band</dc:creator>
  <cp:keywords/>
  <dcterms:created xsi:type="dcterms:W3CDTF">2026-05-28T02:10:31Z</dcterms:created>
  <dcterms:modified xsi:type="dcterms:W3CDTF">2026-05-28T02:10:31Z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