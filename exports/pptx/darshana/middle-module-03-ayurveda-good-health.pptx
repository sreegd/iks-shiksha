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0625" y="1315938"/>
            <a:ext cx="43026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0087" y="1544389"/>
            <a:ext cx="248367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552847" y="2331541"/>
            <a:ext cx="40381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Āyurveda and Good Health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43646" y="2867323"/>
            <a:ext cx="65670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Āyurveda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two side-by-side photos: (a) a modern busy office worker on a couch, (b) a person doing morning yoga at sunrise.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"Both are valid lives. But the second is closer to what Āyurveda recommends.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Brief discussion: rhythms, food, sleep, movement.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Āyurveda framework, three pillars: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Dinacarya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(daily routine) — sleep, wake, food times. Aligning with sun/circadian rhythm.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(diet)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ṣaḍ-rasa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(six tastes): sweet, sour, salty, pungent, bitter, astringent. Each meal should include several tastes; not just sweet.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(three constitutions)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(motion),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(transformation),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(structure). Everyone has all three; the ratio differs.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WELLNESS LENS, NOT DIAGNOSIS.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4427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parallel: circadian rhythm research (Nobel 2017, Hall/Rosbash/Young) validates dinacarya logic.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clock activity.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sketches their actual daily schedule (sleep, eat, school, exercise) on a circular 24-hour clock. Compare with the Āyurveda-recommended schedule. Identify 2 mismatches.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1.41: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purpose of this Āyurveda is to maintain the health of the healthy and to relieve the disorders of the diseased."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order matters — prevention first, treatment second.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Six-taste meal design.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design ONE meal that includes 4 of the 6 tastes. Use Indian ingredients. Present to class — explain which taste each ingredient brings.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about your daily routine you'd change after this lesson? Why? What might get in the way?"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is Āyurveda? Definition + scope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Tridoṣa — vāta, pitta,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Dinacarya — daily routine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Ahāra — food + the six tastes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Ṛtucarya — seasonal eating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Sleep, exercise, elimination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Caraka, Suśruta, Vāgbhaṭa — the three Āyurveda authors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Bridge to modern science — circadian, microbiome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Critical reading — Āyurveda claims vs evidence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Synthesis: personal wellness plan + class share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Ayurveda Good Health — Middle</dc:title>
  <dc:subject>PptxGenJS Presentation</dc:subject>
  <dc:creator>IKS Curriculum</dc:creator>
  <cp:lastModifiedBy>IKS Curriculum</cp:lastModifiedBy>
  <cp:revision>1</cp:revision>
  <dcterms:created xsi:type="dcterms:W3CDTF">2026-05-28T02:29:54Z</dcterms:created>
  <dcterms:modified xsi:type="dcterms:W3CDTF">2026-05-28T02:29:54Z</dcterms:modified>
</cp:coreProperties>
</file>