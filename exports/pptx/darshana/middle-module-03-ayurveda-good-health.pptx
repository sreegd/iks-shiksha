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module-03-ayurveda-good-health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3 — Āyurveda and Good Health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Āyurveda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science of life — daily routine, diet, and well-being.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3’s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two side-by-side photos: (a) a modern busy office worker on a couch, (b) a person doing morning yoga at sunrise. </a:t>
            </a:r>
            <a:r>
              <a:rPr i="1"/>
              <a:t>“Both are valid lives. But the second is closer to what Āyurveda recommends. Why?”</a:t>
            </a:r>
            <a:r>
              <a:rPr/>
              <a:t> Brief discussion: rhythms, food, sleep, movement.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Āyurveda framework, three pillars:</a:t>
            </a:r>
          </a:p>
          <a:p>
            <a:pPr lvl="0" indent="-342900" marL="342900">
              <a:buAutoNum type="arabicPeriod"/>
            </a:pPr>
            <a:r>
              <a:rPr b="1"/>
              <a:t>Dinacarya</a:t>
            </a:r>
            <a:r>
              <a:rPr/>
              <a:t> (daily routine) — sleep, wake, food times. Aligning with sun/circadian rhythm.</a:t>
            </a:r>
          </a:p>
          <a:p>
            <a:pPr lvl="0" indent="-342900" marL="342900">
              <a:buAutoNum type="arabicPeriod"/>
            </a:pPr>
            <a:r>
              <a:rPr b="1"/>
              <a:t>Ahāra</a:t>
            </a:r>
            <a:r>
              <a:rPr/>
              <a:t> (diet) — the </a:t>
            </a:r>
            <a:r>
              <a:rPr i="1"/>
              <a:t>ṣaḍ-rasa</a:t>
            </a:r>
            <a:r>
              <a:rPr/>
              <a:t> (six tastes): sweet, sour, salty, pungent, bitter, astringent. Each meal should include several tastes; not just sweet.</a:t>
            </a:r>
          </a:p>
          <a:p>
            <a:pPr lvl="0" indent="-342900" marL="342900">
              <a:buAutoNum type="arabicPeriod"/>
            </a:pPr>
            <a:r>
              <a:rPr b="1"/>
              <a:t>Tridoṣa</a:t>
            </a:r>
            <a:r>
              <a:rPr/>
              <a:t> (three constitutions) — </a:t>
            </a:r>
            <a:r>
              <a:rPr i="1"/>
              <a:t>vāta</a:t>
            </a:r>
            <a:r>
              <a:rPr/>
              <a:t> (motion), </a:t>
            </a:r>
            <a:r>
              <a:rPr i="1"/>
              <a:t>pitta</a:t>
            </a:r>
            <a:r>
              <a:rPr/>
              <a:t> (transformation), </a:t>
            </a:r>
            <a:r>
              <a:rPr i="1"/>
              <a:t>kapha</a:t>
            </a:r>
            <a:r>
              <a:rPr/>
              <a:t> (structure). Everyone has all three; the ratio differs. </a:t>
            </a:r>
            <a:r>
              <a:rPr b="1"/>
              <a:t>THIS IS A WELLNESS LENS, NOT DIAGNOSIS.</a:t>
            </a:r>
          </a:p>
          <a:p>
            <a:pPr lvl="0" indent="0" marL="0">
              <a:buNone/>
            </a:pPr>
            <a:r>
              <a:rPr/>
              <a:t>Modern parallel: circadian rhythm research (Nobel 2017, Hall/Rosbash/Young) validates dinacarya logic.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24-hour clock activity.</a:t>
            </a:r>
            <a:r>
              <a:rPr/>
              <a:t> Each student sketches their actual daily schedule (sleep, eat, school, exercise) on a circular 24-hour clock. Compare with the Āyurveda-recommended schedule. Identify 2 mismatches.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Caraka Saṁhitā, </a:t>
            </a:r>
            <a:r>
              <a:rPr i="1"/>
              <a:t>Sūtrasthāna</a:t>
            </a:r>
            <a:r>
              <a:rPr/>
              <a:t> 1.41: </a:t>
            </a:r>
            <a:r>
              <a:rPr i="1"/>
              <a:t>“The purpose of this Āyurveda is to maintain the health of the healthy and to relieve the disorders of the diseased.”</a:t>
            </a:r>
            <a:r>
              <a:rPr/>
              <a:t> The order matters — prevention first, treatment second.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Six-taste meal design.</a:t>
            </a:r>
            <a:r>
              <a:rPr/>
              <a:t> Pairs design ONE meal that includes 4 of the 6 tastes. Use Indian ingredients. Present to class — explain which taste each ingredient brings.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“What’s ONE thing about your daily routine you’d change after this lesson? Why? What might get in the way?”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What is Āyurveda? Definition + scope</a:t>
            </a:r>
          </a:p>
          <a:p>
            <a:pPr lvl="0"/>
            <a:r>
              <a:rPr b="1"/>
              <a:t>Day 02</a:t>
            </a:r>
            <a:r>
              <a:rPr/>
              <a:t> — Tridoṣa — vāta, pitta, kapha</a:t>
            </a:r>
          </a:p>
          <a:p>
            <a:pPr lvl="0"/>
            <a:r>
              <a:rPr b="1"/>
              <a:t>Day 03</a:t>
            </a:r>
            <a:r>
              <a:rPr/>
              <a:t> — Dinacarya — daily routine</a:t>
            </a:r>
          </a:p>
          <a:p>
            <a:pPr lvl="0"/>
            <a:r>
              <a:rPr b="1"/>
              <a:t>Day 04</a:t>
            </a:r>
            <a:r>
              <a:rPr/>
              <a:t> — Ahāra — food + the six tastes</a:t>
            </a:r>
          </a:p>
          <a:p>
            <a:pPr lvl="0"/>
            <a:r>
              <a:rPr b="1"/>
              <a:t>Day 05</a:t>
            </a:r>
            <a:r>
              <a:rPr/>
              <a:t> — Ṛtucarya — seasonal eating</a:t>
            </a:r>
          </a:p>
          <a:p>
            <a:pPr lvl="0"/>
            <a:r>
              <a:rPr b="1"/>
              <a:t>Day 06</a:t>
            </a:r>
            <a:r>
              <a:rPr/>
              <a:t> — Sleep, exercise, elimination</a:t>
            </a:r>
          </a:p>
          <a:p>
            <a:pPr lvl="0"/>
            <a:r>
              <a:rPr b="1"/>
              <a:t>Day 07</a:t>
            </a:r>
            <a:r>
              <a:rPr/>
              <a:t> — Caraka, Suśruta, Vāgbhaṭa — the three Āyurveda authors</a:t>
            </a:r>
          </a:p>
          <a:p>
            <a:pPr lvl="0"/>
            <a:r>
              <a:rPr b="1"/>
              <a:t>Day 08</a:t>
            </a:r>
            <a:r>
              <a:rPr/>
              <a:t> — Bridge to modern science — circadian, microbiome</a:t>
            </a:r>
          </a:p>
          <a:p>
            <a:pPr lvl="0"/>
            <a:r>
              <a:rPr b="1"/>
              <a:t>Day 09</a:t>
            </a:r>
            <a:r>
              <a:rPr/>
              <a:t> — Critical reading — Āyurveda claims vs evidence</a:t>
            </a:r>
          </a:p>
          <a:p>
            <a:pPr lvl="0"/>
            <a:r>
              <a:rPr b="1"/>
              <a:t>Day 10</a:t>
            </a:r>
            <a:r>
              <a:rPr/>
              <a:t> — Synthesis: personal wellness plan + class share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module-03-ayurveda-good-health - Darshana (60-min workshop)</dc:title>
  <dc:creator>IKS Curriculum - middle band</dc:creator>
  <cp:keywords/>
  <dcterms:created xsi:type="dcterms:W3CDTF">2026-05-28T02:10:45Z</dcterms:created>
  <dcterms:modified xsi:type="dcterms:W3CDTF">2026-05-28T02:10:45Z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