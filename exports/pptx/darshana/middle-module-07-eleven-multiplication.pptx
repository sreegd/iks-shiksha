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436565" y="1315938"/>
            <a:ext cx="4270721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E4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07 — ELEVEN MULTIPLICATION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348304" y="1544389"/>
            <a:ext cx="2447243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7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217143" y="2331541"/>
            <a:ext cx="2709714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2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26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×11 Multiplication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854723" y="2867323"/>
            <a:ext cx="143455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49338" y="3499693"/>
            <a:ext cx="1045175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5A6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Opening hook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87 × 11 mentally. Most students reach for long multiplication.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"Or — split, add, with carry. Today's lesson: ×11 mental method, with the carry case included."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07 — Eleven Multiplication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idea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×11 method: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(10a + b) × 11 = 100a + 10(a+b) + b.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1752005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the 2 digits: a _ b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them: a+b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 sum in the middle: a (a+b) b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61029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case: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a+b ≥ 10, carry the tens digit to the first slot.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291241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 × 11 = 8_(8+7)_7 = 8_15_7 → carry: (8+1) 5 7 = 957.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28314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3-digit × 11: abc → a (a+b) (b+c) c.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07 — Eleven Multiplication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Demonstration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speed race: every student solves 5 problems mentally. Time it. Average ~3 seconds per problem with practice. Compare with the long-multiplication time for the same problems.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07 — Eleven Multiplication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moment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Paraphrase Tirthaji 1965: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"Ekādhikena Pūrveṇa — 'by one more than the previous.' The sūtra-name for the ×11 (and related) methods."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07 — Eleven Multiplication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activity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Mental-math sprint.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student does 20 ×11 problems in 3 minutes. Best score wins.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07 — Eleven Multiplication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+ take-home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"When is ×11 mental method faster than the long method? When is it slower? Why?"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07 — Eleven Multiplication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 deeper into Adhyayana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10-day version of this module: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×11 hook — what is the trick?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carry case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Why it works — the algebra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3-digit ×11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Speed day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Anurūpyena extension to ×12-19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Limits of the method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Tirthaji 1965 and the historical claim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09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Mixed practice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Final assessment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Module 07 — Eleven Multiplication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07 — Eleven Multiplication — Middle</dc:title>
  <dc:subject>PptxGenJS Presentation</dc:subject>
  <dc:creator>IKS Curriculum</dc:creator>
  <cp:lastModifiedBy>IKS Curriculum</cp:lastModifiedBy>
  <cp:revision>1</cp:revision>
  <dcterms:created xsi:type="dcterms:W3CDTF">2026-05-28T02:30:12Z</dcterms:created>
  <dcterms:modified xsi:type="dcterms:W3CDTF">2026-05-28T02:30:12Z</dcterms:modified>
</cp:coreProperties>
</file>