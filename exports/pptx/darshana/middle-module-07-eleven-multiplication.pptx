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module-07-eleven-multiplication - Darshana (60-min workshop)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IKS Curriculum - middle band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 7 — ×11 Multiplication (Darśana)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Sanskrit:</a:t>
            </a:r>
            <a:r>
              <a:rPr/>
              <a:t> </a:t>
            </a:r>
            <a:r>
              <a:rPr i="1"/>
              <a:t>Ekādhikena Pūrveṇa</a:t>
            </a:r>
            <a:r>
              <a:rPr/>
              <a:t> · </a:t>
            </a:r>
            <a:r>
              <a:rPr b="1"/>
              <a:t>Band:</a:t>
            </a:r>
            <a:r>
              <a:rPr/>
              <a:t> Middle (6-8) · </a:t>
            </a:r>
            <a:r>
              <a:rPr b="1"/>
              <a:t>Duration:</a:t>
            </a:r>
            <a:r>
              <a:rPr/>
              <a:t> 60 min · </a:t>
            </a:r>
            <a:r>
              <a:rPr b="1"/>
              <a:t>Path:</a:t>
            </a:r>
            <a:r>
              <a:rPr/>
              <a:t> Darśana (Workshop)</a:t>
            </a:r>
          </a:p>
          <a:p>
            <a:pPr lvl="0" indent="0" marL="0">
              <a:buNone/>
            </a:pPr>
            <a:r>
              <a:rPr/>
              <a:t>Mental multiplication by 11 from 20th-century Indian arithmetic.</a:t>
            </a:r>
          </a:p>
          <a:p>
            <a:pPr lvl="0" indent="0" marL="1270000">
              <a:buNone/>
            </a:pPr>
            <a:r>
              <a:rPr sz="2000" b="1"/>
              <a:t>Darśana note.</a:t>
            </a:r>
            <a:r>
              <a:rPr sz="2000"/>
              <a:t> This workshop condenses Module 7’s full 10-day arc into one hour. For the deeper version — daily lesson plans, quizzes, assessments, slide decks — switch to </a:t>
            </a:r>
            <a:r>
              <a:rPr sz="2000" b="1">
                <a:hlinkClick r:id="rId2"/>
              </a:rPr>
              <a:t>Adhyayana</a:t>
            </a:r>
            <a:r>
              <a:rPr sz="2000"/>
              <a:t> (the Full Course path).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Opening hook · 5 min</a:t>
            </a:r>
          </a:p>
          <a:p>
            <a:pPr lvl="0" indent="0" marL="0">
              <a:buNone/>
            </a:pPr>
            <a:r>
              <a:rPr/>
              <a:t>Show 87 × 11 mentally. Most students reach for long multiplication. </a:t>
            </a:r>
            <a:r>
              <a:rPr i="1"/>
              <a:t>“Or — split, add, with carry. Today’s lesson: ×11 mental method, with the carry case included.”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Core idea · 15 min</a:t>
            </a:r>
          </a:p>
          <a:p>
            <a:pPr lvl="0" indent="0" marL="0">
              <a:buNone/>
            </a:pPr>
            <a:r>
              <a:rPr b="1"/>
              <a:t>×11 method:</a:t>
            </a:r>
          </a:p>
          <a:p>
            <a:pPr lvl="0" indent="0" marL="0">
              <a:buNone/>
            </a:pPr>
            <a:r>
              <a:rPr/>
              <a:t>For (10a + b) × 11 = 100a + 10(a+b) + b.</a:t>
            </a:r>
          </a:p>
          <a:p>
            <a:pPr lvl="0" indent="0" marL="0">
              <a:buNone/>
            </a:pPr>
            <a:r>
              <a:rPr/>
              <a:t>Procedure: 1. Split the 2 digits: a _ b 2. Add them: a+b 3. Put the sum in the middle: a (a+b) b</a:t>
            </a:r>
          </a:p>
          <a:p>
            <a:pPr lvl="0" indent="0" marL="0">
              <a:buNone/>
            </a:pPr>
            <a:r>
              <a:rPr b="1"/>
              <a:t>Carry case:</a:t>
            </a:r>
            <a:r>
              <a:rPr/>
              <a:t> if a+b ≥ 10, carry the tens digit to the first slot. - 87 × 11 = 8_(8+7)_7 = 8_15_7 → carry: (8+1) 5 7 = 957.</a:t>
            </a:r>
          </a:p>
          <a:p>
            <a:pPr lvl="0" indent="0" marL="0">
              <a:buNone/>
            </a:pPr>
            <a:r>
              <a:rPr b="1"/>
              <a:t>Extension:</a:t>
            </a:r>
            <a:r>
              <a:rPr/>
              <a:t> 3-digit × 11: abc → a (a+b) (b+c) c.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Demonstration · 10 min</a:t>
            </a:r>
          </a:p>
          <a:p>
            <a:pPr lvl="0" indent="0" marL="0">
              <a:buNone/>
            </a:pPr>
            <a:r>
              <a:rPr/>
              <a:t>Live speed race: every student solves 5 problems mentally. Time it. Average ~3 seconds per problem with practice. Compare with the long-multiplication time for the same problems.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moment · 5 min</a:t>
            </a:r>
          </a:p>
          <a:p>
            <a:pPr lvl="0" indent="0" marL="0">
              <a:buNone/>
            </a:pPr>
            <a:r>
              <a:rPr/>
              <a:t>Paraphrase Tirthaji 1965: </a:t>
            </a:r>
            <a:r>
              <a:rPr i="1"/>
              <a:t>“Ekādhikena Pūrveṇa — ‘by one more than the previous.’ The sūtra-name for the ×11 (and related) methods.”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Hands-on activity · 15 min</a:t>
            </a:r>
          </a:p>
          <a:p>
            <a:pPr lvl="0" indent="0" marL="0">
              <a:buNone/>
            </a:pPr>
            <a:r>
              <a:rPr b="1"/>
              <a:t>Mental-math sprint.</a:t>
            </a:r>
            <a:r>
              <a:rPr/>
              <a:t> Each student does 20 ×11 problems in 3 minutes. Best score wins.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Reflection + take-home · 10 min</a:t>
            </a:r>
          </a:p>
          <a:p>
            <a:pPr lvl="0" indent="0" marL="0">
              <a:buNone/>
            </a:pPr>
            <a:r>
              <a:rPr i="1"/>
              <a:t>“When is ×11 mental method faster than the long method? When is it slower? Why?”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Go deeper into Adhyayana</a:t>
            </a:r>
          </a:p>
          <a:p>
            <a:pPr lvl="0" indent="0" marL="0">
              <a:buNone/>
            </a:pPr>
            <a:r>
              <a:rPr/>
              <a:t>The 10 days you’re skipping if you only do this workshop:</a:t>
            </a:r>
          </a:p>
          <a:p>
            <a:pPr lvl="0"/>
            <a:r>
              <a:rPr b="1"/>
              <a:t>Day 01</a:t>
            </a:r>
            <a:r>
              <a:rPr/>
              <a:t> — The ×11 hook — what is the trick?</a:t>
            </a:r>
          </a:p>
          <a:p>
            <a:pPr lvl="0"/>
            <a:r>
              <a:rPr b="1"/>
              <a:t>Day 02</a:t>
            </a:r>
            <a:r>
              <a:rPr/>
              <a:t> — The carry case</a:t>
            </a:r>
          </a:p>
          <a:p>
            <a:pPr lvl="0"/>
            <a:r>
              <a:rPr b="1"/>
              <a:t>Day 03</a:t>
            </a:r>
            <a:r>
              <a:rPr/>
              <a:t> — Why it works — the algebra</a:t>
            </a:r>
          </a:p>
          <a:p>
            <a:pPr lvl="0"/>
            <a:r>
              <a:rPr b="1"/>
              <a:t>Day 04</a:t>
            </a:r>
            <a:r>
              <a:rPr/>
              <a:t> — 3-digit ×11</a:t>
            </a:r>
          </a:p>
          <a:p>
            <a:pPr lvl="0"/>
            <a:r>
              <a:rPr b="1"/>
              <a:t>Day 05</a:t>
            </a:r>
            <a:r>
              <a:rPr/>
              <a:t> — Speed day</a:t>
            </a:r>
          </a:p>
          <a:p>
            <a:pPr lvl="0"/>
            <a:r>
              <a:rPr b="1"/>
              <a:t>Day 06</a:t>
            </a:r>
            <a:r>
              <a:rPr/>
              <a:t> — Anurūpyena extension to ×12-19</a:t>
            </a:r>
          </a:p>
          <a:p>
            <a:pPr lvl="0"/>
            <a:r>
              <a:rPr b="1"/>
              <a:t>Day 07</a:t>
            </a:r>
            <a:r>
              <a:rPr/>
              <a:t> — Limits of the method</a:t>
            </a:r>
          </a:p>
          <a:p>
            <a:pPr lvl="0"/>
            <a:r>
              <a:rPr b="1"/>
              <a:t>Day 08</a:t>
            </a:r>
            <a:r>
              <a:rPr/>
              <a:t> — Tirthaji 1965 and the historical claim</a:t>
            </a:r>
          </a:p>
          <a:p>
            <a:pPr lvl="0"/>
            <a:r>
              <a:rPr b="1"/>
              <a:t>Day 09</a:t>
            </a:r>
            <a:r>
              <a:rPr/>
              <a:t> — Mixed practice</a:t>
            </a:r>
          </a:p>
          <a:p>
            <a:pPr lvl="0"/>
            <a:r>
              <a:rPr b="1"/>
              <a:t>Day 10</a:t>
            </a:r>
            <a:r>
              <a:rPr/>
              <a:t> — Final assessment</a:t>
            </a:r>
          </a:p>
          <a:p>
            <a:pPr lvl="0" indent="0" marL="0">
              <a:buNone/>
            </a:pPr>
            <a:r>
              <a:rPr/>
              <a:t>→ </a:t>
            </a:r>
            <a:r>
              <a:rPr b="1">
                <a:hlinkClick r:id="rId2"/>
              </a:rPr>
              <a:t>Open the Adhyayana track for this module</a:t>
            </a:r>
            <a:r>
              <a:rPr/>
              <a:t> to access all 10 days, the 4-audience PDFs, the slide deck, the quizzes, and the project rubric.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module-07-eleven-multiplication - Darshana (60-min workshop)</dc:title>
  <dc:creator>IKS Curriculum - middle band</dc:creator>
  <cp:keywords/>
  <dcterms:created xsi:type="dcterms:W3CDTF">2026-05-28T02:10:50Z</dcterms:created>
  <dcterms:modified xsi:type="dcterms:W3CDTF">2026-05-28T02:10:50Z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