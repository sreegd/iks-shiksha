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137356" y="1315938"/>
            <a:ext cx="4869287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07A5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03 — AYURVEDA GOOD HEALTH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30087" y="1544389"/>
            <a:ext cx="2483676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552847" y="2331541"/>
            <a:ext cx="4038156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Āyurveda and Good Health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203268" y="2867323"/>
            <a:ext cx="73731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Āyurveda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990" y="3499693"/>
            <a:ext cx="118787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time did you wake up today? Did you eat? What did you drink? Did you move?"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Quick show-of-hands.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"Āyurveda is just a name for: noticing these things and choosing well. Today we'll learn the BIG rules people in India have followed for thousands of years."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03 — Ayurveda Good Health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Four big rules from Āyurveda: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Wake with the sun.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Sunrise = wake-up bell.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Eat warm meals.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Cold food shocks the tummy.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Sip water through the day.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Not ice-cold.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Sleep when it's dark.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No screens before bed.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rule has a Sanskrit name (write on board):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7257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dinacarya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(daily routine)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(food)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(sleep)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praheli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(water — drink slow)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6793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Sing-chant: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"Wake. Eat. Sip. Sleep."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03 — Ayurveda Good Health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Six-taste tasting.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Set out (or describe) 6 small samples — honey (sweet), lemon (sour), salt water (salty), ginger (pungent), bitter gourd skin (bitter), banana peel water (astringent). Children sniff/taste tiny amounts. Match the Sanskrit name to each taste.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03 — Ayurveda Good Health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 the story of Caraka, the wandering physician who walked from village to village teaching people: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"Wake up when birds wake up. Eat warm food. Be kind to your body."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03 — Ayurveda Good Health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 a healthy day card.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draws their ideal day: sunrise wake, warm breakfast, school, lunch with vegetables, play, dinner, bedtime story, sleep. Add Sanskrit labels for what they know.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03 — Ayurveda Good Health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says one Āyurveda rule they'll try this week. Cheer for each commitment.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03 — Ayurveda Good Health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What is Āyurveda? Definition + scope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Tridoṣa — vāta, pitta, kapha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Dinacarya — daily routine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Ahāra — food + the six tastes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Ṛtucarya — seasonal eating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Sleep, exercise, elimination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Caraka, Suśruta, Vāgbhaṭa — the three Āyurveda authors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Bridge to modern science — circadian, microbiome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Critical reading — Āyurveda claims vs evidence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Synthesis: personal wellness plan + class share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Module 03 — Ayurveda Good Health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03 — Ayurveda Good Health — Primary</dc:title>
  <dc:subject>PptxGenJS Presentation</dc:subject>
  <dc:creator>IKS Curriculum</dc:creator>
  <cp:lastModifiedBy>IKS Curriculum</cp:lastModifiedBy>
  <cp:revision>1</cp:revision>
  <dcterms:created xsi:type="dcterms:W3CDTF">2026-05-28T02:28:49Z</dcterms:created>
  <dcterms:modified xsi:type="dcterms:W3CDTF">2026-05-28T02:28:49Z</dcterms:modified>
</cp:coreProperties>
</file>