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../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..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module-03-ayurveda-good-health - Darshana (60-min workshop)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IKS Curriculum - primary band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Module 3 — Āyurveda and Good Health (Darśana)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Sanskrit:</a:t>
            </a:r>
            <a:r>
              <a:rPr/>
              <a:t> </a:t>
            </a:r>
            <a:r>
              <a:rPr i="1"/>
              <a:t>Āyurveda</a:t>
            </a:r>
            <a:r>
              <a:rPr/>
              <a:t> · </a:t>
            </a:r>
            <a:r>
              <a:rPr b="1"/>
              <a:t>Band:</a:t>
            </a:r>
            <a:r>
              <a:rPr/>
              <a:t> Primary (3-5) · </a:t>
            </a:r>
            <a:r>
              <a:rPr b="1"/>
              <a:t>Duration:</a:t>
            </a:r>
            <a:r>
              <a:rPr/>
              <a:t> 60 min · </a:t>
            </a:r>
            <a:r>
              <a:rPr b="1"/>
              <a:t>Path:</a:t>
            </a:r>
            <a:r>
              <a:rPr/>
              <a:t> Darśana (Workshop)</a:t>
            </a:r>
          </a:p>
          <a:p>
            <a:pPr lvl="0" indent="0" marL="0">
              <a:buNone/>
            </a:pPr>
            <a:r>
              <a:rPr/>
              <a:t>The science of life — daily routine, diet, and well-being.</a:t>
            </a:r>
          </a:p>
          <a:p>
            <a:pPr lvl="0" indent="0" marL="1270000">
              <a:buNone/>
            </a:pPr>
            <a:r>
              <a:rPr sz="2000" b="1"/>
              <a:t>Darśana note.</a:t>
            </a:r>
            <a:r>
              <a:rPr sz="2000"/>
              <a:t> This workshop condenses Module 3’s full 10-day arc into one hour. For the deeper version — daily lesson plans, quizzes, assessments, slide decks — switch to </a:t>
            </a:r>
            <a:r>
              <a:rPr sz="2000" b="1">
                <a:hlinkClick r:id="rId2"/>
              </a:rPr>
              <a:t>Adhyayana</a:t>
            </a:r>
            <a:r>
              <a:rPr sz="2000"/>
              <a:t> (the Full Course path).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Opening hook · 5 min</a:t>
            </a:r>
          </a:p>
          <a:p>
            <a:pPr lvl="0" indent="0" marL="0">
              <a:buNone/>
            </a:pPr>
            <a:r>
              <a:rPr i="1"/>
              <a:t>“What time did you wake up today? Did you eat? What did you drink? Did you move?”</a:t>
            </a:r>
            <a:r>
              <a:rPr/>
              <a:t> Quick show-of-hands. </a:t>
            </a:r>
            <a:r>
              <a:rPr i="1"/>
              <a:t>“Āyurveda is just a name for: noticing these things and choosing well. Today we’ll learn the BIG rules people in India have followed for thousands of years.”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Core idea · 15 min</a:t>
            </a:r>
          </a:p>
          <a:p>
            <a:pPr lvl="0" indent="0" marL="0">
              <a:buNone/>
            </a:pPr>
            <a:r>
              <a:rPr b="1"/>
              <a:t>Four big rules from Āyurveda:</a:t>
            </a:r>
          </a:p>
          <a:p>
            <a:pPr lvl="0" indent="-342900" marL="342900">
              <a:buAutoNum type="arabicPeriod"/>
            </a:pPr>
            <a:r>
              <a:rPr b="1"/>
              <a:t>Wake with the sun.</a:t>
            </a:r>
            <a:r>
              <a:rPr/>
              <a:t> Sunrise = wake-up bell.</a:t>
            </a:r>
          </a:p>
          <a:p>
            <a:pPr lvl="0" indent="-342900" marL="342900">
              <a:buAutoNum type="arabicPeriod"/>
            </a:pPr>
            <a:r>
              <a:rPr b="1"/>
              <a:t>Eat warm meals.</a:t>
            </a:r>
            <a:r>
              <a:rPr/>
              <a:t> Cold food shocks the tummy.</a:t>
            </a:r>
          </a:p>
          <a:p>
            <a:pPr lvl="0" indent="-342900" marL="342900">
              <a:buAutoNum type="arabicPeriod"/>
            </a:pPr>
            <a:r>
              <a:rPr b="1"/>
              <a:t>Sip water through the day.</a:t>
            </a:r>
            <a:r>
              <a:rPr/>
              <a:t> Not ice-cold.</a:t>
            </a:r>
          </a:p>
          <a:p>
            <a:pPr lvl="0" indent="-342900" marL="342900">
              <a:buAutoNum type="arabicPeriod"/>
            </a:pPr>
            <a:r>
              <a:rPr b="1"/>
              <a:t>Sleep when it’s dark.</a:t>
            </a:r>
            <a:r>
              <a:rPr/>
              <a:t> No screens before bed.</a:t>
            </a:r>
          </a:p>
          <a:p>
            <a:pPr lvl="0" indent="0" marL="0">
              <a:buNone/>
            </a:pPr>
            <a:r>
              <a:rPr/>
              <a:t>Each rule has a Sanskrit name (write on board): - </a:t>
            </a:r>
            <a:r>
              <a:rPr i="1"/>
              <a:t>dinacarya</a:t>
            </a:r>
            <a:r>
              <a:rPr/>
              <a:t> (daily routine) - </a:t>
            </a:r>
            <a:r>
              <a:rPr i="1"/>
              <a:t>ahāra</a:t>
            </a:r>
            <a:r>
              <a:rPr/>
              <a:t> (food) - </a:t>
            </a:r>
            <a:r>
              <a:rPr i="1"/>
              <a:t>nidrā</a:t>
            </a:r>
            <a:r>
              <a:rPr/>
              <a:t> (sleep) - </a:t>
            </a:r>
            <a:r>
              <a:rPr i="1"/>
              <a:t>praheli</a:t>
            </a:r>
            <a:r>
              <a:rPr/>
              <a:t> (water — drink slow)</a:t>
            </a:r>
          </a:p>
          <a:p>
            <a:pPr lvl="0" indent="0" marL="0">
              <a:buNone/>
            </a:pPr>
            <a:r>
              <a:rPr/>
              <a:t>Sing-chant: </a:t>
            </a:r>
            <a:r>
              <a:rPr i="1"/>
              <a:t>“Wake. Eat. Sip. Sleep.”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Demonstration · 10 min</a:t>
            </a:r>
          </a:p>
          <a:p>
            <a:pPr lvl="0" indent="0" marL="0">
              <a:buNone/>
            </a:pPr>
            <a:r>
              <a:rPr b="1"/>
              <a:t>Six-taste tasting.</a:t>
            </a:r>
            <a:r>
              <a:rPr/>
              <a:t> Set out (or describe) 6 small samples — honey (sweet), lemon (sour), salt water (salty), ginger (pungent), bitter gourd skin (bitter), banana peel water (astringent). Children sniff/taste tiny amounts. Match the Sanskrit name to each taste.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Source moment · 5 min</a:t>
            </a:r>
          </a:p>
          <a:p>
            <a:pPr lvl="0" indent="0" marL="0">
              <a:buNone/>
            </a:pPr>
            <a:r>
              <a:rPr/>
              <a:t>Tell the story of Caraka, the wandering physician who walked from village to village teaching people: </a:t>
            </a:r>
            <a:r>
              <a:rPr i="1"/>
              <a:t>“Wake up when birds wake up. Eat warm food. Be kind to your body.”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Hands-on activity · 15 min</a:t>
            </a:r>
          </a:p>
          <a:p>
            <a:pPr lvl="0" indent="0" marL="0">
              <a:buNone/>
            </a:pPr>
            <a:r>
              <a:rPr b="1"/>
              <a:t>Make a healthy day card.</a:t>
            </a:r>
            <a:r>
              <a:rPr/>
              <a:t> Each child draws their ideal day: sunrise wake, warm breakfast, school, lunch with vegetables, play, dinner, bedtime story, sleep. Add Sanskrit labels for what they know.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Reflection + take-home · 10 min</a:t>
            </a:r>
          </a:p>
          <a:p>
            <a:pPr lvl="0" indent="0" marL="0">
              <a:buNone/>
            </a:pPr>
            <a:r>
              <a:rPr/>
              <a:t>Each child says one Āyurveda rule they’ll try this week. Cheer for each commitment.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Go deeper into Adhyayana</a:t>
            </a:r>
          </a:p>
          <a:p>
            <a:pPr lvl="0" indent="0" marL="0">
              <a:buNone/>
            </a:pPr>
            <a:r>
              <a:rPr/>
              <a:t>The 10 days you’re skipping if you only do this workshop:</a:t>
            </a:r>
          </a:p>
          <a:p>
            <a:pPr lvl="0"/>
            <a:r>
              <a:rPr b="1"/>
              <a:t>Day 01</a:t>
            </a:r>
            <a:r>
              <a:rPr/>
              <a:t> — What is Āyurveda? Definition + scope</a:t>
            </a:r>
          </a:p>
          <a:p>
            <a:pPr lvl="0"/>
            <a:r>
              <a:rPr b="1"/>
              <a:t>Day 02</a:t>
            </a:r>
            <a:r>
              <a:rPr/>
              <a:t> — Tridoṣa — vāta, pitta, kapha</a:t>
            </a:r>
          </a:p>
          <a:p>
            <a:pPr lvl="0"/>
            <a:r>
              <a:rPr b="1"/>
              <a:t>Day 03</a:t>
            </a:r>
            <a:r>
              <a:rPr/>
              <a:t> — Dinacarya — daily routine</a:t>
            </a:r>
          </a:p>
          <a:p>
            <a:pPr lvl="0"/>
            <a:r>
              <a:rPr b="1"/>
              <a:t>Day 04</a:t>
            </a:r>
            <a:r>
              <a:rPr/>
              <a:t> — Ahāra — food + the six tastes</a:t>
            </a:r>
          </a:p>
          <a:p>
            <a:pPr lvl="0"/>
            <a:r>
              <a:rPr b="1"/>
              <a:t>Day 05</a:t>
            </a:r>
            <a:r>
              <a:rPr/>
              <a:t> — Ṛtucarya — seasonal eating</a:t>
            </a:r>
          </a:p>
          <a:p>
            <a:pPr lvl="0"/>
            <a:r>
              <a:rPr b="1"/>
              <a:t>Day 06</a:t>
            </a:r>
            <a:r>
              <a:rPr/>
              <a:t> — Sleep, exercise, elimination</a:t>
            </a:r>
          </a:p>
          <a:p>
            <a:pPr lvl="0"/>
            <a:r>
              <a:rPr b="1"/>
              <a:t>Day 07</a:t>
            </a:r>
            <a:r>
              <a:rPr/>
              <a:t> — Caraka, Suśruta, Vāgbhaṭa — the three Āyurveda authors</a:t>
            </a:r>
          </a:p>
          <a:p>
            <a:pPr lvl="0"/>
            <a:r>
              <a:rPr b="1"/>
              <a:t>Day 08</a:t>
            </a:r>
            <a:r>
              <a:rPr/>
              <a:t> — Bridge to modern science — circadian, microbiome</a:t>
            </a:r>
          </a:p>
          <a:p>
            <a:pPr lvl="0"/>
            <a:r>
              <a:rPr b="1"/>
              <a:t>Day 09</a:t>
            </a:r>
            <a:r>
              <a:rPr/>
              <a:t> — Critical reading — Āyurveda claims vs evidence</a:t>
            </a:r>
          </a:p>
          <a:p>
            <a:pPr lvl="0"/>
            <a:r>
              <a:rPr b="1"/>
              <a:t>Day 10</a:t>
            </a:r>
            <a:r>
              <a:rPr/>
              <a:t> — Synthesis: personal wellness plan + class share</a:t>
            </a:r>
          </a:p>
          <a:p>
            <a:pPr lvl="0" indent="0" marL="0">
              <a:buNone/>
            </a:pPr>
            <a:r>
              <a:rPr/>
              <a:t>→ </a:t>
            </a:r>
            <a:r>
              <a:rPr b="1">
                <a:hlinkClick r:id="rId2"/>
              </a:rPr>
              <a:t>Open the Adhyayana track for this module</a:t>
            </a:r>
            <a:r>
              <a:rPr/>
              <a:t> to access all 10 days, the 4-audience PDFs, the slide deck, the quizzes, and the project rubric.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module-03-ayurveda-good-health - Darshana (60-min workshop)</dc:title>
  <dc:creator>IKS Curriculum - primary band</dc:creator>
  <cp:keywords/>
  <dcterms:created xsi:type="dcterms:W3CDTF">2026-05-28T02:10:29Z</dcterms:created>
  <dcterms:modified xsi:type="dcterms:W3CDTF">2026-05-28T02:10:29Z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