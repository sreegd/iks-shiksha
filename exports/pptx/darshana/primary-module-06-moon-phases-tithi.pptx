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352162" y="1315938"/>
            <a:ext cx="443952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24015" y="1544389"/>
            <a:ext cx="249582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860555" y="2331541"/>
            <a:ext cx="3422740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Moon Phases and Tithi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04325" y="2867323"/>
            <a:ext cx="153520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Candra-pakṣa, Tithi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chart of moon phases.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you see the moon last night? Was it round, half, or thin? Today we learn why it changes shape!"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moon changes shape because it goes around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 halves of the moon-month: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(शुक्ल पक्ष) — bright half — moon grows from tiny to full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(कृष्ण पक्ष) — dark half — moon shrinks from full to tiny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770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day in each half has a number (tithi 1 to 15). Sing-chant the numbers.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 lamp (Sun), a tennis ball (moon), and a child's head (Earth) — walk the moon around Earth, watching which side is lit. Children take turns being Moon.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moon-grandmother story: the moon visits 30 friends each month (tithis), splitting her time between bright friends (śukla pakṣa) and shadow friends (kṛṣṇa pakṣa).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today's moon and the moon for tomorrow (predicted). Compare with classmates. Send home with a prompt to observe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says one thing they learned about the moon. Cheer.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moon's shape — why it changes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Pakṣa — bright and dark fortnights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15 tithis — names and computation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Building a tithi calendar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Lunar months and festivals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Pañcāṅga — the five limbs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Eclipse geometry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Modern lunar science — phases, libration, tides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Cross-cultural calendars — Hijri, Chinese, Hebrew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Synthesis quiz + moon diary share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Moon Phases Tithi — Primary</dc:title>
  <dc:subject>PptxGenJS Presentation</dc:subject>
  <dc:creator>IKS Curriculum</dc:creator>
  <cp:lastModifiedBy>IKS Curriculum</cp:lastModifiedBy>
  <cp:revision>1</cp:revision>
  <dcterms:created xsi:type="dcterms:W3CDTF">2026-05-28T02:29:02Z</dcterms:created>
  <dcterms:modified xsi:type="dcterms:W3CDTF">2026-05-28T02:29:02Z</dcterms:modified>
</cp:coreProperties>
</file>