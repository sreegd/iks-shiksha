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module-06-moon-phases-tithi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6 — Moon Phases and Tithi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Candra-pakṣa, Tithi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The moon’s monthly cycle and the Indian lunar calendar.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6’s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Show a chart of moon phases. </a:t>
            </a:r>
            <a:r>
              <a:rPr i="1"/>
              <a:t>“Did you see the moon last night? Was it round, half, or thin? Today we learn why it changes shape!”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The moon changes shape because it goes around Earth.</a:t>
            </a:r>
          </a:p>
          <a:p>
            <a:pPr lvl="0" indent="0" marL="0">
              <a:buNone/>
            </a:pPr>
            <a:r>
              <a:rPr/>
              <a:t>Two halves of the moon-month: - </a:t>
            </a:r>
            <a:r>
              <a:rPr b="1"/>
              <a:t>Śukla pakṣa</a:t>
            </a:r>
            <a:r>
              <a:rPr/>
              <a:t> (शुक्ल पक्ष) — bright half — moon grows from tiny to full - </a:t>
            </a:r>
            <a:r>
              <a:rPr b="1"/>
              <a:t>Kṛṣṇa pakṣa</a:t>
            </a:r>
            <a:r>
              <a:rPr/>
              <a:t> (कृष्ण पक्ष) — dark half — moon shrinks from full to tiny</a:t>
            </a:r>
          </a:p>
          <a:p>
            <a:pPr lvl="0" indent="0" marL="0">
              <a:buNone/>
            </a:pPr>
            <a:r>
              <a:rPr/>
              <a:t>Each day in each half has a number (tithi 1 to 15). Sing-chant the numbers.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/>
              <a:t>Use a lamp (Sun), a tennis ball (moon), and a child’s head (Earth) — walk the moon around Earth, watching which side is lit. Children take turns being Moon.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moon-grandmother story: the moon visits 30 friends each month (tithis), splitting her time between bright friends (śukla pakṣa) and shadow friends (kṛṣṇa pakṣa).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/>
              <a:t>Each child draws today’s moon and the moon for tomorrow (predicted). Compare with classmates. Send home with a prompt to observe tonight.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says one thing they learned about the moon. Cheer.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The moon’s shape — why it changes</a:t>
            </a:r>
          </a:p>
          <a:p>
            <a:pPr lvl="0"/>
            <a:r>
              <a:rPr b="1"/>
              <a:t>Day 02</a:t>
            </a:r>
            <a:r>
              <a:rPr/>
              <a:t> — Pakṣa — bright and dark fortnights</a:t>
            </a:r>
          </a:p>
          <a:p>
            <a:pPr lvl="0"/>
            <a:r>
              <a:rPr b="1"/>
              <a:t>Day 03</a:t>
            </a:r>
            <a:r>
              <a:rPr/>
              <a:t> — 15 tithis — names and computation</a:t>
            </a:r>
          </a:p>
          <a:p>
            <a:pPr lvl="0"/>
            <a:r>
              <a:rPr b="1"/>
              <a:t>Day 04</a:t>
            </a:r>
            <a:r>
              <a:rPr/>
              <a:t> — Building a tithi calendar</a:t>
            </a:r>
          </a:p>
          <a:p>
            <a:pPr lvl="0"/>
            <a:r>
              <a:rPr b="1"/>
              <a:t>Day 05</a:t>
            </a:r>
            <a:r>
              <a:rPr/>
              <a:t> — Lunar months and festivals</a:t>
            </a:r>
          </a:p>
          <a:p>
            <a:pPr lvl="0"/>
            <a:r>
              <a:rPr b="1"/>
              <a:t>Day 06</a:t>
            </a:r>
            <a:r>
              <a:rPr/>
              <a:t> — Pañcāṅga — the five limbs</a:t>
            </a:r>
          </a:p>
          <a:p>
            <a:pPr lvl="0"/>
            <a:r>
              <a:rPr b="1"/>
              <a:t>Day 07</a:t>
            </a:r>
            <a:r>
              <a:rPr/>
              <a:t> — Eclipse geometry</a:t>
            </a:r>
          </a:p>
          <a:p>
            <a:pPr lvl="0"/>
            <a:r>
              <a:rPr b="1"/>
              <a:t>Day 08</a:t>
            </a:r>
            <a:r>
              <a:rPr/>
              <a:t> — Modern lunar science — phases, libration, tides</a:t>
            </a:r>
          </a:p>
          <a:p>
            <a:pPr lvl="0"/>
            <a:r>
              <a:rPr b="1"/>
              <a:t>Day 09</a:t>
            </a:r>
            <a:r>
              <a:rPr/>
              <a:t> — Cross-cultural calendars — Hijri, Chinese, Hebrew</a:t>
            </a:r>
          </a:p>
          <a:p>
            <a:pPr lvl="0"/>
            <a:r>
              <a:rPr b="1"/>
              <a:t>Day 10</a:t>
            </a:r>
            <a:r>
              <a:rPr/>
              <a:t> — Synthesis quiz + moon diary share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module-06-moon-phases-tithi - Darshana (60-min workshop)</dc:title>
  <dc:creator>IKS Curriculum - primary band</dc:creator>
  <cp:keywords/>
  <dcterms:created xsi:type="dcterms:W3CDTF">2026-05-28T02:10:32Z</dcterms:created>
  <dcterms:modified xsi:type="dcterms:W3CDTF">2026-05-28T02:10:32Z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