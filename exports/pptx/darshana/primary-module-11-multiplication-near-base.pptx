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4128" y="1315938"/>
            <a:ext cx="52357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38094" y="1544389"/>
            <a:ext cx="2667664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69198" y="2331541"/>
            <a:ext cx="500545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Multiplication Near a Power of 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32717" y="2867323"/>
            <a:ext cx="6785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990" y="349969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9 × 8 on the board.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"Quick answer? 72."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Now write 99 × 98.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harder. Today: a trick."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numbers JUST BELOW 100, use this trick: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99 × 98: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99 is 100 − 1 (deficit 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98 is 100 − 2 (deficit 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Cross-subtract: 99 − 2 = 97. (Same as 98 − 1 = 97.)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Multiply deficits: 1 × 2 =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Answer: 9702!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8083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"Cross-subtract, multiply deficits!"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Practice in chorus: 9 × 8, 8 × 7, 7 × 6 (single digit deficits from 10). Then 99 × 98, 98 × 97 (deficits from 100).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the story of an old number-trick from India that lets you multiply BIG numbers if they are close to 100.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Worksheet: 8 problems of NN × NN where both numbers are 91-99. Pairs check.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does one near-100 problem aloud. Cheer.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Finger-trick prelude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97 × 96 — two below base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103 × 104 — two above base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Mixed cases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3-digit near 1000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Algebra proof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When to use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Speed sprints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Mixed practice — combining ×11 and Nikhilam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Final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 — Multiplication Near Base — Primary</dc:title>
  <dc:subject>PptxGenJS Presentation</dc:subject>
  <dc:creator>IKS Curriculum</dc:creator>
  <cp:lastModifiedBy>IKS Curriculum</cp:lastModifiedBy>
  <cp:revision>1</cp:revision>
  <dcterms:created xsi:type="dcterms:W3CDTF">2026-05-28T02:29:24Z</dcterms:created>
  <dcterms:modified xsi:type="dcterms:W3CDTF">2026-05-28T02:29:24Z</dcterms:modified>
</cp:coreProperties>
</file>