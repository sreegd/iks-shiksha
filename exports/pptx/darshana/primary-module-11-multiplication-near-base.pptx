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2" Type="http://schemas.openxmlformats.org/officeDocument/2006/relationships/viewProps" Target="viewProps.xml" /><Relationship Id="rId11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14" Type="http://schemas.openxmlformats.org/officeDocument/2006/relationships/tableStyles" Target="tableStyles.xml" /><Relationship Id="rId13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../" TargetMode="Externa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../" TargetMode="Externa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module-11-multiplication-near-base - Darshana (60-min workshop)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IKS Curriculum - primary band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Module 11 — Multiplication Near a Power of 10 (Darśana)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Sanskrit:</a:t>
            </a:r>
            <a:r>
              <a:rPr/>
              <a:t> </a:t>
            </a:r>
            <a:r>
              <a:rPr i="1"/>
              <a:t>Nikhilam</a:t>
            </a:r>
            <a:r>
              <a:rPr/>
              <a:t> · </a:t>
            </a:r>
            <a:r>
              <a:rPr b="1"/>
              <a:t>Band:</a:t>
            </a:r>
            <a:r>
              <a:rPr/>
              <a:t> Primary (3-5) · </a:t>
            </a:r>
            <a:r>
              <a:rPr b="1"/>
              <a:t>Duration:</a:t>
            </a:r>
            <a:r>
              <a:rPr/>
              <a:t> 60 min · </a:t>
            </a:r>
            <a:r>
              <a:rPr b="1"/>
              <a:t>Path:</a:t>
            </a:r>
            <a:r>
              <a:rPr/>
              <a:t> Darśana (Workshop)</a:t>
            </a:r>
          </a:p>
          <a:p>
            <a:pPr lvl="0" indent="0" marL="0">
              <a:buNone/>
            </a:pPr>
            <a:r>
              <a:rPr/>
              <a:t>Fast multiplication when numbers are near 10, 100, or 1000.</a:t>
            </a:r>
          </a:p>
          <a:p>
            <a:pPr lvl="0" indent="0" marL="1270000">
              <a:buNone/>
            </a:pPr>
            <a:r>
              <a:rPr sz="2000" b="1"/>
              <a:t>Darśana note.</a:t>
            </a:r>
            <a:r>
              <a:rPr sz="2000"/>
              <a:t> This workshop condenses Module 11’s full 10-day arc into one hour. For the deeper version — daily lesson plans, quizzes, assessments, slide decks — switch to </a:t>
            </a:r>
            <a:r>
              <a:rPr sz="2000" b="1">
                <a:hlinkClick r:id="rId2"/>
              </a:rPr>
              <a:t>Adhyayana</a:t>
            </a:r>
            <a:r>
              <a:rPr sz="2000"/>
              <a:t> (the Full Course path).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Opening hook · 5 min</a:t>
            </a:r>
          </a:p>
          <a:p>
            <a:pPr lvl="0" indent="0" marL="0">
              <a:buNone/>
            </a:pPr>
            <a:r>
              <a:rPr/>
              <a:t>Write 9 × 8 on the board. </a:t>
            </a:r>
            <a:r>
              <a:rPr i="1"/>
              <a:t>“Quick answer? 72.”</a:t>
            </a:r>
            <a:r>
              <a:rPr/>
              <a:t> Now write 99 × 98. </a:t>
            </a:r>
            <a:r>
              <a:rPr i="1"/>
              <a:t>“That’s harder. Today: a trick.”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Core idea · 15 min</a:t>
            </a:r>
          </a:p>
          <a:p>
            <a:pPr lvl="0" indent="0" marL="0">
              <a:buNone/>
            </a:pPr>
            <a:r>
              <a:rPr b="1"/>
              <a:t>For numbers JUST BELOW 100, use this trick:</a:t>
            </a:r>
          </a:p>
          <a:p>
            <a:pPr lvl="0" indent="0" marL="0">
              <a:buNone/>
            </a:pPr>
            <a:r>
              <a:rPr/>
              <a:t>99 × 98: - 99 is 100 − 1 (deficit 1) - 98 is 100 − 2 (deficit 2) - Cross-subtract: 99 − 2 = 97. (Same as 98 − 1 = 97.) - Multiply deficits: 1 × 2 = 2. - Answer: 9702!</a:t>
            </a:r>
          </a:p>
          <a:p>
            <a:pPr lvl="0" indent="0" marL="0">
              <a:buNone/>
            </a:pPr>
            <a:r>
              <a:rPr/>
              <a:t>Chant: </a:t>
            </a:r>
            <a:r>
              <a:rPr i="1"/>
              <a:t>“Cross-subtract, multiply deficits!”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Demonstration · 10 min</a:t>
            </a:r>
          </a:p>
          <a:p>
            <a:pPr lvl="0" indent="0" marL="0">
              <a:buNone/>
            </a:pPr>
            <a:r>
              <a:rPr/>
              <a:t>Practice in chorus: 9 × 8, 8 × 7, 7 × 6 (single digit deficits from 10). Then 99 × 98, 98 × 97 (deficits from 100).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Source moment · 5 min</a:t>
            </a:r>
          </a:p>
          <a:p>
            <a:pPr lvl="0" indent="0" marL="0">
              <a:buNone/>
            </a:pPr>
            <a:r>
              <a:rPr/>
              <a:t>Tell the story of an old number-trick from India that lets you multiply BIG numbers if they are close to 100.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Hands-on activity · 15 min</a:t>
            </a:r>
          </a:p>
          <a:p>
            <a:pPr lvl="0" indent="0" marL="0">
              <a:buNone/>
            </a:pPr>
            <a:r>
              <a:rPr/>
              <a:t>Worksheet: 8 problems of NN × NN where both numbers are 91-99. Pairs check.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Reflection + take-home · 10 min</a:t>
            </a:r>
          </a:p>
          <a:p>
            <a:pPr lvl="0" indent="0" marL="0">
              <a:buNone/>
            </a:pPr>
            <a:r>
              <a:rPr/>
              <a:t>Each child does one near-100 problem aloud. Cheer.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Go deeper into Adhyayana</a:t>
            </a:r>
          </a:p>
          <a:p>
            <a:pPr lvl="0" indent="0" marL="0">
              <a:buNone/>
            </a:pPr>
            <a:r>
              <a:rPr/>
              <a:t>The 10 days you’re skipping if you only do this workshop:</a:t>
            </a:r>
          </a:p>
          <a:p>
            <a:pPr lvl="0"/>
            <a:r>
              <a:rPr b="1"/>
              <a:t>Day 01</a:t>
            </a:r>
            <a:r>
              <a:rPr/>
              <a:t> — Finger-trick prelude</a:t>
            </a:r>
          </a:p>
          <a:p>
            <a:pPr lvl="0"/>
            <a:r>
              <a:rPr b="1"/>
              <a:t>Day 02</a:t>
            </a:r>
            <a:r>
              <a:rPr/>
              <a:t> — 97 × 96 — two below base</a:t>
            </a:r>
          </a:p>
          <a:p>
            <a:pPr lvl="0"/>
            <a:r>
              <a:rPr b="1"/>
              <a:t>Day 03</a:t>
            </a:r>
            <a:r>
              <a:rPr/>
              <a:t> — 103 × 104 — two above base</a:t>
            </a:r>
          </a:p>
          <a:p>
            <a:pPr lvl="0"/>
            <a:r>
              <a:rPr b="1"/>
              <a:t>Day 04</a:t>
            </a:r>
            <a:r>
              <a:rPr/>
              <a:t> — Mixed cases</a:t>
            </a:r>
          </a:p>
          <a:p>
            <a:pPr lvl="0"/>
            <a:r>
              <a:rPr b="1"/>
              <a:t>Day 05</a:t>
            </a:r>
            <a:r>
              <a:rPr/>
              <a:t> — 3-digit near 1000</a:t>
            </a:r>
          </a:p>
          <a:p>
            <a:pPr lvl="0"/>
            <a:r>
              <a:rPr b="1"/>
              <a:t>Day 06</a:t>
            </a:r>
            <a:r>
              <a:rPr/>
              <a:t> — Algebra proof</a:t>
            </a:r>
          </a:p>
          <a:p>
            <a:pPr lvl="0"/>
            <a:r>
              <a:rPr b="1"/>
              <a:t>Day 07</a:t>
            </a:r>
            <a:r>
              <a:rPr/>
              <a:t> — When to use</a:t>
            </a:r>
          </a:p>
          <a:p>
            <a:pPr lvl="0"/>
            <a:r>
              <a:rPr b="1"/>
              <a:t>Day 08</a:t>
            </a:r>
            <a:r>
              <a:rPr/>
              <a:t> — Speed sprints</a:t>
            </a:r>
          </a:p>
          <a:p>
            <a:pPr lvl="0"/>
            <a:r>
              <a:rPr b="1"/>
              <a:t>Day 09</a:t>
            </a:r>
            <a:r>
              <a:rPr/>
              <a:t> — Mixed practice — combining ×11 and Nikhilam</a:t>
            </a:r>
          </a:p>
          <a:p>
            <a:pPr lvl="0"/>
            <a:r>
              <a:rPr b="1"/>
              <a:t>Day 10</a:t>
            </a:r>
            <a:r>
              <a:rPr/>
              <a:t> — Final assessment</a:t>
            </a:r>
          </a:p>
          <a:p>
            <a:pPr lvl="0" indent="0" marL="0">
              <a:buNone/>
            </a:pPr>
            <a:r>
              <a:rPr/>
              <a:t>→ </a:t>
            </a:r>
            <a:r>
              <a:rPr b="1">
                <a:hlinkClick r:id="rId2"/>
              </a:rPr>
              <a:t>Open the Adhyayana track for this module</a:t>
            </a:r>
            <a:r>
              <a:rPr/>
              <a:t> to access all 10 days, the 4-audience PDFs, the slide deck, the quizzes, and the project rubric.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module-11-multiplication-near-base - Darshana (60-min workshop)</dc:title>
  <dc:creator>IKS Curriculum - primary band</dc:creator>
  <cp:keywords/>
  <dcterms:created xsi:type="dcterms:W3CDTF">2026-05-28T02:10:38Z</dcterms:created>
  <dcterms:modified xsi:type="dcterms:W3CDTF">2026-05-28T02:10:38Z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/>
</file>