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module-15-project-implementation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15 — Project Implementation — Capstone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Pañcagavya (and other capstones)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10-day applied project drawing on Modules 1-14.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15’s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Show the 10-option capstone menu. </a:t>
            </a:r>
            <a:r>
              <a:rPr i="1"/>
              <a:t>“You’ve learned the frameworks. Today: pick ONE and apply it. The capstone is your work.”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Capstone menu (pick one):</a:t>
            </a:r>
          </a:p>
          <a:p>
            <a:pPr lvl="0" indent="-342900" marL="342900">
              <a:buAutoNum type="arabicPeriod"/>
            </a:pPr>
            <a:r>
              <a:rPr b="1"/>
              <a:t>Doṣa self-observation week</a:t>
            </a:r>
            <a:r>
              <a:rPr/>
              <a:t> (Module 4) — track your sleep/food/mood for 7 days</a:t>
            </a:r>
          </a:p>
          <a:p>
            <a:pPr lvl="0" indent="-342900" marL="342900">
              <a:buAutoNum type="arabicPeriod"/>
            </a:pPr>
            <a:r>
              <a:rPr b="1"/>
              <a:t>Herb identification deck</a:t>
            </a:r>
            <a:r>
              <a:rPr/>
              <a:t> (Module 10) — 6 cards with Sanskrit, common name, active compound, use, safety</a:t>
            </a:r>
          </a:p>
          <a:p>
            <a:pPr lvl="0" indent="-342900" marL="342900">
              <a:buAutoNum type="arabicPeriod"/>
            </a:pPr>
            <a:r>
              <a:rPr b="1"/>
              <a:t>Tithi/festival calendar</a:t>
            </a:r>
            <a:r>
              <a:rPr/>
              <a:t> (Module 6) — current month’s lunar calendar with festivals</a:t>
            </a:r>
          </a:p>
          <a:p>
            <a:pPr lvl="0" indent="-342900" marL="342900">
              <a:buAutoNum type="arabicPeriod"/>
            </a:pPr>
            <a:r>
              <a:rPr b="1"/>
              <a:t>Sun-path tracker</a:t>
            </a:r>
            <a:r>
              <a:rPr/>
              <a:t> (Module 12) — sunrise direction for 5 days, mapped on a year-circle</a:t>
            </a:r>
          </a:p>
          <a:p>
            <a:pPr lvl="0" indent="-342900" marL="342900">
              <a:buAutoNum type="arabicPeriod"/>
            </a:pPr>
            <a:r>
              <a:rPr b="1"/>
              <a:t>Magic-square art</a:t>
            </a:r>
            <a:r>
              <a:rPr/>
              <a:t> (Module 14) — design + decorate a 4 × 4 or 5 × 5</a:t>
            </a:r>
          </a:p>
          <a:p>
            <a:pPr lvl="0" indent="-342900" marL="342900">
              <a:buAutoNum type="arabicPeriod"/>
            </a:pPr>
            <a:r>
              <a:rPr b="1"/>
              <a:t>Yoga sequence design</a:t>
            </a:r>
            <a:r>
              <a:rPr/>
              <a:t> (Module 8) — 10-min sequence with limbs 1-4 mapped</a:t>
            </a:r>
          </a:p>
          <a:p>
            <a:pPr lvl="0" indent="-342900" marL="342900">
              <a:buAutoNum type="arabicPeriod"/>
            </a:pPr>
            <a:r>
              <a:rPr b="1"/>
              <a:t>Sustainability audit of school</a:t>
            </a:r>
            <a:r>
              <a:rPr/>
              <a:t> (Module 13) — water, waste, biodiversity</a:t>
            </a:r>
          </a:p>
          <a:p>
            <a:pPr lvl="0" indent="-342900" marL="342900">
              <a:buAutoNum type="arabicPeriod"/>
            </a:pPr>
            <a:r>
              <a:rPr b="1"/>
              <a:t>Mental-math toolkit</a:t>
            </a:r>
            <a:r>
              <a:rPr/>
              <a:t> (Modules 5, 7, 9, 11) — one-page reference card</a:t>
            </a:r>
          </a:p>
          <a:p>
            <a:pPr lvl="0" indent="-342900" marL="342900">
              <a:buAutoNum type="arabicPeriod"/>
            </a:pPr>
            <a:r>
              <a:rPr b="1"/>
              <a:t>Pañcabhūta cuisine</a:t>
            </a:r>
            <a:r>
              <a:rPr/>
              <a:t> (Module 2 + 3) — design a meal touching all 5 elements / 6 tastes</a:t>
            </a:r>
          </a:p>
          <a:p>
            <a:pPr lvl="0" indent="-342900" marL="342900">
              <a:buAutoNum type="arabicPeriod"/>
            </a:pPr>
            <a:r>
              <a:rPr b="1"/>
              <a:t>Pañcagavya kitchen-science</a:t>
            </a:r>
            <a:r>
              <a:rPr/>
              <a:t> — SAFE substitute: fermented foods (curd, paneer, batter) — NOT cow-urine ingestion.</a:t>
            </a:r>
          </a:p>
          <a:p>
            <a:pPr lvl="0" indent="0" marL="0">
              <a:buNone/>
            </a:pPr>
            <a:r>
              <a:rPr b="1"/>
              <a:t>Safety floor:</a:t>
            </a:r>
            <a:r>
              <a:rPr/>
              <a:t> food projects use familiar safe ingredients. Yoga avoids extreme poses. Outdoor projects require supervision.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Walk through one project end-to-end: e.g., “doṣa-rhythm clock” (Module 4) — scope → research → design → build → present. 10-min overview.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Bhagavad Gītā 2.47: </a:t>
            </a:r>
            <a:r>
              <a:rPr i="1"/>
              <a:t>“Your right is to action alone, never to its fruits.”</a:t>
            </a:r>
            <a:r>
              <a:rPr/>
              <a:t> (Modern translation: focus on the WORK, not the outcome.)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Project scoping.</a:t>
            </a:r>
            <a:r>
              <a:rPr/>
              <a:t> 30 minutes silent work: write a 1-page project plan with scope, sources, timeline (10 days), assessment criteria.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“Why is THIS project the right one for you? What will you learn that you couldn’t learn in class?”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Overview + project menu</a:t>
            </a:r>
          </a:p>
          <a:p>
            <a:pPr lvl="0"/>
            <a:r>
              <a:rPr b="1"/>
              <a:t>Day 02</a:t>
            </a:r>
            <a:r>
              <a:rPr/>
              <a:t> — Scope + plan</a:t>
            </a:r>
          </a:p>
          <a:p>
            <a:pPr lvl="0"/>
            <a:r>
              <a:rPr b="1"/>
              <a:t>Day 03</a:t>
            </a:r>
            <a:r>
              <a:rPr/>
              <a:t> — Research day 1</a:t>
            </a:r>
          </a:p>
          <a:p>
            <a:pPr lvl="0"/>
            <a:r>
              <a:rPr b="1"/>
              <a:t>Day 04</a:t>
            </a:r>
            <a:r>
              <a:rPr/>
              <a:t> — Research day 2</a:t>
            </a:r>
          </a:p>
          <a:p>
            <a:pPr lvl="0"/>
            <a:r>
              <a:rPr b="1"/>
              <a:t>Day 05</a:t>
            </a:r>
            <a:r>
              <a:rPr/>
              <a:t> — Mid-project critique</a:t>
            </a:r>
          </a:p>
          <a:p>
            <a:pPr lvl="0"/>
            <a:r>
              <a:rPr b="1"/>
              <a:t>Day 06</a:t>
            </a:r>
            <a:r>
              <a:rPr/>
              <a:t> — Build day 1</a:t>
            </a:r>
          </a:p>
          <a:p>
            <a:pPr lvl="0"/>
            <a:r>
              <a:rPr b="1"/>
              <a:t>Day 07</a:t>
            </a:r>
            <a:r>
              <a:rPr/>
              <a:t> — Build day 2</a:t>
            </a:r>
          </a:p>
          <a:p>
            <a:pPr lvl="0"/>
            <a:r>
              <a:rPr b="1"/>
              <a:t>Day 08</a:t>
            </a:r>
            <a:r>
              <a:rPr/>
              <a:t> — Document</a:t>
            </a:r>
          </a:p>
          <a:p>
            <a:pPr lvl="0"/>
            <a:r>
              <a:rPr b="1"/>
              <a:t>Day 09</a:t>
            </a:r>
            <a:r>
              <a:rPr/>
              <a:t> — Rehearse</a:t>
            </a:r>
          </a:p>
          <a:p>
            <a:pPr lvl="0"/>
            <a:r>
              <a:rPr b="1"/>
              <a:t>Day 10</a:t>
            </a:r>
            <a:r>
              <a:rPr/>
              <a:t> — Share day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module-15-project-implementation - Darshana (60-min workshop)</dc:title>
  <dc:creator>IKS Curriculum - middle band</dc:creator>
  <cp:keywords/>
  <dcterms:created xsi:type="dcterms:W3CDTF">2026-05-28T02:10:59Z</dcterms:created>
  <dcterms:modified xsi:type="dcterms:W3CDTF">2026-05-28T02:10:59Z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