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40927" y="1315938"/>
            <a:ext cx="446214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9857" y="1544389"/>
            <a:ext cx="2724287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77163" y="2331541"/>
            <a:ext cx="538967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Implementation — Capstone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366519" y="2867323"/>
            <a:ext cx="24109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Pañcagavya (and other capstones)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10-option capstone menu.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learned the frameworks. Today: pick ONE and apply it. The capstone is your work."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menu (pick one):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 self-observation week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4) — track your sleep/food/mood for 7 days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 identification deck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10) — 6 cards with Sanskrit, common name, active compound, use, safety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Tithi/festival calendar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6) — current month's lunar calendar with festivals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Sun-path tracker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12) — sunrise direction for 5 days, mapped on a year-circle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Magic-square art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14) — design + decorate a 4 × 4 or 5 × 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sequence design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8) — 10-min sequence with limbs 1-4 mapped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audit of school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13) — water, waste, biodiversity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Mental-math toolkit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(Modules 5, 7, 9, 11) — one-page reference card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 cuisine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(Module 2 + 3) — design a meal touching all 5 elements / 6 tastes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Pañcagavya kitchen-science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SAFE substitute: fermented foods (curd, paneer, batter) — NOT cow-urine ingestion.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37378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floor: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food projects use familiar safe ingredients. Yoga avoids extreme poses. Outdoor projects require supervision.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one project end-to-end: e.g., "doṣa-rhythm clock" (Module 4) — scope → research → design → build → present. 10-min overview.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Bhagavad Gītā 2.47: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right is to action alone, never to its fruits."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(Modern translation: focus on the WORK, not the outcome.)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scoping.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minutes silent work: write a 1-page project plan with scope, sources, timeline (10 days), assessment criteria.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THIS project the right one for you? What will you learn that you couldn't learn in class?"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Overview + project menu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Scope + plan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Research day 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Research day 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Mid-project critique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day 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day 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Document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Rehearse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Share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15 — Project Implementation — Middle</dc:title>
  <dc:subject>PptxGenJS Presentation</dc:subject>
  <dc:creator>IKS Curriculum</dc:creator>
  <cp:lastModifiedBy>IKS Curriculum</cp:lastModifiedBy>
  <cp:revision>1</cp:revision>
  <dcterms:created xsi:type="dcterms:W3CDTF">2026-05-28T02:30:48Z</dcterms:created>
  <dcterms:modified xsi:type="dcterms:W3CDTF">2026-05-28T02:30:48Z</dcterms:modified>
</cp:coreProperties>
</file>