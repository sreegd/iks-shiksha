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36417" y="1315938"/>
            <a:ext cx="34711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3179" y="1544389"/>
            <a:ext cx="2737494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409453" y="2331541"/>
            <a:ext cx="6325094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Indic Ecology — Vasudhaiva Kuṭumbakam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89105" y="2867323"/>
            <a:ext cx="176564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49338" y="3499693"/>
            <a:ext cx="104517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A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the verse: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"vasudhaiva kuṭumbakam"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Earth itself is one family."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(Mahā Upaniṣad 6.71-73.)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the framework. Today we look at the practices — sacred groves, yajña, ahiṁsā — that came from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 ecology framework: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(Mahā Upaniṣad 6.71-73): the Earth is one family. Universal moral inclusion.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Sacred groves (devarakāḍu, sarpa-kāvu):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community-protected forests, ~13,000 documented across India. Biodiversity hotspots, water-table protection.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 (Bhagavad Gītā 3.10-14):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ecological cycle — every taking is part of a give-and-take with the larger system.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2888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Ahiṁsā: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non-harming, extended to non-human life.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91226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elements (pañcabhūta):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ecological substrate — air, water, fire, earth, space. Pollution = imbalance.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2830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context: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these are frameworks. Practice was uneven. Don't romanticise.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sacred-grove research.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research one named sacred grove (e.g., Mawphlang in Meghalaya, Sarguja in Chhattisgarh, Karnataka coast devarakāḍu). 5 minutes. Quick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Mahā Upaniṣad 6.71-73: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narrow-minded ask 'is this mine or yours?' For the noble-minded, the whole Earth is one family."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environmental project pitch.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design one local environmental action: tree planting, river cleanup, school waste reduction. Present.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Indic framework most surprises you? Which would you adapt to your daily life?"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Vasudhaiva kuṭumbakam — the founding verse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Five elements as ecological frame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Rivers as sacred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Sacred groves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Yajña cycle — Gītā 3.10-14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Pṛthivī Sūkta — Atharva Veda 12.1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Iṣopaniṣad mantra 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Climate change context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From ancient to action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Project pitch +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13 — Indic Ecology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Indic Ecology — Middle</dc:title>
  <dc:subject>PptxGenJS Presentation</dc:subject>
  <dc:creator>IKS Curriculum</dc:creator>
  <cp:lastModifiedBy>IKS Curriculum</cp:lastModifiedBy>
  <cp:revision>1</cp:revision>
  <dcterms:created xsi:type="dcterms:W3CDTF">2026-05-28T02:30:38Z</dcterms:created>
  <dcterms:modified xsi:type="dcterms:W3CDTF">2026-05-28T02:30:38Z</dcterms:modified>
</cp:coreProperties>
</file>