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40512" y="1315938"/>
            <a:ext cx="426282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12 — MOVEMENT OF SUN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2723" y="1544389"/>
            <a:ext cx="273840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977140" y="2331541"/>
            <a:ext cx="318972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 of the Sun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61672" y="2867323"/>
            <a:ext cx="82065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Sūrya-gati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990" y="349969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"Where did the sun rise today? Where will it set?"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Point.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"Did you know the sunrise direction CHANGES through the year? Today we learn why."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12 — Movement Of Sun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Sun moves on a big yearly path: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Uttarāyaṇa (उत्तरायण)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northward course — Dec to June — days get longer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Dakṣiṇāyana (दक्षिणायन)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southward course — June to Dec — days get shorter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Two special days: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089696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Solstice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sun is at its farthest north (June) or south (Dec)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Equinox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day = night (March 21, Sept 22)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70420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 zodiac signs (rāśis) for 12 months: chant them — Meṣa, Vṛṣabha, Mithuna, Karkaṭa, Siṁha, Kanyā, Tulā, Vṛścika, Dhanus, Makara, Kumbha, Mīna.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12 — Movement Of Sun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a sunny window: mark today's sunrise direction. Compare with a marked sunrise direction from 3 months ago (or imagine). Show the 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"Uttarāyaṇa! Dakṣiṇāyana!"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12 — Movement Of Sun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Tell the story of how the Sun visits 12 houses (rāśis) each year, taking one month at each — like a friend visiting 12 cousins.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12 — Movement Of Sun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marks 4 special days on a year-circle (Mar 21, Jun 21, Sep 22, Dec 21) and labels them. Decorate.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12 — Movement Of Sun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says one thing they learned about the Sun. Cheer.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12 — Movement Of Sun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Sun's yearly path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Axial tilt and seasons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Uttarāyaṇa and Dakṣiṇāyana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Equinoxes — viṣuva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12 rāśis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Saṅkrānti moments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Sāyana vs nirayana — the ayanāṁśa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Precession of equinoxes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Cross-cultural calendars — solar systems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Final share + personal calendar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12 — Movement Of Sun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12 — Movement Of Sun — Primary</dc:title>
  <dc:subject>PptxGenJS Presentation</dc:subject>
  <dc:creator>IKS Curriculum</dc:creator>
  <cp:lastModifiedBy>IKS Curriculum</cp:lastModifiedBy>
  <cp:revision>1</cp:revision>
  <dcterms:created xsi:type="dcterms:W3CDTF">2026-05-28T02:29:28Z</dcterms:created>
  <dcterms:modified xsi:type="dcterms:W3CDTF">2026-05-28T02:29:28Z</dcterms:modified>
</cp:coreProperties>
</file>