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457969" y="1315938"/>
            <a:ext cx="4227912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09 — SUBTRACTION NIKHILAM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324015" y="1544389"/>
            <a:ext cx="2495821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9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744575" y="2331541"/>
            <a:ext cx="3654850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6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Subtraction by Nikhilam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332213" y="2867323"/>
            <a:ext cx="24794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Nikhilaṁ Navataścaramaṁ Daśataḥ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49338" y="3499693"/>
            <a:ext cx="104517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A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Opening hook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Project: 1000 − 437 = ? Long subtraction has many borrows.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"Or — Nikhilam: all from 9, last from 10. → 999 − 437 = 562, then +1 = 563. Today's lesson."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09 — Subtraction Nikhilam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idea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Nikhilam method for subtraction from powers of 10: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10ⁿ − N: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462534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Subtract each digit of N from 9 EXCEPT the last digit.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Subtract the LAST digit from 10.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Concatenate.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32082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1000 − 437.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2622947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→ 9 − 4 = 5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→ 9 − 3 = 6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→ 10 − 7 = 3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563.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372501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Algebraic identity: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10ⁿ − N = (10ⁿ − 1) − N + 1 = "all 9s minus N, plus 1." The procedure encodes this.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09 — Subtraction Nikhilam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Demonstration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computation.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Compute 10000 − 4783 by both methods. Time it. Discuss why Nikhilam is faster (no borrowing cascade).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09 — Subtraction Nikhilam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moment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Paraphrase Tirthaji 1965, Sūtra 2: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"Nikhilaṁ Navataścaramaṁ Daśataḥ — all from 9 and the last from 10. The complement method."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09 — Subtraction Nikhilam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 activity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race.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 problems mixing subtraction from 100, 1000, 10000. Each student records their time + accuracy.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09 — Subtraction Nikhilam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 + take-home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surprised you most about the connection between Nikhilam and computers?"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09 — Subtraction Nikhilam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deeper into Adhyayana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10-day version of this module: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47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sūtra — all from 9, last from 10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Complement to 1000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Subtract from a power of 10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General subtraction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algebra — why it works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Bar model proof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Two's complement in binary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Speed practice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Mixed practice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Final assessment + computer-subtraction poster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09 — Subtraction Nikhilam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09 — Subtraction Nikhilam — Middle</dc:title>
  <dc:subject>PptxGenJS Presentation</dc:subject>
  <dc:creator>IKS Curriculum</dc:creator>
  <cp:lastModifiedBy>IKS Curriculum</cp:lastModifiedBy>
  <cp:revision>1</cp:revision>
  <dcterms:created xsi:type="dcterms:W3CDTF">2026-05-28T02:30:21Z</dcterms:created>
  <dcterms:modified xsi:type="dcterms:W3CDTF">2026-05-28T02:30:21Z</dcterms:modified>
</cp:coreProperties>
</file>