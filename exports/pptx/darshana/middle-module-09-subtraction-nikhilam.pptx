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module-09-subtraction-nikhilam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9 — Subtraction by Nikhilam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Nikhilaṁ Navataścaramaṁ Daśataḥ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“All from 9, last from 10” — a complement method for subtraction.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9’s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Project: 1000 − 437 = ? Long subtraction has many borrows. </a:t>
            </a:r>
            <a:r>
              <a:rPr i="1"/>
              <a:t>“Or — Nikhilam: all from 9, last from 10. → 999 − 437 = 562, then +1 = 563. Today’s lesson.”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Nikhilam method for subtraction from powers of 10:</a:t>
            </a:r>
          </a:p>
          <a:p>
            <a:pPr lvl="0" indent="0" marL="0">
              <a:buNone/>
            </a:pPr>
            <a:r>
              <a:rPr/>
              <a:t>For 10ⁿ − N: 1. Subtract each digit of N from 9 EXCEPT the last digit. 2. Subtract the LAST digit from 10. 3. Concatenate.</a:t>
            </a:r>
          </a:p>
          <a:p>
            <a:pPr lvl="0" indent="0" marL="0">
              <a:buNone/>
            </a:pPr>
            <a:r>
              <a:rPr/>
              <a:t>Example: 1000 − 437. - 4 → 9 − 4 = 5 - 3 → 9 − 3 = 6 - 7 → 10 − 7 = 3 - Answer: 563.</a:t>
            </a:r>
          </a:p>
          <a:p>
            <a:pPr lvl="0" indent="0" marL="0">
              <a:buNone/>
            </a:pPr>
            <a:r>
              <a:rPr b="1"/>
              <a:t>Algebraic identity:</a:t>
            </a:r>
            <a:r>
              <a:rPr/>
              <a:t> 10ⁿ − N = (10ⁿ − 1) − N + 1 = “all 9s minus N, plus 1.” The procedure encodes this.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Live computation.</a:t>
            </a:r>
            <a:r>
              <a:rPr/>
              <a:t> Compute 10000 − 4783 by both methods. Time it. Discuss why Nikhilam is faster (no borrowing cascade).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Tirthaji 1965, Sūtra 2: </a:t>
            </a:r>
            <a:r>
              <a:rPr i="1"/>
              <a:t>“Nikhilaṁ Navataścaramaṁ Daśataḥ — all from 9 and the last from 10. The complement method.”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Speed race.</a:t>
            </a:r>
            <a:r>
              <a:rPr/>
              <a:t> 20 problems mixing subtraction from 100, 1000, 10000. Each student records their time + accuracy.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“What surprised you most about the connection between Nikhilam and computers?”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The sūtra — all from 9, last from 10</a:t>
            </a:r>
          </a:p>
          <a:p>
            <a:pPr lvl="0"/>
            <a:r>
              <a:rPr b="1"/>
              <a:t>Day 02</a:t>
            </a:r>
            <a:r>
              <a:rPr/>
              <a:t> — Complement to 1000</a:t>
            </a:r>
          </a:p>
          <a:p>
            <a:pPr lvl="0"/>
            <a:r>
              <a:rPr b="1"/>
              <a:t>Day 03</a:t>
            </a:r>
            <a:r>
              <a:rPr/>
              <a:t> — Subtract from a power of 10</a:t>
            </a:r>
          </a:p>
          <a:p>
            <a:pPr lvl="0"/>
            <a:r>
              <a:rPr b="1"/>
              <a:t>Day 04</a:t>
            </a:r>
            <a:r>
              <a:rPr/>
              <a:t> — General subtraction</a:t>
            </a:r>
          </a:p>
          <a:p>
            <a:pPr lvl="0"/>
            <a:r>
              <a:rPr b="1"/>
              <a:t>Day 05</a:t>
            </a:r>
            <a:r>
              <a:rPr/>
              <a:t> — The algebra — why it works</a:t>
            </a:r>
          </a:p>
          <a:p>
            <a:pPr lvl="0"/>
            <a:r>
              <a:rPr b="1"/>
              <a:t>Day 06</a:t>
            </a:r>
            <a:r>
              <a:rPr/>
              <a:t> — Bar model proof</a:t>
            </a:r>
          </a:p>
          <a:p>
            <a:pPr lvl="0"/>
            <a:r>
              <a:rPr b="1"/>
              <a:t>Day 07</a:t>
            </a:r>
            <a:r>
              <a:rPr/>
              <a:t> — Two’s complement in binary</a:t>
            </a:r>
          </a:p>
          <a:p>
            <a:pPr lvl="0"/>
            <a:r>
              <a:rPr b="1"/>
              <a:t>Day 08</a:t>
            </a:r>
            <a:r>
              <a:rPr/>
              <a:t> — Speed practice</a:t>
            </a:r>
          </a:p>
          <a:p>
            <a:pPr lvl="0"/>
            <a:r>
              <a:rPr b="1"/>
              <a:t>Day 09</a:t>
            </a:r>
            <a:r>
              <a:rPr/>
              <a:t> — Mixed practice</a:t>
            </a:r>
          </a:p>
          <a:p>
            <a:pPr lvl="0"/>
            <a:r>
              <a:rPr b="1"/>
              <a:t>Day 10</a:t>
            </a:r>
            <a:r>
              <a:rPr/>
              <a:t> — Final assessment + computer-subtraction poster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module-09-subtraction-nikhilam - Darshana (60-min workshop)</dc:title>
  <dc:creator>IKS Curriculum - middle band</dc:creator>
  <cp:keywords/>
  <dcterms:created xsi:type="dcterms:W3CDTF">2026-05-28T02:10:52Z</dcterms:created>
  <dcterms:modified xsi:type="dcterms:W3CDTF">2026-05-28T02:10:52Z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