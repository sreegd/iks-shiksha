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37097" y="1315938"/>
            <a:ext cx="386980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06 — MOON PHASES TITHI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24015" y="1544389"/>
            <a:ext cx="249582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860555" y="2331541"/>
            <a:ext cx="34227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Moon Phases and Tithi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94345" y="2867323"/>
            <a:ext cx="13551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Candra-pakṣa, Tithi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 year-long animation of moon phases.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"~29.5 days from full moon to full moon. Indian astronomy divides this into 30 lunar days called tithis. Why 30 and not 29 or 30 sometimes? Today we find out."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06 — Moon Phases Tithi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Moon-month framework: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Synodic month: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~29.5 days from one full moon to the next.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Tithi: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1/30th of synodic month — NOT a 24-hour day. Tithi length varies (~20-26 hours).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Pakṣa: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half-month, 15 tithis.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Śukla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(bright/waxing)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(dark/waning).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five-limbed Indian calendar with tithi, vāra (weekday), nakṣatra, yoga, karaṇa.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7513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eclipses?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Solar eclipse only on amāvasyā (new moon). Lunar eclipse only on pūrṇimā (full moon). Both require alignment of Sun-Moon-Earth.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06 — Moon Phases Tithi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computation: pick today's date, look up the lunar elongation (in degrees) from any pañcāṅga app. Compute the tithi by dividing by 12°. Compare with the published pañcāṅga.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06 — Moon Phases Tithi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Sūrya-siddhānta, ch. 2: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tithi is the time required for the Moon to gain 12° of longitudinal separation from the Sun. There are 30 tithis in a synodic month."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06 — Moon Phases Tithi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class tithi calendar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current month. Each student fills in 2-3 dates with tithi, pakṣa, and one cultural festival or saint's day if any.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06 — Moon Phases Tithi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does India use two calendars (lunar pañcāṅga + Gregorian solar) in daily life? What does each handle better?"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06 — Moon Phases Tithi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moon's shape — why it changes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Pakṣa — bright and dark fortnights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15 tithis — names and computation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Building a tithi calendar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Lunar months and festivals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Pañcāṅga — the five limbs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Eclipse geometry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Modern lunar science — phases, libration, tides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Cross-cultural calendars — Hijri, Chinese, Hebrew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Synthesis quiz + moon diary share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06 — Moon Phases Tithi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06 — Moon Phases Tithi — Middle</dc:title>
  <dc:subject>PptxGenJS Presentation</dc:subject>
  <dc:creator>IKS Curriculum</dc:creator>
  <cp:lastModifiedBy>IKS Curriculum</cp:lastModifiedBy>
  <cp:revision>1</cp:revision>
  <dcterms:created xsi:type="dcterms:W3CDTF">2026-05-28T02:30:07Z</dcterms:created>
  <dcterms:modified xsi:type="dcterms:W3CDTF">2026-05-28T02:30:07Z</dcterms:modified>
</cp:coreProperties>
</file>