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module-04-doshas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senior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4 — Doshas — Vāta, Pitta, Kapha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Tri-doṣa</a:t>
            </a:r>
            <a:r>
              <a:rPr/>
              <a:t> · </a:t>
            </a:r>
            <a:r>
              <a:rPr b="1"/>
              <a:t>Band:</a:t>
            </a:r>
            <a:r>
              <a:rPr/>
              <a:t> Senior (9-12)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Three biological rhythms in Āyurvedic thought.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4’s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 i="1"/>
              <a:t>“Modern personality psychology has ~6 big frameworks (Big Five, MBTI, RIASEC, etc.). Āyurveda has had ONE for ~2500 years: tridoṣa. What does that say about (a) the durability of the framework and (b) the limits of pre-modern psychology?”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Tridoṣa as biological-rhythm framework.</a:t>
            </a:r>
          </a:p>
          <a:p>
            <a:pPr lvl="0" indent="-342900" marL="342900">
              <a:buAutoNum type="arabicPeriod"/>
            </a:pPr>
            <a:r>
              <a:rPr b="1"/>
              <a:t>Vāta (motion).</a:t>
            </a:r>
            <a:r>
              <a:rPr/>
              <a:t> Modern parallels: autonomic nervous system arousal, peristaltic + circulatory rhythms.</a:t>
            </a:r>
          </a:p>
          <a:p>
            <a:pPr lvl="0" indent="-342900" marL="342900">
              <a:buAutoNum type="arabicPeriod"/>
            </a:pPr>
            <a:r>
              <a:rPr b="1"/>
              <a:t>Pitta (transformation).</a:t>
            </a:r>
            <a:r>
              <a:rPr/>
              <a:t> Modern: metabolic rate, thermoregulation, inflammatory response.</a:t>
            </a:r>
          </a:p>
          <a:p>
            <a:pPr lvl="0" indent="-342900" marL="342900">
              <a:buAutoNum type="arabicPeriod"/>
            </a:pPr>
            <a:r>
              <a:rPr b="1"/>
              <a:t>Kapha (structure).</a:t>
            </a:r>
            <a:r>
              <a:rPr/>
              <a:t> Modern: anabolic/structural metabolism, parasympathetic dominance.</a:t>
            </a:r>
          </a:p>
          <a:p>
            <a:pPr lvl="0" indent="0" marL="0">
              <a:buNone/>
            </a:pPr>
            <a:r>
              <a:rPr/>
              <a:t>The mapping is not 1:1, but the empirical observations behind each doṣa are well-attested (Caraka </a:t>
            </a:r>
            <a:r>
              <a:rPr i="1"/>
              <a:t>Sūtrasthāna</a:t>
            </a:r>
            <a:r>
              <a:rPr/>
              <a:t> 12).</a:t>
            </a:r>
          </a:p>
          <a:p>
            <a:pPr lvl="0" indent="0" marL="0">
              <a:buNone/>
            </a:pPr>
            <a:r>
              <a:rPr b="1"/>
              <a:t>Honest critique:</a:t>
            </a:r>
            <a:r>
              <a:rPr/>
              <a:t> Tridoṣa is not a clinical-diagnostic tool by modern medical standards. It IS a useful self-observation framework. Most users err by reading it as diagnostic — that’s a category mistake.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The 30-question prakṛti survey.</a:t>
            </a:r>
            <a:r>
              <a:rPr/>
              <a:t> Distribute the Aṣṭāṅga Hṛdaya </a:t>
            </a:r>
            <a:r>
              <a:rPr i="1"/>
              <a:t>Sūtrasthāna</a:t>
            </a:r>
            <a:r>
              <a:rPr/>
              <a:t> 1-derived survey. Students fill in 10 minutes. Most score as </a:t>
            </a:r>
            <a:r>
              <a:rPr i="1"/>
              <a:t>dvi-doṣa</a:t>
            </a:r>
            <a:r>
              <a:rPr/>
              <a:t> (mixed) — that’s the expected result. Discussion: why is mono-doṣa rare?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 b="1"/>
              <a:t>Quoted verse.</a:t>
            </a:r>
            <a:r>
              <a:rPr/>
              <a:t> Caraka Saṁhitā, </a:t>
            </a:r>
            <a:r>
              <a:rPr i="1"/>
              <a:t>Sūtrasthāna</a:t>
            </a:r>
            <a:r>
              <a:rPr/>
              <a:t> 1.57:</a:t>
            </a:r>
          </a:p>
          <a:p>
            <a:pPr lvl="0" indent="0" marL="1270000">
              <a:buNone/>
            </a:pPr>
            <a:r>
              <a:rPr sz="2000" i="1"/>
              <a:t>vāyuḥ pittaṁ kaphaścoktaḥ śārīro doṣa-saṅgrahaḥ</a:t>
            </a:r>
          </a:p>
          <a:p>
            <a:pPr lvl="0" indent="0" marL="0">
              <a:buNone/>
            </a:pPr>
            <a:r>
              <a:rPr/>
              <a:t>“Wind, bile, and phlegm — this is the summary of the bodily doṣas.”</a:t>
            </a:r>
          </a:p>
          <a:p>
            <a:pPr lvl="0" indent="0" marL="0">
              <a:buNone/>
            </a:pPr>
            <a:r>
              <a:rPr/>
              <a:t>Note: this verse does NOT say “diseases.” It says “doṣas” — functional principles. Treating them AS diseases is a modern misreading. The translation “humour” or “principle” is more accurate.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Doṣa critical-reading exercise.</a:t>
            </a:r>
            <a:r>
              <a:rPr/>
              <a:t> Distribute 3 short pop-Āyurveda blog excerpts. Pairs evaluate: is the claim (a) traditional, (b) empirically testable, (c) overreach? Develop a scoring rubric together.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“Distinguish: where IS tridoṣa empirically defensible? Where is it culturally meaningful but empirically weak? Where would treating it as diagnosis cause harm?”</a:t>
            </a:r>
            <a:r>
              <a:rPr/>
              <a:t> — 3 paragraphs.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Three doṣas — introduction</a:t>
            </a:r>
          </a:p>
          <a:p>
            <a:pPr lvl="0"/>
            <a:r>
              <a:rPr b="1"/>
              <a:t>Day 02</a:t>
            </a:r>
            <a:r>
              <a:rPr/>
              <a:t> — Vāta — the motion principle</a:t>
            </a:r>
          </a:p>
          <a:p>
            <a:pPr lvl="0"/>
            <a:r>
              <a:rPr b="1"/>
              <a:t>Day 03</a:t>
            </a:r>
            <a:r>
              <a:rPr/>
              <a:t> — Pitta — the transformation principle</a:t>
            </a:r>
          </a:p>
          <a:p>
            <a:pPr lvl="0"/>
            <a:r>
              <a:rPr b="1"/>
              <a:t>Day 04</a:t>
            </a:r>
            <a:r>
              <a:rPr/>
              <a:t> — Kapha — the structure principle</a:t>
            </a:r>
          </a:p>
          <a:p>
            <a:pPr lvl="0"/>
            <a:r>
              <a:rPr b="1"/>
              <a:t>Day 05</a:t>
            </a:r>
            <a:r>
              <a:rPr/>
              <a:t> — Mapping doṣas to the five elements (Module 2)</a:t>
            </a:r>
          </a:p>
          <a:p>
            <a:pPr lvl="0"/>
            <a:r>
              <a:rPr b="1"/>
              <a:t>Day 06</a:t>
            </a:r>
            <a:r>
              <a:rPr/>
              <a:t> — Prakṛti self-assessment</a:t>
            </a:r>
          </a:p>
          <a:p>
            <a:pPr lvl="0"/>
            <a:r>
              <a:rPr b="1"/>
              <a:t>Day 07</a:t>
            </a:r>
            <a:r>
              <a:rPr/>
              <a:t> — Daily doṣa rhythms (kapha morning, pitta noon, vāta evening)</a:t>
            </a:r>
          </a:p>
          <a:p>
            <a:pPr lvl="0"/>
            <a:r>
              <a:rPr b="1"/>
              <a:t>Day 08</a:t>
            </a:r>
            <a:r>
              <a:rPr/>
              <a:t> — Seasonal doṣa rhythms</a:t>
            </a:r>
          </a:p>
          <a:p>
            <a:pPr lvl="0"/>
            <a:r>
              <a:rPr b="1"/>
              <a:t>Day 09</a:t>
            </a:r>
            <a:r>
              <a:rPr/>
              <a:t> — Balance vs imbalance (sāmya vs vaiṣamya)</a:t>
            </a:r>
          </a:p>
          <a:p>
            <a:pPr lvl="0"/>
            <a:r>
              <a:rPr b="1"/>
              <a:t>Day 10</a:t>
            </a:r>
            <a:r>
              <a:rPr/>
              <a:t> — Synthesis + 7-day self-observation project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module-04-doshas - Darshana (60-min workshop)</dc:title>
  <dc:creator>IKS Curriculum - senior band</dc:creator>
  <cp:keywords/>
  <dcterms:created xsi:type="dcterms:W3CDTF">2026-05-28T02:11:03Z</dcterms:created>
  <dcterms:modified xsi:type="dcterms:W3CDTF">2026-05-28T02:11:03Z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