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076117" y="1315938"/>
            <a:ext cx="2991767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9979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MODULE 04 — DOSHAS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528495" y="1544389"/>
            <a:ext cx="2087011" cy="584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600"/>
              </a:lnSpc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Module 4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2592317" y="2331541"/>
            <a:ext cx="3959218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12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26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Doshas — Vāta, Pitta, Kapha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271276" y="2867323"/>
            <a:ext cx="60129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Tri-doṣa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28844" y="3499693"/>
            <a:ext cx="1086163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30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5C5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Opening hook · 5 min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"Modern personality psychology has ~6 big frameworks (Big Five, MBTI, RIASEC, etc.). Āyurveda has had ONE for ~2500 years: tridoṣa. What does that say about (a) the durability of the framework and (b) the limits of pre-modern psychology?"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Module 04 — Doshas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idea · 15 min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Tridoṣa as biological-rhythm framework.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Vāta (motion).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Modern parallels: autonomic nervous system arousal, peristaltic + circulatory rhythms.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Pitta (transformation).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Modern: metabolic rate, thermoregulation, inflammatory response.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Kapha (structure).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Modern: anabolic/structural metabolism, parasympathetic dominance.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2031355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mapping is not 1:1, but the empirical observations behind each doṣa are well-attested (Caraka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Sūtrasthāna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12).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2320826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Honest critique: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Tridoṣa is not a clinical-diagnostic tool by modern medical standards. It IS a useful self-observation framework. Most users err by reading it as diagnostic — that's a category mistake.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Module 04 — Doshas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Demonstration · 10 min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30-question prakṛti survey.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Distribute the Aṣṭāṅga Hṛdaya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Sūtrasthāna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1-derived survey. Students fill in 10 minutes. Most score as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dvi-doṣa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(mixed) — that's the expected result. Discussion: why is mono-doṣa rare?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Module 04 — Doshas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Source moment · 5 min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Quoted verse.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Caraka Saṁhitā,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Sūtrasthāna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1.57: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173063"/>
            <a:ext cx="8331398" cy="611981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34876" y="1173063"/>
            <a:ext cx="0" cy="611981"/>
          </a:xfrm>
          <a:prstGeom prst="line">
            <a:avLst/>
          </a:prstGeom>
          <a:noFill/>
          <a:ln w="57150">
            <a:solidFill>
              <a:srgbClr val="99792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2051" y="1363563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vāyuḥ pittaṁ kaphaścoktaḥ śārīro doṣa-saṅgrahaḥ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06301" y="1873895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"Wind, bile, and phlegm — this is the summary of the bodily doṣas."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06301" y="2163366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Note: this verse does NOT say "diseases." It says "doṣas" — functional principles. Treating them AS diseases is a modern misreading. The translation "humour" or "principle" is more accurate.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Module 04 — Doshas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Hands-on activity · 15 min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Doṣa critical-reading exercise.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Distribute 3 short pop-Āyurveda blog excerpts. Pairs evaluate: is the claim (a) traditional, (b) empirically testable, (c) overreach? Develop a scoring rubric together.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Module 04 — Doshas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Reflection + take-home · 10 min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"Distinguish: where IS tridoṣa empirically defensible? Where is it culturally meaningful but empirically weak? Where would treating it as diagnosis cause harm?"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3 paragraphs.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Module 04 — Doshas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Go deeper into Adhyayana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full 10-day version of this module: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2475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01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Three doṣas — introduction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02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Vāta — the motion principle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03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Pitta — the transformation principle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04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Kapha — the structure principle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05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Mapping doṣas to the five elements (Module 2)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06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Prakṛti self-assessment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07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Daily doṣa rhythms (kapha morning, pitta noon, vāta evening)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08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Seasonal doṣa rhythms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09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Balance vs imbalance (sāmya vs vaiṣamya)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10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Synthesis + 7-day self-observation project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Module 04 — Doshas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04 — Doshas — Senior</dc:title>
  <dc:subject>PptxGenJS Presentation</dc:subject>
  <dc:creator>IKS Curriculum</dc:creator>
  <cp:lastModifiedBy>IKS Curriculum</cp:lastModifiedBy>
  <cp:revision>1</cp:revision>
  <dcterms:created xsi:type="dcterms:W3CDTF">2026-05-28T02:31:05Z</dcterms:created>
  <dcterms:modified xsi:type="dcterms:W3CDTF">2026-05-28T02:31:05Z</dcterms:modified>
</cp:coreProperties>
</file>