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87047" y="1315938"/>
            <a:ext cx="29699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16727" y="1544389"/>
            <a:ext cx="2510546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186176" y="2331541"/>
            <a:ext cx="2771498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and the Body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381942" y="2867323"/>
            <a:ext cx="3799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All stand.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"Reach up high! Bring hands together. Now bow slow."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sūrya namaskāra — a yoga sequence. Today we learn what YOGA really means in India."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 is more than just stretching. It's a way to feel good in your body and your mind.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Eight parts of yoga: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Yama — be kind to others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Niyama — be kind to yourself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Āsana — body poses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Prāṇāyāma — breath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Pratyāhāra — turn senses inward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Dhāraṇā — focus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Dhyāna — meditation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Samādhi — deep peace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5397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try a little of each!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a gentle 3-pose sequence: stand tall (tāḍāsana), bend forward (uttānāsana), stretch arms up (ūrdhva hastāsana). Each held for 3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Patañjali, a wise teacher who said: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"Yoga is not just bending your body. It's being kind, breathing well, focusing your mind, and being at peace."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 3-minute "kind-yoga" sequence: one ethical commitment (yama/niyama), one pose, one breath. Each child shares.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says one limb they liked. Cheer for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Yoga in your life — what is it really?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Yamas — five ethical restraints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Niyamas — five personal observances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Āsana — what Patañjali actually said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Prāṇāyāma — breath physiology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Pratyāhāra and Dhāraṇā — turning inward, focusing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Dhyāna — meditation as method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Samādhi — the goal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Modern yoga — what changed, what stayed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Personal practice plan + share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08 — Yoga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08 — Yoga — Primary</dc:title>
  <dc:subject>PptxGenJS Presentation</dc:subject>
  <dc:creator>IKS Curriculum</dc:creator>
  <cp:lastModifiedBy>IKS Curriculum</cp:lastModifiedBy>
  <cp:revision>1</cp:revision>
  <dcterms:created xsi:type="dcterms:W3CDTF">2026-05-28T02:29:10Z</dcterms:created>
  <dcterms:modified xsi:type="dcterms:W3CDTF">2026-05-28T02:29:10Z</dcterms:modified>
</cp:coreProperties>
</file>