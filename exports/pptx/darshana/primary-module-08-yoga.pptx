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module-08-yoga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primary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8 — Yoga and the Body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Yoga</a:t>
            </a:r>
            <a:r>
              <a:rPr/>
              <a:t> · </a:t>
            </a:r>
            <a:r>
              <a:rPr b="1"/>
              <a:t>Band:</a:t>
            </a:r>
            <a:r>
              <a:rPr/>
              <a:t> Primary (3-5)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Patañjali’s eight limbs and safe āsana practice.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8’s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All stand. </a:t>
            </a:r>
            <a:r>
              <a:rPr i="1"/>
              <a:t>“Reach up high! Bring hands together. Now bow slow.”</a:t>
            </a:r>
            <a:r>
              <a:rPr/>
              <a:t> </a:t>
            </a:r>
            <a:r>
              <a:rPr i="1"/>
              <a:t>“That’s sūrya namaskāra — a yoga sequence. Today we learn what YOGA really means in India.”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Yoga is more than just stretching. It’s a way to feel good in your body and your mind.</a:t>
            </a:r>
          </a:p>
          <a:p>
            <a:pPr lvl="0" indent="0" marL="0">
              <a:buNone/>
            </a:pPr>
            <a:r>
              <a:rPr/>
              <a:t>Eight parts of yoga: 1. Yama — be kind to others 2. Niyama — be kind to yourself 3. Āsana — body poses 4. Prāṇāyāma — breath 5. Pratyāhāra — turn senses inward 6. Dhāraṇā — focus 7. Dhyāna — meditation 8. Samādhi — deep peace</a:t>
            </a:r>
          </a:p>
          <a:p>
            <a:pPr lvl="0" indent="0" marL="0">
              <a:buNone/>
            </a:pPr>
            <a:r>
              <a:rPr/>
              <a:t>Today: try a little of each!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/>
              <a:t>Lead a gentle 3-pose sequence: stand tall (tāḍāsana), bend forward (uttānāsana), stretch arms up (ūrdhva hastāsana). Each held for 3 breaths.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Tell the story of Patañjali, a wise teacher who said: </a:t>
            </a:r>
            <a:r>
              <a:rPr i="1"/>
              <a:t>“Yoga is not just bending your body. It’s being kind, breathing well, focusing your mind, and being at peace.”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/>
              <a:t>Design a 3-minute “kind-yoga” sequence: one ethical commitment (yama/niyama), one pose, one breath. Each child shares.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/>
              <a:t>Each child says one limb they liked. Cheer for each.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Yoga in your life — what is it really?</a:t>
            </a:r>
          </a:p>
          <a:p>
            <a:pPr lvl="0"/>
            <a:r>
              <a:rPr b="1"/>
              <a:t>Day 02</a:t>
            </a:r>
            <a:r>
              <a:rPr/>
              <a:t> — Yamas — five ethical restraints</a:t>
            </a:r>
          </a:p>
          <a:p>
            <a:pPr lvl="0"/>
            <a:r>
              <a:rPr b="1"/>
              <a:t>Day 03</a:t>
            </a:r>
            <a:r>
              <a:rPr/>
              <a:t> — Niyamas — five personal observances</a:t>
            </a:r>
          </a:p>
          <a:p>
            <a:pPr lvl="0"/>
            <a:r>
              <a:rPr b="1"/>
              <a:t>Day 04</a:t>
            </a:r>
            <a:r>
              <a:rPr/>
              <a:t> — Āsana — what Patañjali actually said</a:t>
            </a:r>
          </a:p>
          <a:p>
            <a:pPr lvl="0"/>
            <a:r>
              <a:rPr b="1"/>
              <a:t>Day 05</a:t>
            </a:r>
            <a:r>
              <a:rPr/>
              <a:t> — Prāṇāyāma — breath physiology</a:t>
            </a:r>
          </a:p>
          <a:p>
            <a:pPr lvl="0"/>
            <a:r>
              <a:rPr b="1"/>
              <a:t>Day 06</a:t>
            </a:r>
            <a:r>
              <a:rPr/>
              <a:t> — Pratyāhāra and Dhāraṇā — turning inward, focusing</a:t>
            </a:r>
          </a:p>
          <a:p>
            <a:pPr lvl="0"/>
            <a:r>
              <a:rPr b="1"/>
              <a:t>Day 07</a:t>
            </a:r>
            <a:r>
              <a:rPr/>
              <a:t> — Dhyāna — meditation as method</a:t>
            </a:r>
          </a:p>
          <a:p>
            <a:pPr lvl="0"/>
            <a:r>
              <a:rPr b="1"/>
              <a:t>Day 08</a:t>
            </a:r>
            <a:r>
              <a:rPr/>
              <a:t> — Samādhi — the goal</a:t>
            </a:r>
          </a:p>
          <a:p>
            <a:pPr lvl="0"/>
            <a:r>
              <a:rPr b="1"/>
              <a:t>Day 09</a:t>
            </a:r>
            <a:r>
              <a:rPr/>
              <a:t> — Modern yoga — what changed, what stayed</a:t>
            </a:r>
          </a:p>
          <a:p>
            <a:pPr lvl="0"/>
            <a:r>
              <a:rPr b="1"/>
              <a:t>Day 10</a:t>
            </a:r>
            <a:r>
              <a:rPr/>
              <a:t> — Personal practice plan + share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module-08-yoga - Darshana (60-min workshop)</dc:title>
  <dc:creator>IKS Curriculum - primary band</dc:creator>
  <cp:keywords/>
  <dcterms:created xsi:type="dcterms:W3CDTF">2026-05-28T02:10:34Z</dcterms:created>
  <dcterms:modified xsi:type="dcterms:W3CDTF">2026-05-28T02:10:34Z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