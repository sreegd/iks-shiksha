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691749" y="1315938"/>
            <a:ext cx="376035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E4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12 — MOVEMENT OF SUN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2723" y="1544389"/>
            <a:ext cx="2738405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12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977140" y="2331541"/>
            <a:ext cx="3189720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Movement of the Sun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217689" y="2867323"/>
            <a:ext cx="70847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Sūrya-gati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49338" y="3499693"/>
            <a:ext cx="104517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5A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a sunrise-direction composite (12 photos, one per month, same location).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sunrise drifts north and south through the year. Why?"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(Earth's axial tilt.)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"Today: the Indian framework — uttarāyaṇa, dakṣiṇāyana, and the 12 rāśis."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12 — Movement Of Sun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Sun's annual journey: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74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Axial tilt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(23.5°) → Sun's apparent path drifts north/south.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(Dec 21 → June 21): Sun rises further north each 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(June 21 → Dec 21): Sun rises further south each 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Solstices: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June 21 (Sun farthest north), Dec 21 (farthest south).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Equinoxes: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March 21, Sept 22 (Sun crosses the equator, day = night everywhere).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rāśis: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ecliptic divided into 12 × 30° segments. Sun travels through ~1 rāśi per month.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Saṅkrānti: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day Sun moves from one rāśi to the next. Makara Saṅkrānti (Sun enters Capricorn) ~ Jan 14.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12 — Movement Of Sun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Globe + torch demo: tilt the globe, walk torch around. Show how axial tilt creates seasons. Compute today's ayanāṁśa (use a panchanga app).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12 — Movement Of Sun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 Sūrya-siddhānta, ch. 14: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Sun travels along the ecliptic. In one year it completes one revolution through the 12 rāśis."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12 — Movement Of Sun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solar calendar.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Mark current month, ayanāṁśa, current rāśi, next saṅkrānti. Predict your birthday's rāśi (use a panchanga). Compare with classmates.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12 — Movement Of Sun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does Makara Saṅkrānti (Jan 14) not match the December solstice exactly? What does the gap tell us?"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12 — Movement Of Sun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Sun's yearly path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Axial tilt and seasons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Uttarāyaṇa and Dakṣiṇāyana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Equinoxes — viṣuva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12 rāśis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Saṅkrānti moments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Sāyana vs nirayana — the ayanāṁśa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Precession of equinoxes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Cross-cultural calendars — solar systems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Final share + personal calendar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12 — Movement Of Sun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12 — Movement Of Sun — Middle</dc:title>
  <dc:subject>PptxGenJS Presentation</dc:subject>
  <dc:creator>IKS Curriculum</dc:creator>
  <cp:lastModifiedBy>IKS Curriculum</cp:lastModifiedBy>
  <cp:revision>1</cp:revision>
  <dcterms:created xsi:type="dcterms:W3CDTF">2026-05-28T02:30:34Z</dcterms:created>
  <dcterms:modified xsi:type="dcterms:W3CDTF">2026-05-28T02:30:34Z</dcterms:modified>
</cp:coreProperties>
</file>