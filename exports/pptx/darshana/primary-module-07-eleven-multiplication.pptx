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module-07-eleven-multiplication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primary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7 — ×11 Multiplication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Ekādhikena Pūrveṇa</a:t>
            </a:r>
            <a:r>
              <a:rPr/>
              <a:t> · </a:t>
            </a:r>
            <a:r>
              <a:rPr b="1"/>
              <a:t>Band:</a:t>
            </a:r>
            <a:r>
              <a:rPr/>
              <a:t> Primary (3-5)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Mental multiplication by 11 from 20th-century Indian arithmetic.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7’s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Write 23 × 11 on the board. Pause. </a:t>
            </a:r>
            <a:r>
              <a:rPr i="1"/>
              <a:t>“Anyone solve it in 3 seconds?”</a:t>
            </a:r>
            <a:r>
              <a:rPr/>
              <a:t> (Pause.) *“Today’s magic trick: split the digits, add them, put the sum in middle. 23 → 2_3 → 2_(2+3)_3 → 253. Magic!“*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The trick for ×11:</a:t>
            </a:r>
          </a:p>
          <a:p>
            <a:pPr lvl="0" indent="0" marL="0">
              <a:buNone/>
            </a:pPr>
            <a:r>
              <a:rPr/>
              <a:t>For any 2-digit number, split the digits and put their sum in the middle.</a:t>
            </a:r>
          </a:p>
          <a:p>
            <a:pPr lvl="0" indent="0" marL="0">
              <a:buNone/>
            </a:pPr>
            <a:r>
              <a:rPr/>
              <a:t>24 → 2_4 → 2_(2+4)</a:t>
            </a:r>
            <a:r>
              <a:rPr i="1"/>
              <a:t>4 → 264. 35 → 3_5 → 3</a:t>
            </a:r>
            <a:r>
              <a:rPr/>
              <a:t>(3+5)</a:t>
            </a:r>
            <a:r>
              <a:rPr i="1"/>
              <a:t>5 → 385. 71 → 7_1 → 7</a:t>
            </a:r>
            <a:r>
              <a:rPr/>
              <a:t>(7+1)_1 → 781.</a:t>
            </a:r>
          </a:p>
          <a:p>
            <a:pPr lvl="0" indent="0" marL="0">
              <a:buNone/>
            </a:pPr>
            <a:r>
              <a:rPr/>
              <a:t>Chant: </a:t>
            </a:r>
            <a:r>
              <a:rPr i="1"/>
              <a:t>“Split, add, put in middle!”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/>
              <a:t>Practice in chorus: 12 × 11, 21 × 11, 34 × 11, 56 × 11. Chant the answers together.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Tell the story of a wise teacher who said: </a:t>
            </a:r>
            <a:r>
              <a:rPr i="1"/>
              <a:t>“Numbers like games. The ×11 game has a simple rule. Today we play.”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/>
              <a:t>Each child solves 5 ×11 problems on a worksheet. Pairs check. Cheer for completed worksheets.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/>
              <a:t>Each child says one ×11 problem they solved. Cheer for each.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The ×11 hook — what is the trick?</a:t>
            </a:r>
          </a:p>
          <a:p>
            <a:pPr lvl="0"/>
            <a:r>
              <a:rPr b="1"/>
              <a:t>Day 02</a:t>
            </a:r>
            <a:r>
              <a:rPr/>
              <a:t> — The carry case</a:t>
            </a:r>
          </a:p>
          <a:p>
            <a:pPr lvl="0"/>
            <a:r>
              <a:rPr b="1"/>
              <a:t>Day 03</a:t>
            </a:r>
            <a:r>
              <a:rPr/>
              <a:t> — Why it works — the algebra</a:t>
            </a:r>
          </a:p>
          <a:p>
            <a:pPr lvl="0"/>
            <a:r>
              <a:rPr b="1"/>
              <a:t>Day 04</a:t>
            </a:r>
            <a:r>
              <a:rPr/>
              <a:t> — 3-digit ×11</a:t>
            </a:r>
          </a:p>
          <a:p>
            <a:pPr lvl="0"/>
            <a:r>
              <a:rPr b="1"/>
              <a:t>Day 05</a:t>
            </a:r>
            <a:r>
              <a:rPr/>
              <a:t> — Speed day</a:t>
            </a:r>
          </a:p>
          <a:p>
            <a:pPr lvl="0"/>
            <a:r>
              <a:rPr b="1"/>
              <a:t>Day 06</a:t>
            </a:r>
            <a:r>
              <a:rPr/>
              <a:t> — Anurūpyena extension to ×12-19</a:t>
            </a:r>
          </a:p>
          <a:p>
            <a:pPr lvl="0"/>
            <a:r>
              <a:rPr b="1"/>
              <a:t>Day 07</a:t>
            </a:r>
            <a:r>
              <a:rPr/>
              <a:t> — Limits of the method</a:t>
            </a:r>
          </a:p>
          <a:p>
            <a:pPr lvl="0"/>
            <a:r>
              <a:rPr b="1"/>
              <a:t>Day 08</a:t>
            </a:r>
            <a:r>
              <a:rPr/>
              <a:t> — Tirthaji 1965 and the historical claim</a:t>
            </a:r>
          </a:p>
          <a:p>
            <a:pPr lvl="0"/>
            <a:r>
              <a:rPr b="1"/>
              <a:t>Day 09</a:t>
            </a:r>
            <a:r>
              <a:rPr/>
              <a:t> — Mixed practice</a:t>
            </a:r>
          </a:p>
          <a:p>
            <a:pPr lvl="0"/>
            <a:r>
              <a:rPr b="1"/>
              <a:t>Day 10</a:t>
            </a:r>
            <a:r>
              <a:rPr/>
              <a:t> — Final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module-07-eleven-multiplication - Darshana (60-min workshop)</dc:title>
  <dc:creator>IKS Curriculum - primary band</dc:creator>
  <cp:keywords/>
  <dcterms:created xsi:type="dcterms:W3CDTF">2026-05-28T02:10:33Z</dcterms:created>
  <dcterms:modified xsi:type="dcterms:W3CDTF">2026-05-28T02:10:33Z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