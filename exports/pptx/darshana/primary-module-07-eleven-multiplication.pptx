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6730" y="1315938"/>
            <a:ext cx="48905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48304" y="1544389"/>
            <a:ext cx="2447243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17143" y="2331541"/>
            <a:ext cx="270971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×11 Multiplication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779126" y="2867323"/>
            <a:ext cx="1585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Ekādhikena Pūrveṇa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23 × 11 on the board. Pause.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"Anyone solve it in 3 seconds?"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(Pause.)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"Today's magic trick: split the digits, add them, put the sum in middle. 23 → 2_3 → 2_(2+3)_3 → 253. Magic!"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trick for ×11: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any 2-digit number, split the digits and put their sum in the middle.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 → 2_4 → 2_(2+4)_4 → 264. 35 → 3_5 → 3_(3+5)_5 → 385. 71 → 7_1 → 7_(7+1)_1 → 781.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"Split, add, put in middle!"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 in chorus: 12 × 11, 21 × 11, 34 × 11, 56 × 11. Chant the answers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 of a wise teacher who said: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"Numbers like games. The ×11 game has a simple rule. Today we play."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solves 5 ×11 problems on a worksheet. Pairs check. Cheer for completed worksheets.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says one ×11 problem they solved. Cheer for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×11 hook — what is the trick?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carry case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Why it works — the algebra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3-digit ×11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Speed day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Anurūpyena extension to ×12-19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Limits of the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Tirthaji 1965 and the historical claim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Mixed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Final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07 — Eleven Multiplication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 — Eleven Multiplication — Primary</dc:title>
  <dc:subject>PptxGenJS Presentation</dc:subject>
  <dc:creator>IKS Curriculum</dc:creator>
  <cp:lastModifiedBy>IKS Curriculum</cp:lastModifiedBy>
  <cp:revision>1</cp:revision>
  <dcterms:created xsi:type="dcterms:W3CDTF">2026-05-28T02:29:06Z</dcterms:created>
  <dcterms:modified xsi:type="dcterms:W3CDTF">2026-05-28T02:29:06Z</dcterms:modified>
</cp:coreProperties>
</file>