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module-10-herbs-aushadhi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10 — Herbs — Auṣadhi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Auṣadhi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Six kitchen-and-garden healing plants.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10’s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Hold up tulsī, then a piece of ginger, then turmeric. </a:t>
            </a:r>
            <a:r>
              <a:rPr i="1"/>
              <a:t>“What do these have in common?”</a:t>
            </a:r>
            <a:r>
              <a:rPr/>
              <a:t> (They’re plants. They’re in your kitchen. They help you when you’re a bit unwell.) </a:t>
            </a:r>
            <a:r>
              <a:rPr i="1"/>
              <a:t>“Today: meet six healer-plants of India.”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Six healer-plants of India:</a:t>
            </a:r>
          </a:p>
          <a:p>
            <a:pPr lvl="0" indent="-342900" marL="342900">
              <a:buAutoNum type="arabicPeriod"/>
            </a:pPr>
            <a:r>
              <a:rPr b="1"/>
              <a:t>Tulsī (तुलसी)</a:t>
            </a:r>
            <a:r>
              <a:rPr/>
              <a:t> — holy basil — for colds</a:t>
            </a:r>
          </a:p>
          <a:p>
            <a:pPr lvl="0" indent="-342900" marL="342900">
              <a:buAutoNum type="arabicPeriod"/>
            </a:pPr>
            <a:r>
              <a:rPr b="1"/>
              <a:t>Nimba (निम्ब)</a:t>
            </a:r>
            <a:r>
              <a:rPr/>
              <a:t> — neem — bitter, for skin</a:t>
            </a:r>
          </a:p>
          <a:p>
            <a:pPr lvl="0" indent="-342900" marL="342900">
              <a:buAutoNum type="arabicPeriod"/>
            </a:pPr>
            <a:r>
              <a:rPr b="1"/>
              <a:t>Haridrā (हरिद्रा)</a:t>
            </a:r>
            <a:r>
              <a:rPr/>
              <a:t> — turmeric — golden, for wounds</a:t>
            </a:r>
          </a:p>
          <a:p>
            <a:pPr lvl="0" indent="-342900" marL="342900">
              <a:buAutoNum type="arabicPeriod"/>
            </a:pPr>
            <a:r>
              <a:rPr b="1"/>
              <a:t>Ārdraka (आर्द्रक)</a:t>
            </a:r>
            <a:r>
              <a:rPr/>
              <a:t> — ginger — warm, for tummy</a:t>
            </a:r>
          </a:p>
          <a:p>
            <a:pPr lvl="0" indent="-342900" marL="342900">
              <a:buAutoNum type="arabicPeriod"/>
            </a:pPr>
            <a:r>
              <a:rPr b="1"/>
              <a:t>Yavānī (यवानी)</a:t>
            </a:r>
            <a:r>
              <a:rPr/>
              <a:t> — ajwain — for digestion</a:t>
            </a:r>
          </a:p>
          <a:p>
            <a:pPr lvl="0" indent="-342900" marL="342900">
              <a:buAutoNum type="arabicPeriod"/>
            </a:pPr>
            <a:r>
              <a:rPr b="1"/>
              <a:t>Pudīnā (पुदीना)</a:t>
            </a:r>
            <a:r>
              <a:rPr/>
              <a:t> — mint — cool, for breath</a:t>
            </a:r>
          </a:p>
          <a:p>
            <a:pPr lvl="0" indent="0" marL="0">
              <a:buNone/>
            </a:pPr>
            <a:r>
              <a:rPr/>
              <a:t>Always check with a grown-up before using any plant as medicine.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Smell-test parade.</a:t>
            </a:r>
            <a:r>
              <a:rPr/>
              <a:t> Each child smells each of 6 samples (covered, blind). Try to identify. Reveal. Cheer.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story of the wise plant-finder of Bharat who tasted plants for centuries and wrote down which ones helped: </a:t>
            </a:r>
            <a:r>
              <a:rPr i="1"/>
              <a:t>“This one for colds. This one for tummy. This one for the skin.”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Herb-friend deck.</a:t>
            </a:r>
            <a:r>
              <a:rPr/>
              <a:t> Each child draws one herb on a card with its name. Combine into a class deck. Take home for a parent show.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says one herb they’ll remember. Cheer.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What is auṣadhi?</a:t>
            </a:r>
          </a:p>
          <a:p>
            <a:pPr lvl="0"/>
            <a:r>
              <a:rPr b="1"/>
              <a:t>Day 02</a:t>
            </a:r>
            <a:r>
              <a:rPr/>
              <a:t> — Tulsī — holy basil</a:t>
            </a:r>
          </a:p>
          <a:p>
            <a:pPr lvl="0"/>
            <a:r>
              <a:rPr b="1"/>
              <a:t>Day 03</a:t>
            </a:r>
            <a:r>
              <a:rPr/>
              <a:t> — Neem — bitter healer</a:t>
            </a:r>
          </a:p>
          <a:p>
            <a:pPr lvl="0"/>
            <a:r>
              <a:rPr b="1"/>
              <a:t>Day 04</a:t>
            </a:r>
            <a:r>
              <a:rPr/>
              <a:t> — Turmeric — golden root</a:t>
            </a:r>
          </a:p>
          <a:p>
            <a:pPr lvl="0"/>
            <a:r>
              <a:rPr b="1"/>
              <a:t>Day 05</a:t>
            </a:r>
            <a:r>
              <a:rPr/>
              <a:t> — Ginger — warming root</a:t>
            </a:r>
          </a:p>
          <a:p>
            <a:pPr lvl="0"/>
            <a:r>
              <a:rPr b="1"/>
              <a:t>Day 06</a:t>
            </a:r>
            <a:r>
              <a:rPr/>
              <a:t> — Ajwain — carom seed</a:t>
            </a:r>
          </a:p>
          <a:p>
            <a:pPr lvl="0"/>
            <a:r>
              <a:rPr b="1"/>
              <a:t>Day 07</a:t>
            </a:r>
            <a:r>
              <a:rPr/>
              <a:t> — Mint — cooling leaf</a:t>
            </a:r>
          </a:p>
          <a:p>
            <a:pPr lvl="0"/>
            <a:r>
              <a:rPr b="1"/>
              <a:t>Day 08</a:t>
            </a:r>
            <a:r>
              <a:rPr/>
              <a:t> — Herbs and the doṣas (link to Module 4)</a:t>
            </a:r>
          </a:p>
          <a:p>
            <a:pPr lvl="0"/>
            <a:r>
              <a:rPr b="1"/>
              <a:t>Day 09</a:t>
            </a:r>
            <a:r>
              <a:rPr/>
              <a:t> — Build the class herb deck</a:t>
            </a:r>
          </a:p>
          <a:p>
            <a:pPr lvl="0"/>
            <a:r>
              <a:rPr b="1"/>
              <a:t>Day 10</a:t>
            </a:r>
            <a:r>
              <a:rPr/>
              <a:t> — Final share +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module-10-herbs-aushadhi - Darshana (60-min workshop)</dc:title>
  <dc:creator>IKS Curriculum - primary band</dc:creator>
  <cp:keywords/>
  <dcterms:created xsi:type="dcterms:W3CDTF">2026-05-28T02:10:37Z</dcterms:created>
  <dcterms:modified xsi:type="dcterms:W3CDTF">2026-05-28T02:10:37Z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