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99716" y="1315938"/>
            <a:ext cx="414442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183443" y="1544389"/>
            <a:ext cx="2777115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280446" y="2331541"/>
            <a:ext cx="2583109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Herbs — Auṣadhi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263534" y="2867323"/>
            <a:ext cx="61678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tulsī, then a piece of ginger, then turmeric.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 these have in common?"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(They're plants. They're in your kitchen. They help you when you're a bit unwell.)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meet six healer-plants of India."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Six healer-plants of India: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Tulsī (तुलसी)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holy basil — for colds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 (निम्ब)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neem — bitter, for skin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Haridrā (हरिद्रा)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turmeric — golden, for wounds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Ārdraka (आर्द्रक)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ginger — warm, for tummy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Yavānī (यवानी)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ajwain — for digestion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Pudīnā (पुदीना)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mint — cool, for breath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762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Always check with a grown-up before using any plant as medicine.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Smell-test parade.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smells each of 6 samples (covered, blind). Try to identify. Reveal. Cheer.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story of the wise plant-finder of Bharat who tasted plants for centuries and wrote down which ones helped: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one for colds. This one for tummy. This one for the skin."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Herb-friend deck.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draws one herb on a card with its name. Combine into a class deck. Take home for a parent show.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says one herb they'll remember. Cheer.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What is auṣadhi?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Tulsī — holy basil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Neem — bitter healer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Turmeric — golden root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Ginger — warming root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Ajwain — carom seed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Mint — cooling leaf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Herbs and the doṣas (link to Module 4)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Build the class herb deck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Final share +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Herbs Aushadhi — Primary</dc:title>
  <dc:subject>PptxGenJS Presentation</dc:subject>
  <dc:creator>IKS Curriculum</dc:creator>
  <cp:lastModifiedBy>IKS Curriculum</cp:lastModifiedBy>
  <cp:revision>1</cp:revision>
  <dcterms:created xsi:type="dcterms:W3CDTF">2026-05-28T02:29:19Z</dcterms:created>
  <dcterms:modified xsi:type="dcterms:W3CDTF">2026-05-28T02:29:19Z</dcterms:modified>
</cp:coreProperties>
</file>