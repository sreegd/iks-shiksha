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85028" y="1315938"/>
            <a:ext cx="397394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07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13 — INDIC ECOLOGY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3179" y="1544389"/>
            <a:ext cx="2737494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409453" y="2331541"/>
            <a:ext cx="632509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 Ecology — Vasudhaiva Kuṭumbakam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575404" y="2867323"/>
            <a:ext cx="19930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Vasudhaiva Kuṭumbakam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990" y="3499693"/>
            <a:ext cx="11878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a picture of Earth from space.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"Look. One Earth. One family. Today: an old Sanskrit phrase that says exactly this."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13 — Indic Ecology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Earth is one family.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Old wisdom from India: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Vasudhaiva Kuṭumbakam (वसुधैव कुटुम्बकम्)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"the Earth is one family"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All people, animals, plants, mountains, rivers — one family.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770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Old practices: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379166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Sacred groves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small forests where people don't cut trees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Rivers worshipped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Ganga, Yamuna, Saraswati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Yajña (यज्ञ)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give back what you take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23745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Today: small acts to care for our family.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13 — Indic Ecology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 "one family of Earth" — themselves, their family, one animal, one plant, one river. Decorate.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13 — Indic Ecology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Tell the story of an old wise woman who looked at the Earth and said: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"vasudhaiva kuṭumbakam"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"the Earth is our family."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13 — Indic Ecology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decision: ONE small action together this week (water saving, no plastic, tree care). Each child commits.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13 — Indic Ecology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commits one small Earth-care action for this week. Cheer.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13 — Indic Ecology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Vasudhaiva kuṭumbakam — the founding verse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Five elements as ecological frame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Rivers as sacred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Sacred groves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Yajña cycle — Gītā 3.10-14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Pṛthivī Sūkta — Atharva Veda 12.1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Iṣopaniṣad mantra 1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Climate change context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From ancient to action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Project pitch + assessment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13 — Indic Ecology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13 — Indic Ecology — Primary</dc:title>
  <dc:subject>PptxGenJS Presentation</dc:subject>
  <dc:creator>IKS Curriculum</dc:creator>
  <cp:lastModifiedBy>IKS Curriculum</cp:lastModifiedBy>
  <cp:revision>1</cp:revision>
  <dcterms:created xsi:type="dcterms:W3CDTF">2026-05-28T02:29:32Z</dcterms:created>
  <dcterms:modified xsi:type="dcterms:W3CDTF">2026-05-28T02:29:32Z</dcterms:modified>
</cp:coreProperties>
</file>