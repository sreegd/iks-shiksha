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module-13-indic-ecology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13 — Indic Ecology — Vasudhaiva Kuṭumbakam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Vasudhaiva Kuṭumbakam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“The world is one family” — Indian ecological frameworks.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13’s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Show a picture of Earth from space. </a:t>
            </a:r>
            <a:r>
              <a:rPr i="1"/>
              <a:t>“Look. One Earth. One family. Today: an old Sanskrit phrase that says exactly this.”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Earth is one family.</a:t>
            </a:r>
          </a:p>
          <a:p>
            <a:pPr lvl="0" indent="0" marL="0">
              <a:buNone/>
            </a:pPr>
            <a:r>
              <a:rPr/>
              <a:t>Old wisdom from India: - </a:t>
            </a:r>
            <a:r>
              <a:rPr b="1"/>
              <a:t>Vasudhaiva Kuṭumbakam (वसुधैव कुटुम्बकम्)</a:t>
            </a:r>
            <a:r>
              <a:rPr/>
              <a:t> — “the Earth is one family” - All people, animals, plants, mountains, rivers — one family.</a:t>
            </a:r>
          </a:p>
          <a:p>
            <a:pPr lvl="0" indent="0" marL="0">
              <a:buNone/>
            </a:pPr>
            <a:r>
              <a:rPr/>
              <a:t>Old practices: - </a:t>
            </a:r>
            <a:r>
              <a:rPr b="1"/>
              <a:t>Sacred groves</a:t>
            </a:r>
            <a:r>
              <a:rPr/>
              <a:t> — small forests where people don’t cut trees - </a:t>
            </a:r>
            <a:r>
              <a:rPr b="1"/>
              <a:t>Rivers worshipped</a:t>
            </a:r>
            <a:r>
              <a:rPr/>
              <a:t> — Ganga, Yamuna, Saraswati - </a:t>
            </a:r>
            <a:r>
              <a:rPr b="1"/>
              <a:t>Yajña (यज्ञ)</a:t>
            </a:r>
            <a:r>
              <a:rPr/>
              <a:t> — give back what you take</a:t>
            </a:r>
          </a:p>
          <a:p>
            <a:pPr lvl="0" indent="0" marL="0">
              <a:buNone/>
            </a:pPr>
            <a:r>
              <a:rPr/>
              <a:t>Today: small acts to care for our family.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Each child draws “one family of Earth” — themselves, their family, one animal, one plant, one river. Decorate.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 of an old wise woman who looked at the Earth and said: </a:t>
            </a:r>
            <a:r>
              <a:rPr i="1"/>
              <a:t>“vasudhaiva kuṭumbakam”</a:t>
            </a:r>
            <a:r>
              <a:rPr/>
              <a:t> — “the Earth is our family.”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Class decision: ONE small action together this week (water saving, no plastic, tree care). Each child commits.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commits one small Earth-care action for this week. Cheer.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Vasudhaiva kuṭumbakam — the founding verse</a:t>
            </a:r>
          </a:p>
          <a:p>
            <a:pPr lvl="0"/>
            <a:r>
              <a:rPr b="1"/>
              <a:t>Day 02</a:t>
            </a:r>
            <a:r>
              <a:rPr/>
              <a:t> — Five elements as ecological frame</a:t>
            </a:r>
          </a:p>
          <a:p>
            <a:pPr lvl="0"/>
            <a:r>
              <a:rPr b="1"/>
              <a:t>Day 03</a:t>
            </a:r>
            <a:r>
              <a:rPr/>
              <a:t> — Rivers as sacred</a:t>
            </a:r>
          </a:p>
          <a:p>
            <a:pPr lvl="0"/>
            <a:r>
              <a:rPr b="1"/>
              <a:t>Day 04</a:t>
            </a:r>
            <a:r>
              <a:rPr/>
              <a:t> — Sacred groves</a:t>
            </a:r>
          </a:p>
          <a:p>
            <a:pPr lvl="0"/>
            <a:r>
              <a:rPr b="1"/>
              <a:t>Day 05</a:t>
            </a:r>
            <a:r>
              <a:rPr/>
              <a:t> — Yajña cycle — Gītā 3.10-14</a:t>
            </a:r>
          </a:p>
          <a:p>
            <a:pPr lvl="0"/>
            <a:r>
              <a:rPr b="1"/>
              <a:t>Day 06</a:t>
            </a:r>
            <a:r>
              <a:rPr/>
              <a:t> — Pṛthivī Sūkta — Atharva Veda 12.1</a:t>
            </a:r>
          </a:p>
          <a:p>
            <a:pPr lvl="0"/>
            <a:r>
              <a:rPr b="1"/>
              <a:t>Day 07</a:t>
            </a:r>
            <a:r>
              <a:rPr/>
              <a:t> — Iṣopaniṣad mantra 1</a:t>
            </a:r>
          </a:p>
          <a:p>
            <a:pPr lvl="0"/>
            <a:r>
              <a:rPr b="1"/>
              <a:t>Day 08</a:t>
            </a:r>
            <a:r>
              <a:rPr/>
              <a:t> — Climate change context</a:t>
            </a:r>
          </a:p>
          <a:p>
            <a:pPr lvl="0"/>
            <a:r>
              <a:rPr b="1"/>
              <a:t>Day 09</a:t>
            </a:r>
            <a:r>
              <a:rPr/>
              <a:t> — From ancient to action</a:t>
            </a:r>
          </a:p>
          <a:p>
            <a:pPr lvl="0"/>
            <a:r>
              <a:rPr b="1"/>
              <a:t>Day 10</a:t>
            </a:r>
            <a:r>
              <a:rPr/>
              <a:t> — Project pitch +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module-13-indic-ecology - Darshana (60-min workshop)</dc:title>
  <dc:creator>IKS Curriculum - primary band</dc:creator>
  <cp:keywords/>
  <dcterms:created xsi:type="dcterms:W3CDTF">2026-05-28T02:10:40Z</dcterms:created>
  <dcterms:modified xsi:type="dcterms:W3CDTF">2026-05-28T02:10:40Z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