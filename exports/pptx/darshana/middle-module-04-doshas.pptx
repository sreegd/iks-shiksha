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68110" y="1315938"/>
            <a:ext cx="280777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3710" y="1544389"/>
            <a:ext cx="2496580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455237" y="2331541"/>
            <a:ext cx="4233377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Doshas — Vāta, Pitta, Kapha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92679" y="2867323"/>
            <a:ext cx="55864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Tri-doṣa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"Describe three students you know — without naming them — one sentence each, focusing on their energy and pace."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Pair-share. Most descriptions cluster around: quick, focused, steady. These are the doṣas.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doṣas: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Doṣa · Element pair · Quality · Style.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ākāśa + vāyu · mobile, dry, cold · quick, changeable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tejas + ap · hot, sharp, intense · focused, transformative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+ pṛthvī · heavy, cool, stable · steady, calm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(innate ratio, lifelong) vs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(current state, fluctuates). Self-observation, NOT diagnosis. Refer health concerns to a doctor.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Doṣa-style observation.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Pairs swap notes for 5 minutes. Each describes the other: pace of speech, body type, sleep pattern, food preferences. Then each labels themself with the doṣa ratio that best fits.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Caraka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three doṣas — vāta, pitta, kapha — are the foundation of all bodily processes."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doṣa-rhythm clock.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marks the kapha (morning), pitta (noon), vāta (evening) hours on a 24-hour circle. Annotate when YOU feel each doṣa dominant. Share with a partner.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"After this workshop, what's ONE doṣa-aware change you might try? What might get in the way?"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Three doṣas — introduction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Vāta — the motion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Pitta — the transformation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Kapha — the structure principle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Mapping doṣas to the five elements (Module 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Prakṛti self-assessment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Daily doṣa rhythms (kapha morning, pitta noon, vāta evening)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Seasonal doṣa rhythms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Balance vs imbalance (sāmya vs vaiṣamya)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Synthesis + 7-day self-observation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04 — Doshas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04 — Doshas — Middle</dc:title>
  <dc:subject>PptxGenJS Presentation</dc:subject>
  <dc:creator>IKS Curriculum</dc:creator>
  <cp:lastModifiedBy>IKS Curriculum</cp:lastModifiedBy>
  <cp:revision>1</cp:revision>
  <dcterms:created xsi:type="dcterms:W3CDTF">2026-05-28T02:29:59Z</dcterms:created>
  <dcterms:modified xsi:type="dcterms:W3CDTF">2026-05-28T02:29:59Z</dcterms:modified>
</cp:coreProperties>
</file>