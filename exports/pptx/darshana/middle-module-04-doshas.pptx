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module-04-doshas - Darshana (60-min workshop)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IKS Curriculum - middle band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Module 4 — Doshas — Vāta, Pitta, Kapha (Darśana)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Sanskrit:</a:t>
            </a:r>
            <a:r>
              <a:rPr/>
              <a:t> </a:t>
            </a:r>
            <a:r>
              <a:rPr i="1"/>
              <a:t>Tri-doṣa</a:t>
            </a:r>
            <a:r>
              <a:rPr/>
              <a:t> · </a:t>
            </a:r>
            <a:r>
              <a:rPr b="1"/>
              <a:t>Band:</a:t>
            </a:r>
            <a:r>
              <a:rPr/>
              <a:t> Middle (6-8) · </a:t>
            </a:r>
            <a:r>
              <a:rPr b="1"/>
              <a:t>Duration:</a:t>
            </a:r>
            <a:r>
              <a:rPr/>
              <a:t> 60 min · </a:t>
            </a:r>
            <a:r>
              <a:rPr b="1"/>
              <a:t>Path:</a:t>
            </a:r>
            <a:r>
              <a:rPr/>
              <a:t> Darśana (Workshop)</a:t>
            </a:r>
          </a:p>
          <a:p>
            <a:pPr lvl="0" indent="0" marL="0">
              <a:buNone/>
            </a:pPr>
            <a:r>
              <a:rPr/>
              <a:t>Three biological rhythms in Āyurvedic thought.</a:t>
            </a:r>
          </a:p>
          <a:p>
            <a:pPr lvl="0" indent="0" marL="1270000">
              <a:buNone/>
            </a:pPr>
            <a:r>
              <a:rPr sz="2000" b="1"/>
              <a:t>Darśana note.</a:t>
            </a:r>
            <a:r>
              <a:rPr sz="2000"/>
              <a:t> This workshop condenses Module 4’s full 10-day arc into one hour. For the deeper version — daily lesson plans, quizzes, assessments, slide decks — switch to </a:t>
            </a:r>
            <a:r>
              <a:rPr sz="2000" b="1">
                <a:hlinkClick r:id="rId2"/>
              </a:rPr>
              <a:t>Adhyayana</a:t>
            </a:r>
            <a:r>
              <a:rPr sz="2000"/>
              <a:t> (the Full Course path).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Opening hook · 5 min</a:t>
            </a:r>
          </a:p>
          <a:p>
            <a:pPr lvl="0" indent="0" marL="0">
              <a:buNone/>
            </a:pPr>
            <a:r>
              <a:rPr i="1"/>
              <a:t>“Describe three students you know — without naming them — one sentence each, focusing on their energy and pace.”</a:t>
            </a:r>
            <a:r>
              <a:rPr/>
              <a:t> Pair-share. Most descriptions cluster around: quick, focused, steady. These are the doṣas.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Core idea · 15 min</a:t>
            </a:r>
          </a:p>
          <a:p>
            <a:pPr lvl="0" indent="0" marL="0">
              <a:buNone/>
            </a:pPr>
            <a:r>
              <a:rPr b="1"/>
              <a:t>Three doṣas: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Doṣa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 pair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Style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Vāta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ākāśa + vāyu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mobile, dry, cold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quick, changeable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Pitta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tejas + 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hot, sharp, intense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focused, transformative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Kapha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 + pṛthvī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heavy, cool, stable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steady, calm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Critical:</a:t>
            </a:r>
            <a:r>
              <a:rPr/>
              <a:t> </a:t>
            </a:r>
            <a:r>
              <a:rPr i="1"/>
              <a:t>prakṛti</a:t>
            </a:r>
            <a:r>
              <a:rPr/>
              <a:t> (innate ratio, lifelong) vs </a:t>
            </a:r>
            <a:r>
              <a:rPr i="1"/>
              <a:t>vikṛti</a:t>
            </a:r>
            <a:r>
              <a:rPr/>
              <a:t> (current state, fluctuates). Self-observation, NOT diagnosis. Refer health concerns to a doctor.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Demonstration · 10 min</a:t>
            </a:r>
          </a:p>
          <a:p>
            <a:pPr lvl="0" indent="0" marL="0">
              <a:buNone/>
            </a:pPr>
            <a:r>
              <a:rPr b="1"/>
              <a:t>Doṣa-style observation.</a:t>
            </a:r>
            <a:r>
              <a:rPr/>
              <a:t> Pairs swap notes for 5 minutes. Each describes the other: pace of speech, body type, sleep pattern, food preferences. Then each labels themself with the doṣa ratio that best fits.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moment · 5 min</a:t>
            </a:r>
          </a:p>
          <a:p>
            <a:pPr lvl="0" indent="0" marL="0">
              <a:buNone/>
            </a:pPr>
            <a:r>
              <a:rPr/>
              <a:t>Paraphrase Caraka </a:t>
            </a:r>
            <a:r>
              <a:rPr i="1"/>
              <a:t>Sūtrasthāna</a:t>
            </a:r>
            <a:r>
              <a:rPr/>
              <a:t> 1.57: </a:t>
            </a:r>
            <a:r>
              <a:rPr i="1"/>
              <a:t>“The three doṣas — vāta, pitta, kapha — are the foundation of all bodily processes.”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activity · 15 min</a:t>
            </a:r>
          </a:p>
          <a:p>
            <a:pPr lvl="0" indent="0" marL="0">
              <a:buNone/>
            </a:pPr>
            <a:r>
              <a:rPr b="1"/>
              <a:t>Personal doṣa-rhythm clock.</a:t>
            </a:r>
            <a:r>
              <a:rPr/>
              <a:t> Each student marks the kapha (morning), pitta (noon), vāta (evening) hours on a 24-hour circle. Annotate when YOU feel each doṣa dominant. Share with a partner.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Reflection + take-home · 10 min</a:t>
            </a:r>
          </a:p>
          <a:p>
            <a:pPr lvl="0" indent="0" marL="0">
              <a:buNone/>
            </a:pPr>
            <a:r>
              <a:rPr i="1"/>
              <a:t>“After this workshop, what’s ONE doṣa-aware change you might try? What might get in the way?”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 deeper into Adhyayana</a:t>
            </a:r>
          </a:p>
          <a:p>
            <a:pPr lvl="0" indent="0" marL="0">
              <a:buNone/>
            </a:pPr>
            <a:r>
              <a:rPr/>
              <a:t>The 10 days you’re skipping if you only do this workshop:</a:t>
            </a:r>
          </a:p>
          <a:p>
            <a:pPr lvl="0"/>
            <a:r>
              <a:rPr b="1"/>
              <a:t>Day 01</a:t>
            </a:r>
            <a:r>
              <a:rPr/>
              <a:t> — Three doṣas — introduction</a:t>
            </a:r>
          </a:p>
          <a:p>
            <a:pPr lvl="0"/>
            <a:r>
              <a:rPr b="1"/>
              <a:t>Day 02</a:t>
            </a:r>
            <a:r>
              <a:rPr/>
              <a:t> — Vāta — the motion principle</a:t>
            </a:r>
          </a:p>
          <a:p>
            <a:pPr lvl="0"/>
            <a:r>
              <a:rPr b="1"/>
              <a:t>Day 03</a:t>
            </a:r>
            <a:r>
              <a:rPr/>
              <a:t> — Pitta — the transformation principle</a:t>
            </a:r>
          </a:p>
          <a:p>
            <a:pPr lvl="0"/>
            <a:r>
              <a:rPr b="1"/>
              <a:t>Day 04</a:t>
            </a:r>
            <a:r>
              <a:rPr/>
              <a:t> — Kapha — the structure principle</a:t>
            </a:r>
          </a:p>
          <a:p>
            <a:pPr lvl="0"/>
            <a:r>
              <a:rPr b="1"/>
              <a:t>Day 05</a:t>
            </a:r>
            <a:r>
              <a:rPr/>
              <a:t> — Mapping doṣas to the five elements (Module 2)</a:t>
            </a:r>
          </a:p>
          <a:p>
            <a:pPr lvl="0"/>
            <a:r>
              <a:rPr b="1"/>
              <a:t>Day 06</a:t>
            </a:r>
            <a:r>
              <a:rPr/>
              <a:t> — Prakṛti self-assessment</a:t>
            </a:r>
          </a:p>
          <a:p>
            <a:pPr lvl="0"/>
            <a:r>
              <a:rPr b="1"/>
              <a:t>Day 07</a:t>
            </a:r>
            <a:r>
              <a:rPr/>
              <a:t> — Daily doṣa rhythms (kapha morning, pitta noon, vāta evening)</a:t>
            </a:r>
          </a:p>
          <a:p>
            <a:pPr lvl="0"/>
            <a:r>
              <a:rPr b="1"/>
              <a:t>Day 08</a:t>
            </a:r>
            <a:r>
              <a:rPr/>
              <a:t> — Seasonal doṣa rhythms</a:t>
            </a:r>
          </a:p>
          <a:p>
            <a:pPr lvl="0"/>
            <a:r>
              <a:rPr b="1"/>
              <a:t>Day 09</a:t>
            </a:r>
            <a:r>
              <a:rPr/>
              <a:t> — Balance vs imbalance (sāmya vs vaiṣamya)</a:t>
            </a:r>
          </a:p>
          <a:p>
            <a:pPr lvl="0"/>
            <a:r>
              <a:rPr b="1"/>
              <a:t>Day 10</a:t>
            </a:r>
            <a:r>
              <a:rPr/>
              <a:t> — Synthesis + 7-day self-observation project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>
                <a:hlinkClick r:id="rId2"/>
              </a:rPr>
              <a:t>Open the Adhyayana track for this module</a:t>
            </a:r>
            <a:r>
              <a:rPr/>
              <a:t> to access all 10 days, the 4-audience PDFs, the slide deck, the quizzes, and the project rubric.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module-04-doshas - Darshana (60-min workshop)</dc:title>
  <dc:creator>IKS Curriculum - middle band</dc:creator>
  <cp:keywords/>
  <dcterms:created xsi:type="dcterms:W3CDTF">2026-05-28T02:10:46Z</dcterms:created>
  <dcterms:modified xsi:type="dcterms:W3CDTF">2026-05-28T02:10:46Z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