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module-09-subtraction-nikhilam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primary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9 — Subtraction by Nikhilam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Nikhilaṁ Navataścaramaṁ Daśataḥ</a:t>
            </a:r>
            <a:r>
              <a:rPr/>
              <a:t> · </a:t>
            </a:r>
            <a:r>
              <a:rPr b="1"/>
              <a:t>Band:</a:t>
            </a:r>
            <a:r>
              <a:rPr/>
              <a:t> Primary (3-5)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“All from 9, last from 10” — a complement method for subtraction.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9’s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Write 100 − 7 on the board. </a:t>
            </a:r>
            <a:r>
              <a:rPr i="1"/>
              <a:t>“Quick — say the answer!”</a:t>
            </a:r>
            <a:r>
              <a:rPr/>
              <a:t> (93.) </a:t>
            </a:r>
            <a:r>
              <a:rPr i="1"/>
              <a:t>“What about 100 − 37?”</a:t>
            </a:r>
            <a:r>
              <a:rPr/>
              <a:t> (Slower.) </a:t>
            </a:r>
            <a:r>
              <a:rPr i="1"/>
              <a:t>“Today: a trick that makes 100 − ANYTHING fast.”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The trick: “All from 9, last from 10”</a:t>
            </a:r>
          </a:p>
          <a:p>
            <a:pPr lvl="0" indent="0" marL="0">
              <a:buNone/>
            </a:pPr>
            <a:r>
              <a:rPr/>
              <a:t>For 100 − 37: - The “9 column” digit (3): 9 − 3 = 6 - The “10 column” digit (7): 10 − 7 = 3 - Answer: 63!</a:t>
            </a:r>
          </a:p>
          <a:p>
            <a:pPr lvl="0" indent="0" marL="0">
              <a:buNone/>
            </a:pPr>
            <a:r>
              <a:rPr/>
              <a:t>Chant: </a:t>
            </a:r>
            <a:r>
              <a:rPr i="1"/>
              <a:t>“All from 9, last from 10!”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/>
              <a:t>Chorus through 5 problems: 100 − 25, 100 − 47, 100 − 89, 100 − 91, 100 − 56. Children call out the answers.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Tell the story: </a:t>
            </a:r>
            <a:r>
              <a:rPr i="1"/>
              <a:t>“All from 9, last from 10!”</a:t>
            </a:r>
            <a:r>
              <a:rPr/>
              <a:t> This little rule helps subtract big numbers fast.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/>
              <a:t>Worksheet: 10 problems of (100 − X), where X is 2-digit. Pairs check. Stars for completion.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/>
              <a:t>Each child does one Nikhilam problem aloud. Cheer.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The sūtra — all from 9, last from 10</a:t>
            </a:r>
          </a:p>
          <a:p>
            <a:pPr lvl="0"/>
            <a:r>
              <a:rPr b="1"/>
              <a:t>Day 02</a:t>
            </a:r>
            <a:r>
              <a:rPr/>
              <a:t> — Complement to 1000</a:t>
            </a:r>
          </a:p>
          <a:p>
            <a:pPr lvl="0"/>
            <a:r>
              <a:rPr b="1"/>
              <a:t>Day 03</a:t>
            </a:r>
            <a:r>
              <a:rPr/>
              <a:t> — Subtract from a power of 10</a:t>
            </a:r>
          </a:p>
          <a:p>
            <a:pPr lvl="0"/>
            <a:r>
              <a:rPr b="1"/>
              <a:t>Day 04</a:t>
            </a:r>
            <a:r>
              <a:rPr/>
              <a:t> — General subtraction</a:t>
            </a:r>
          </a:p>
          <a:p>
            <a:pPr lvl="0"/>
            <a:r>
              <a:rPr b="1"/>
              <a:t>Day 05</a:t>
            </a:r>
            <a:r>
              <a:rPr/>
              <a:t> — The algebra — why it works</a:t>
            </a:r>
          </a:p>
          <a:p>
            <a:pPr lvl="0"/>
            <a:r>
              <a:rPr b="1"/>
              <a:t>Day 06</a:t>
            </a:r>
            <a:r>
              <a:rPr/>
              <a:t> — Bar model proof</a:t>
            </a:r>
          </a:p>
          <a:p>
            <a:pPr lvl="0"/>
            <a:r>
              <a:rPr b="1"/>
              <a:t>Day 07</a:t>
            </a:r>
            <a:r>
              <a:rPr/>
              <a:t> — Two’s complement in binary</a:t>
            </a:r>
          </a:p>
          <a:p>
            <a:pPr lvl="0"/>
            <a:r>
              <a:rPr b="1"/>
              <a:t>Day 08</a:t>
            </a:r>
            <a:r>
              <a:rPr/>
              <a:t> — Speed practice</a:t>
            </a:r>
          </a:p>
          <a:p>
            <a:pPr lvl="0"/>
            <a:r>
              <a:rPr b="1"/>
              <a:t>Day 09</a:t>
            </a:r>
            <a:r>
              <a:rPr/>
              <a:t> — Mixed practice</a:t>
            </a:r>
          </a:p>
          <a:p>
            <a:pPr lvl="0"/>
            <a:r>
              <a:rPr b="1"/>
              <a:t>Day 10</a:t>
            </a:r>
            <a:r>
              <a:rPr/>
              <a:t> — Final assessment + computer-subtraction poster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module-09-subtraction-nikhilam - Darshana (60-min workshop)</dc:title>
  <dc:creator>IKS Curriculum - primary band</dc:creator>
  <cp:keywords/>
  <dcterms:created xsi:type="dcterms:W3CDTF">2026-05-28T02:10:35Z</dcterms:created>
  <dcterms:modified xsi:type="dcterms:W3CDTF">2026-05-28T02:10:35Z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