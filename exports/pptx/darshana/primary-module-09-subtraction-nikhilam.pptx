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51324" y="1315938"/>
            <a:ext cx="484120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07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09 — SUBTRACTION NIKHILAM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24015" y="1544389"/>
            <a:ext cx="249582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9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4575" y="2331541"/>
            <a:ext cx="365485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Subtraction by Nikhilam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199837" y="2867323"/>
            <a:ext cx="274432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Nikhilaṁ Navataścaramaṁ Daśataḥ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990" y="3499693"/>
            <a:ext cx="1187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100 − 7 on the board.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"Quick — say the answer!"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(93.)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 about 100 − 37?"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(Slower.)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"Today: a trick that makes 100 − ANYTHING fast."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09 — Subtraction Nikhilam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trick: "All from 9, last from 10"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For 100 − 37: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"9 column" digit (3): 9 − 3 = 6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"10 column" digit (7): 10 − 7 = 3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Answer: 63!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32082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Chant: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"All from 9, last from 10!"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09 — Subtraction Nikhilam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Chorus through 5 problems: 100 − 25, 100 − 47, 100 − 89, 100 − 91, 100 − 56. Children call out the answers.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09 — Subtraction Nikhilam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Tell the story: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"All from 9, last from 10!"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This little rule helps subtract big numbers fast.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09 — Subtraction Nikhilam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Worksheet: 10 problems of (100 − X), where X is 2-digit. Pairs check. Stars for completion.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09 — Subtraction Nikhilam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does one Nikhilam problem aloud. Cheer.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09 — Subtraction Nikhilam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The sūtra — all from 9, last from 10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Complement to 1000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Subtract from a power of 10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General subtraction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The algebra — why it works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Bar model proof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Two's complement in binary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Speed practice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Mixed practice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Final assessment + computer-subtraction poster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09 — Subtraction Nikhilam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09 — Subtraction Nikhilam — Primary</dc:title>
  <dc:subject>PptxGenJS Presentation</dc:subject>
  <dc:creator>IKS Curriculum</dc:creator>
  <cp:lastModifiedBy>IKS Curriculum</cp:lastModifiedBy>
  <cp:revision>1</cp:revision>
  <dcterms:created xsi:type="dcterms:W3CDTF">2026-05-28T02:29:15Z</dcterms:created>
  <dcterms:modified xsi:type="dcterms:W3CDTF">2026-05-28T02:29:15Z</dcterms:modified>
</cp:coreProperties>
</file>