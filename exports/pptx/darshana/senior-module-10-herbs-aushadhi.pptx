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module-10-herbs-aushadhi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senior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10 — Herbs — Auṣadhi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Auṣadhi</a:t>
            </a:r>
            <a:r>
              <a:rPr/>
              <a:t> · </a:t>
            </a:r>
            <a:r>
              <a:rPr b="1"/>
              <a:t>Band:</a:t>
            </a:r>
            <a:r>
              <a:rPr/>
              <a:t> Senior (9-12)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Six kitchen-and-garden healing plants.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10’s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 Caraka Saṁhitā, </a:t>
            </a:r>
            <a:r>
              <a:rPr i="1"/>
              <a:t>Sūtrasthāna</a:t>
            </a:r>
            <a:r>
              <a:rPr/>
              <a:t> 1: </a:t>
            </a:r>
            <a:r>
              <a:rPr i="1"/>
              <a:t>“There is no plant in the world that is not medicine.”</a:t>
            </a:r>
            <a:r>
              <a:rPr/>
              <a:t> Pair with a modern phytochemistry paper title from </a:t>
            </a:r>
            <a:r>
              <a:rPr i="1"/>
              <a:t>Journal of Ethnopharmacology</a:t>
            </a:r>
            <a:r>
              <a:rPr/>
              <a:t>. </a:t>
            </a:r>
            <a:r>
              <a:rPr i="1"/>
              <a:t>“Today: six well-studied Āyurveda herbs with their traditional uses, modern active compounds, AND honest safety warnings.”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Six Āyurveda herbs — traditional uses + modern pharmacology + safety.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/>
                <a:gridCol w="8636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Sanskrit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Tulasī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Ocimum tenuiflorum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Eugenol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Adaptogenic claims partially supported; clinical evidence moderate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Nimba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Azadirachta indica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Azadirachtin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antimicrobial; HEPATOTOXIC at high oral doses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Haridrā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Curcuma longa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Curcumin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Anti-inflammatory supported; bioavailability poor without piperine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Ārdraka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Zingiber officinale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Gingerol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Anti-nausea well-supported (clinical trials)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Yavānī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Trachyspermum ammi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Thymol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Carminative effect; thymol antimicrobial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Pudīnā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Mentha</a:t>
                      </a:r>
                      <a:r>
                        <a:rPr/>
                        <a:t> spp.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Menthol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Mild GI relaxant; topical analgesic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Critical safety:</a:t>
            </a:r>
            <a:r>
              <a:rPr/>
              <a:t> therapeutic dosing belongs to qualified practitioners. Self-prescription based on Sanskrit names alone is dangerous. </a:t>
            </a:r>
            <a:r>
              <a:rPr b="1"/>
              <a:t>Always consult a doctor.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Source comparison.</a:t>
            </a:r>
            <a:r>
              <a:rPr/>
              <a:t> Distribute one page of Caraka </a:t>
            </a:r>
            <a:r>
              <a:rPr i="1"/>
              <a:t>Sūtrasthāna</a:t>
            </a:r>
            <a:r>
              <a:rPr/>
              <a:t> 1 (on herbs) + one abstract of a modern phytochemistry review for turmeric/curcumin. Compare: claims, evidence, framing. Where do they agree? Diverge?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 b="1"/>
              <a:t>Direct verse.</a:t>
            </a:r>
            <a:r>
              <a:rPr/>
              <a:t> Atharva Veda 8.7.4:</a:t>
            </a:r>
          </a:p>
          <a:p>
            <a:pPr lvl="0" indent="0" marL="1270000">
              <a:buNone/>
            </a:pPr>
            <a:r>
              <a:rPr sz="2000" i="1"/>
              <a:t>yā oṣadhīr pūrvā jātā devebhyas tri-yugaṁ purā</a:t>
            </a:r>
          </a:p>
          <a:p>
            <a:pPr lvl="0" indent="0" marL="0">
              <a:buNone/>
            </a:pPr>
            <a:r>
              <a:rPr/>
              <a:t>“The herbs that were born before the gods, by three ages.”</a:t>
            </a:r>
          </a:p>
          <a:p>
            <a:pPr lvl="0" indent="0" marL="0">
              <a:buNone/>
            </a:pPr>
            <a:r>
              <a:rPr/>
              <a:t>The verse establishes the antiquity-claim for herbal medicine in the Indian tradition. Modern: phylogenetic evidence supports that flowering plants predate human evolution by ~100 million years. The poetic claim has empirical resonance.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Critical-pharmacology project pitch.</a:t>
            </a:r>
            <a:r>
              <a:rPr/>
              <a:t> Each student picks ONE of the 6 herbs and proposes a 1-page research summary: traditional use, active compound, modern clinical evidence (or absence), safety profile. Pitch to class for critique.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“What’s the right way to teach Āyurveda herbs in modern schools? Where’s the line between cultural literacy and medical recommendation?”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What is auṣadhi?</a:t>
            </a:r>
          </a:p>
          <a:p>
            <a:pPr lvl="0"/>
            <a:r>
              <a:rPr b="1"/>
              <a:t>Day 02</a:t>
            </a:r>
            <a:r>
              <a:rPr/>
              <a:t> — Tulsī — holy basil</a:t>
            </a:r>
          </a:p>
          <a:p>
            <a:pPr lvl="0"/>
            <a:r>
              <a:rPr b="1"/>
              <a:t>Day 03</a:t>
            </a:r>
            <a:r>
              <a:rPr/>
              <a:t> — Neem — bitter healer</a:t>
            </a:r>
          </a:p>
          <a:p>
            <a:pPr lvl="0"/>
            <a:r>
              <a:rPr b="1"/>
              <a:t>Day 04</a:t>
            </a:r>
            <a:r>
              <a:rPr/>
              <a:t> — Turmeric — golden root</a:t>
            </a:r>
          </a:p>
          <a:p>
            <a:pPr lvl="0"/>
            <a:r>
              <a:rPr b="1"/>
              <a:t>Day 05</a:t>
            </a:r>
            <a:r>
              <a:rPr/>
              <a:t> — Ginger — warming root</a:t>
            </a:r>
          </a:p>
          <a:p>
            <a:pPr lvl="0"/>
            <a:r>
              <a:rPr b="1"/>
              <a:t>Day 06</a:t>
            </a:r>
            <a:r>
              <a:rPr/>
              <a:t> — Ajwain — carom seed</a:t>
            </a:r>
          </a:p>
          <a:p>
            <a:pPr lvl="0"/>
            <a:r>
              <a:rPr b="1"/>
              <a:t>Day 07</a:t>
            </a:r>
            <a:r>
              <a:rPr/>
              <a:t> — Mint — cooling leaf</a:t>
            </a:r>
          </a:p>
          <a:p>
            <a:pPr lvl="0"/>
            <a:r>
              <a:rPr b="1"/>
              <a:t>Day 08</a:t>
            </a:r>
            <a:r>
              <a:rPr/>
              <a:t> — Herbs and the doṣas (link to Module 4)</a:t>
            </a:r>
          </a:p>
          <a:p>
            <a:pPr lvl="0"/>
            <a:r>
              <a:rPr b="1"/>
              <a:t>Day 09</a:t>
            </a:r>
            <a:r>
              <a:rPr/>
              <a:t> — Build the class herb deck</a:t>
            </a:r>
          </a:p>
          <a:p>
            <a:pPr lvl="0"/>
            <a:r>
              <a:rPr b="1"/>
              <a:t>Day 10</a:t>
            </a:r>
            <a:r>
              <a:rPr/>
              <a:t> — Final share +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module-10-herbs-aushadhi - Darshana (60-min workshop)</dc:title>
  <dc:creator>IKS Curriculum - senior band</dc:creator>
  <cp:keywords/>
  <dcterms:created xsi:type="dcterms:W3CDTF">2026-05-28T02:11:10Z</dcterms:created>
  <dcterms:modified xsi:type="dcterms:W3CDTF">2026-05-28T02:11:10Z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