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621917" y="1315938"/>
            <a:ext cx="3900166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9979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10 — HERBS AUSHADHI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398855" y="1544389"/>
            <a:ext cx="2346141" cy="584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600"/>
              </a:lnSpc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10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365456" y="2331541"/>
            <a:ext cx="2413087" cy="396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12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26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Herbs — Auṣadhi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285545" y="2867323"/>
            <a:ext cx="572911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Auṣadhi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28844" y="3499693"/>
            <a:ext cx="1086163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Bef>
                <a:spcPts val="30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5C5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Opening hook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Caraka Saṁhitā,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"There is no plant in the world that is not medicine."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with a modern phytochemistry paper title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Journal of Ethnopharmacology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"Today: six well-studied Āyurveda herbs with their traditional uses, modern active compounds, AND honest safety warnings."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idea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Āyurveda herbs — traditional uses + modern pharmacology + safety.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Sanskrit · Species · Active compound · Modern evidence.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462534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Tulasī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Ocimum tenuiflorum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Eugenol · Adaptogenic claims partially supported; clinical evidence moderate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Nimba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Azadirachta indica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Azadirachtin · Strong antimicrobial; HEPATOTOXIC at high oral doses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Haridrā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Curcuma longa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Curcumin · Anti-inflammatory supported; bioavailability poor without piperine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Ārdraka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Zingiber officinale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Gingerol · Anti-nausea well-supported (clinical trials)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Yavānī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Trachyspermum ammi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Thymol · Carminative effect; thymol antimicrobial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Pudīnā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spp. · Menthol · Mild GI relaxant; topical analgesic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305216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 safety: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therapeutic dosing belongs to qualified practitioners. Self-prescription based on Sanskrit names alone is dangerous.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Always consult a doctor.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Demonstration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comparison.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Distribute one page of Caraka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Sūtrasthāna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1 (on herbs) + one abstract of a modern phytochemistry review for turmeric/curcumin. Compare: claims, evidence, framing. Where do they agree? Diverge?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 moment · 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Direct verse.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Atharva Veda 8.7.4: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yā oṣadhīr pūrvā jātā devebhyas tri-yugaṁ purā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"The herbs that were born before the gods, by three ages."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1633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verse establishes the antiquity-claim for herbal medicine in the Indian tradition. Modern: phylogenetic evidence supports that flowering plants predate human evolution by ~100 million years. The poetic claim has empirical resonance.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Hands-on activity · 15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Critical-pharmacology project pitch.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picks ONE of the 6 herbs and proposes a 1-page research summary: traditional use, active compound, modern clinical evidence (or absence), safety profile. Pitch to class for critique.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Reflection + take-home · 10 min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the right way to teach Āyurveda herbs in modern schools? Where's the line between cultural literacy and medical recommendation?"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 deeper into Adhyayana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10-day version of this module: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475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What is auṣadhi?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Tulsī — holy basil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Neem — bitter healer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Turmeric — golden root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Ginger — warming root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Ajwain — carom seed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Mint — cooling leaf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Herbs and the doṣas (link to Module 4)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Build the class herb deck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Final share + assessment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Module 10 — Herbs Aushadhi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Herbs Aushadhi — Senior</dc:title>
  <dc:subject>PptxGenJS Presentation</dc:subject>
  <dc:creator>IKS Curriculum</dc:creator>
  <cp:lastModifiedBy>IKS Curriculum</cp:lastModifiedBy>
  <cp:revision>1</cp:revision>
  <dcterms:created xsi:type="dcterms:W3CDTF">2026-05-28T02:31:31Z</dcterms:created>
  <dcterms:modified xsi:type="dcterms:W3CDTF">2026-05-28T02:31:31Z</dcterms:modified>
</cp:coreProperties>
</file>