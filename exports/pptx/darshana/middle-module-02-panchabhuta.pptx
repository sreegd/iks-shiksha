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86361" y="1315938"/>
            <a:ext cx="337127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29630" y="1544389"/>
            <a:ext cx="2484739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88436" y="2331541"/>
            <a:ext cx="516712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Panchabhūta — The Five Elements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57118" y="2867323"/>
            <a:ext cx="8297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 candle being lit.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just happened? Wax (earth-like solid) → fire (heat) → air (gas, you can feel it) → space (the room's air carries the heat). One simple act involves four of the five elements."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elements: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Sanskrit · Modern parallel · Observable property.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 (पृथ्वी)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Solid · Hardness, density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(अप्)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Liquid · Cohesion, flow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 (तेजस्)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Plasma / energy · Heat, light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 (वायु)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Gas · Mobility, expansion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 (आकाश)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Vacuum / space · Containment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80838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Sāṅkhya philosophy treats these as five categories of phenomena, not separate substances. Modern physics likewise: solid, liquid, gas, plasma, and... space (the vacuum is a thing, with Higgs field and zero-point energy).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331112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mapping is not perfect — but the categorisation is empirically reasonable.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State-change demo.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one ice cube, one candle flame, and one cup of water: observe ice (pṛthvī-like) → water (ap-like) → steam (vāyu-like) → diffuses (ākāśa-like). The candle flame stays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cycle on the board.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the Indian classification of matter — observable, testable, with one observation: ākāśa is what allows the transitions, the medium that everything else moves through."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from Śrīmad-Bhāgavatam 3.26.49: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the five subtle elements (tanmātras), the five gross elements (pañcabhūta) emerge — earth, water, fire, air, and space. These pervade the entire physical world."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census of your classroom.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Pairs walk around the room and identify ONE item for each element. List them on a worksheet. Compare with another pair. Discussion: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element was hardest to find? Why?"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(Often ākāśa — students struggle to think of "empty space" as an element. That's the pedagogical point.)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element is most overlooked in modern thinking? Why might ancient frameworks have foregrounded it more?"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 sentences.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Five friends — meeting the elements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Earth and water — solid and liquid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Five qualities, five senses (tanmātras)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Fire and air — energy and motion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Ākāśa — the fifth element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Modern parallels — states of matter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Pañcabhūta in Āyurveda — bridge to Module 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Pañcabhūta in cuisine — six tastes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Pañcabhūta in nature — local examples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Synthesis project: build a pañcabhūta poster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02 — Panchabhuta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 — Panchabhuta — Middle</dc:title>
  <dc:subject>PptxGenJS Presentation</dc:subject>
  <dc:creator>IKS Curriculum</dc:creator>
  <cp:lastModifiedBy>IKS Curriculum</cp:lastModifiedBy>
  <cp:revision>1</cp:revision>
  <dcterms:created xsi:type="dcterms:W3CDTF">2026-05-28T02:29:50Z</dcterms:created>
  <dcterms:modified xsi:type="dcterms:W3CDTF">2026-05-28T02:29:50Z</dcterms:modified>
</cp:coreProperties>
</file>