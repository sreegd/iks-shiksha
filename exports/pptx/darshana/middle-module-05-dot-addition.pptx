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315938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6765" y="1544389"/>
            <a:ext cx="247046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13260" y="2331541"/>
            <a:ext cx="471733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Bindu Paddhati — Dot Addition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044782" y="2867323"/>
            <a:ext cx="10544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Bindu Paddhati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column 9 + 8 + 7 + 6 = ?. Most students will sum top-to-bottom.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there's a faster way? A 20th-century Indian arithmetic technique called Bindu Paddhati (dot method) gives one. Today we learn it."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Bindu Paddhati for column addition.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column (units, tens, hundreds):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running total downwards.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you reach 10 or more, mark a DOT (•) next to that digit and continue with the remainder.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the column, write the remainder. Count the dots — that's your carry.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9 + 8 + 6 + 4 =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22947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+ 8 = 17 → mark • by 8, remainder 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+ 6 = 13 → mark • by 6, remainder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+ 4 = 7 → final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 dots + 7 = 27. 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72501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 faster than mental running-total for long columns.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calculation race. Same column (47 + 38 + 26 + 91 + 53), two methods: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Traditional: ~25 seconds for most students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Bindu Paddhati: with practice, ~12-15 seconds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observes the time difference.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Tirthaji 1965: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Bindu Paddhati removes the need to carry, by using a dot as a visual marker of 10."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Modern: dot-counting in computer arithmetic uses the same principle (binary carry-saving adders).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race.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does 10 column-addition problems using Bindu Paddhati. Time themselves. Then do another 10 using traditional method. Compare times — celebrate any improvement.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now know two methods for column addition. When would you use which? Why?"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Why mental arithmetic? The setup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Single-digit + single-digit with the dot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Two-digit column addition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Three- and four-digit columns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Speed practice — Bindu Paddhati vs traditional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Why it works — place value + carry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Honest history — Tirthaji 1965, Dani 1993 critique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Bridge to computer arithmetic — carry-save addition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Mixed problem set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Project — design your own mental-math poster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Dot Addition — Middle</dc:title>
  <dc:subject>PptxGenJS Presentation</dc:subject>
  <dc:creator>IKS Curriculum</dc:creator>
  <cp:lastModifiedBy>IKS Curriculum</cp:lastModifiedBy>
  <cp:revision>1</cp:revision>
  <dcterms:created xsi:type="dcterms:W3CDTF">2026-05-28T02:30:03Z</dcterms:created>
  <dcterms:modified xsi:type="dcterms:W3CDTF">2026-05-28T02:30:03Z</dcterms:modified>
</cp:coreProperties>
</file>