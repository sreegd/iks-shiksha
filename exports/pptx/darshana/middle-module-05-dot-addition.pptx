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module-05-dot-addition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5 — Bindu Paddhati — Dot Addition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Bindu Paddhati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A 20th-century mental-arithmetic technique for column addition.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5’s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Show the column 9 + 8 + 7 + 6 = ?. Most students will sum top-to-bottom. </a:t>
            </a:r>
            <a:r>
              <a:rPr i="1"/>
              <a:t>“What if there’s a faster way? A 20th-century Indian arithmetic technique called Bindu Paddhati (dot method) gives one. Today we learn it.”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Bindu Paddhati for column addition.</a:t>
            </a:r>
          </a:p>
          <a:p>
            <a:pPr lvl="0" indent="0" marL="0">
              <a:buNone/>
            </a:pPr>
            <a:r>
              <a:rPr/>
              <a:t>For each column (units, tens, hundreds): 1. Add running total downwards. 2. Whenever you reach 10 or more, mark a DOT (•) next to that digit and continue with the remainder. 3. At the end of the column, write the remainder. Count the dots — that’s your carry.</a:t>
            </a:r>
          </a:p>
          <a:p>
            <a:pPr lvl="0" indent="0" marL="0">
              <a:buNone/>
            </a:pPr>
            <a:r>
              <a:rPr/>
              <a:t>Example: 9 + 8 + 6 + 4 = ? - 9 + 8 = 17 → mark • by 8, remainder 7 - 7 + 6 = 13 → mark • by 6, remainder 3 - 3 + 4 = 7 → final - Total: 2 dots + 7 = 27. ✓</a:t>
            </a:r>
          </a:p>
          <a:p>
            <a:pPr lvl="0" indent="0" marL="0">
              <a:buNone/>
            </a:pPr>
            <a:r>
              <a:rPr b="1"/>
              <a:t>Speed:</a:t>
            </a:r>
            <a:r>
              <a:rPr/>
              <a:t> much faster than mental running-total for long columns.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Live calculation race. Same column (47 + 38 + 26 + 91 + 53), two methods: - Traditional: ~25 seconds for most students - Bindu Paddhati: with practice, ~12-15 seconds</a:t>
            </a:r>
          </a:p>
          <a:p>
            <a:pPr lvl="0" indent="0" marL="0">
              <a:buNone/>
            </a:pPr>
            <a:r>
              <a:rPr/>
              <a:t>Class observes the time difference.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Tirthaji 1965: </a:t>
            </a:r>
            <a:r>
              <a:rPr i="1"/>
              <a:t>“The Bindu Paddhati removes the need to carry, by using a dot as a visual marker of 10.”</a:t>
            </a:r>
            <a:r>
              <a:rPr/>
              <a:t> Modern: dot-counting in computer arithmetic uses the same principle (binary carry-saving adders).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Method race.</a:t>
            </a:r>
            <a:r>
              <a:rPr/>
              <a:t> Each student does 10 column-addition problems using Bindu Paddhati. Time themselves. Then do another 10 using traditional method. Compare times — celebrate any improvement.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“You now know two methods for column addition. When would you use which? Why?”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Why mental arithmetic? The setup</a:t>
            </a:r>
          </a:p>
          <a:p>
            <a:pPr lvl="0"/>
            <a:r>
              <a:rPr b="1"/>
              <a:t>Day 02</a:t>
            </a:r>
            <a:r>
              <a:rPr/>
              <a:t> — Single-digit + single-digit with the dot</a:t>
            </a:r>
          </a:p>
          <a:p>
            <a:pPr lvl="0"/>
            <a:r>
              <a:rPr b="1"/>
              <a:t>Day 03</a:t>
            </a:r>
            <a:r>
              <a:rPr/>
              <a:t> — Two-digit column addition</a:t>
            </a:r>
          </a:p>
          <a:p>
            <a:pPr lvl="0"/>
            <a:r>
              <a:rPr b="1"/>
              <a:t>Day 04</a:t>
            </a:r>
            <a:r>
              <a:rPr/>
              <a:t> — Three- and four-digit columns</a:t>
            </a:r>
          </a:p>
          <a:p>
            <a:pPr lvl="0"/>
            <a:r>
              <a:rPr b="1"/>
              <a:t>Day 05</a:t>
            </a:r>
            <a:r>
              <a:rPr/>
              <a:t> — Speed practice — Bindu Paddhati vs traditional</a:t>
            </a:r>
          </a:p>
          <a:p>
            <a:pPr lvl="0"/>
            <a:r>
              <a:rPr b="1"/>
              <a:t>Day 06</a:t>
            </a:r>
            <a:r>
              <a:rPr/>
              <a:t> — Why it works — place value + carry</a:t>
            </a:r>
          </a:p>
          <a:p>
            <a:pPr lvl="0"/>
            <a:r>
              <a:rPr b="1"/>
              <a:t>Day 07</a:t>
            </a:r>
            <a:r>
              <a:rPr/>
              <a:t> — Honest history — Tirthaji 1965, Dani 1993 critique</a:t>
            </a:r>
          </a:p>
          <a:p>
            <a:pPr lvl="0"/>
            <a:r>
              <a:rPr b="1"/>
              <a:t>Day 08</a:t>
            </a:r>
            <a:r>
              <a:rPr/>
              <a:t> — Bridge to computer arithmetic — carry-save addition</a:t>
            </a:r>
          </a:p>
          <a:p>
            <a:pPr lvl="0"/>
            <a:r>
              <a:rPr b="1"/>
              <a:t>Day 09</a:t>
            </a:r>
            <a:r>
              <a:rPr/>
              <a:t> — Mixed problem set</a:t>
            </a:r>
          </a:p>
          <a:p>
            <a:pPr lvl="0"/>
            <a:r>
              <a:rPr b="1"/>
              <a:t>Day 10</a:t>
            </a:r>
            <a:r>
              <a:rPr/>
              <a:t> — Project — design your own mental-math poster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module-05-dot-addition - Darshana (60-min workshop)</dc:title>
  <dc:creator>IKS Curriculum - middle band</dc:creator>
  <cp:keywords/>
  <dcterms:created xsi:type="dcterms:W3CDTF">2026-05-28T02:10:48Z</dcterms:created>
  <dcterms:modified xsi:type="dcterms:W3CDTF">2026-05-28T02:10:48Z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