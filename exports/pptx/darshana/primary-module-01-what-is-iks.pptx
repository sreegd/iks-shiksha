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23172" y="1315938"/>
            <a:ext cx="36975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65002" y="1544389"/>
            <a:ext cx="2413846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05915" y="2331541"/>
            <a:ext cx="1932170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IKS?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484775" y="2867323"/>
            <a:ext cx="217445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Bhāratīya Jñāna-Paramparā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the longest poem you've heard?"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 song? a story? the Hanumān Cālīsā?) Now imagine 100,000 verses kept alive only by memory — that's the Mahābhārata.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is a name for Indian ways of knowing.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It includes math, medicine, astronomy, dance, music, building, language, and yoga.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big groups (write on board):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75805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Vedāṅgas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six "limbs of the Veda" — śikṣā (pronunciation), kalpa (ritual procedure), vyākaraṇa (grammar), nirukta (etymology), chandas (metre), jyotiṣa (astronomy)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Upavedas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applied sciences — Āyurveda (medicine), Dhanurveda (martial), Gandharvaveda (arts), Sthāpatya (architecture)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Itihāsa-purāṇa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history-and-story texts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9454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Pick ONE limb together; the class brainstorms what we still use from it today.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Memory Game.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Read out 5 Sanskrit words slowly: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jala, agni, vāyu, pṛthivī, 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(water, fire, air, earth, space). Say them again. A third time. Now ask children to repeat — most will get all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you know — long ago, students learned 100,000 verses this way? That's how the Mahābhārata survived."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the story of Pāṇini, the boy from Gandhāra who looked up at the stars one night and decided to write down ALL the rules of Sanskrit.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"He took 12 years. The book is called Aṣṭādhyāyī — eight chapters. People still study it today!"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Vedic Memory Olympics.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Pair students. Each pair learns 4 Sanskrit words from one of the upavedas: e.g.,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Āyurveda group: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vāta, pitta, kapha, prakṛti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Yoga group: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āsana, prāṇāyāma, dhyāna, samādhi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Music group: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rāga, tāla, svara, śruti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pair "performs" their 4 words for the class. Repeat in chorus together. End with applause.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Sanskrit word they remembered from today's lesson. Round of applause for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Why IKS now? The mapping problem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Vedas and Vedāṅgas: the six supporting sciences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Upavedas: applied disciplines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Itihāsa and Purāṇas: history-as-story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Six Darśanas: the philosophical schools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Named figures: Pāṇini to Āryabhaṭa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Source discipline: what we can verify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IKS meets modern science: bridges and tensions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NEP 2020 and IKS integration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Synthesis project: your map of IKS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01 — What Is Iks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01 — What Is Iks — Primary</dc:title>
  <dc:subject>PptxGenJS Presentation</dc:subject>
  <dc:creator>IKS Curriculum</dc:creator>
  <cp:lastModifiedBy>IKS Curriculum</cp:lastModifiedBy>
  <cp:revision>1</cp:revision>
  <dcterms:created xsi:type="dcterms:W3CDTF">2026-05-28T02:28:39Z</dcterms:created>
  <dcterms:modified xsi:type="dcterms:W3CDTF">2026-05-28T02:28:39Z</dcterms:modified>
</cp:coreProperties>
</file>