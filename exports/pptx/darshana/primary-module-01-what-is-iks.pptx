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module-01-what-is-iks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 — What is IKS?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Bhāratīya Jñāna-Paramparā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The map of Indian Knowledge Systems.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 i="1"/>
              <a:t>“What’s the longest poem you’ve heard?”</a:t>
            </a:r>
            <a:r>
              <a:rPr/>
              <a:t> (a song? a story? the Hanumān Cālīsā?) Now imagine 100,000 verses kept alive only by memory — that’s the Mahābhārata.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IKS is a name for Indian ways of knowing.</a:t>
            </a:r>
            <a:r>
              <a:rPr/>
              <a:t> It includes math, medicine, astronomy, dance, music, building, language, and yoga.</a:t>
            </a:r>
          </a:p>
          <a:p>
            <a:pPr lvl="0" indent="0" marL="0">
              <a:buNone/>
            </a:pPr>
            <a:r>
              <a:rPr/>
              <a:t>Three big groups (write on board): - </a:t>
            </a:r>
            <a:r>
              <a:rPr b="1"/>
              <a:t>Vedāṅgas</a:t>
            </a:r>
            <a:r>
              <a:rPr/>
              <a:t> — six “limbs of the Veda” — śikṣā (pronunciation), kalpa (ritual procedure), vyākaraṇa (grammar), nirukta (etymology), chandas (metre), jyotiṣa (astronomy) - </a:t>
            </a:r>
            <a:r>
              <a:rPr b="1"/>
              <a:t>Upavedas</a:t>
            </a:r>
            <a:r>
              <a:rPr/>
              <a:t> — applied sciences — Āyurveda (medicine), Dhanurveda (martial), Gandharvaveda (arts), Sthāpatya (architecture) - </a:t>
            </a:r>
            <a:r>
              <a:rPr b="1"/>
              <a:t>Itihāsa-purāṇa</a:t>
            </a:r>
            <a:r>
              <a:rPr/>
              <a:t> — history-and-story texts</a:t>
            </a:r>
          </a:p>
          <a:p>
            <a:pPr lvl="0" indent="0" marL="0">
              <a:buNone/>
            </a:pPr>
            <a:r>
              <a:rPr/>
              <a:t>Pick ONE limb together; the class brainstorms what we still use from it today.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The Memory Game.</a:t>
            </a:r>
            <a:r>
              <a:rPr/>
              <a:t> Read out 5 Sanskrit words slowly: </a:t>
            </a:r>
            <a:r>
              <a:rPr i="1"/>
              <a:t>jala, agni, vāyu, pṛthivī, ākāśa</a:t>
            </a:r>
            <a:r>
              <a:rPr/>
              <a:t> (water, fire, air, earth, space). Say them again. A third time. Now ask children to repeat — most will get all 5.</a:t>
            </a:r>
          </a:p>
          <a:p>
            <a:pPr lvl="0" indent="0" marL="0">
              <a:buNone/>
            </a:pPr>
            <a:r>
              <a:rPr i="1"/>
              <a:t>“Did you know — long ago, students learned 100,000 verses this way? That’s how the Mahābhārata survived.”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Pāṇini, the boy from Gandhāra who looked up at the stars one night and decided to write down ALL the rules of Sanskrit. </a:t>
            </a:r>
            <a:r>
              <a:rPr i="1"/>
              <a:t>“He took 12 years. The book is called Aṣṭādhyāyī — eight chapters. People still study it today!”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Vedic Memory Olympics.</a:t>
            </a:r>
            <a:r>
              <a:rPr/>
              <a:t> Pair students. Each pair learns 4 Sanskrit words from one of the upavedas: e.g., - Āyurveda group: </a:t>
            </a:r>
            <a:r>
              <a:rPr i="1"/>
              <a:t>vāta, pitta, kapha, prakṛti</a:t>
            </a:r>
            <a:r>
              <a:rPr/>
              <a:t> - Yoga group: </a:t>
            </a:r>
            <a:r>
              <a:rPr i="1"/>
              <a:t>āsana, prāṇāyāma, dhyāna, samādhi</a:t>
            </a:r>
            <a:r>
              <a:rPr/>
              <a:t> - Music group: </a:t>
            </a:r>
            <a:r>
              <a:rPr i="1"/>
              <a:t>rāga, tāla, svara, śruti</a:t>
            </a:r>
          </a:p>
          <a:p>
            <a:pPr lvl="0" indent="0" marL="0">
              <a:buNone/>
            </a:pPr>
            <a:r>
              <a:rPr/>
              <a:t>Each pair “performs” their 4 words for the class. Repeat in chorus together. End with applause.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shares ONE Sanskrit word they remembered from today’s lesson. Round of applause for each.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Why IKS now? The mapping problem</a:t>
            </a:r>
          </a:p>
          <a:p>
            <a:pPr lvl="0"/>
            <a:r>
              <a:rPr b="1"/>
              <a:t>Day 02</a:t>
            </a:r>
            <a:r>
              <a:rPr/>
              <a:t> — Vedas and Vedāṅgas: the six supporting sciences</a:t>
            </a:r>
          </a:p>
          <a:p>
            <a:pPr lvl="0"/>
            <a:r>
              <a:rPr b="1"/>
              <a:t>Day 03</a:t>
            </a:r>
            <a:r>
              <a:rPr/>
              <a:t> — Upavedas: applied disciplines</a:t>
            </a:r>
          </a:p>
          <a:p>
            <a:pPr lvl="0"/>
            <a:r>
              <a:rPr b="1"/>
              <a:t>Day 04</a:t>
            </a:r>
            <a:r>
              <a:rPr/>
              <a:t> — Itihāsa and Purāṇas: history-as-story</a:t>
            </a:r>
          </a:p>
          <a:p>
            <a:pPr lvl="0"/>
            <a:r>
              <a:rPr b="1"/>
              <a:t>Day 05</a:t>
            </a:r>
            <a:r>
              <a:rPr/>
              <a:t> — Six Darśanas: the philosophical schools</a:t>
            </a:r>
          </a:p>
          <a:p>
            <a:pPr lvl="0"/>
            <a:r>
              <a:rPr b="1"/>
              <a:t>Day 06</a:t>
            </a:r>
            <a:r>
              <a:rPr/>
              <a:t> — Named figures: Pāṇini to Āryabhaṭa</a:t>
            </a:r>
          </a:p>
          <a:p>
            <a:pPr lvl="0"/>
            <a:r>
              <a:rPr b="1"/>
              <a:t>Day 07</a:t>
            </a:r>
            <a:r>
              <a:rPr/>
              <a:t> — Source discipline: what we can verify</a:t>
            </a:r>
          </a:p>
          <a:p>
            <a:pPr lvl="0"/>
            <a:r>
              <a:rPr b="1"/>
              <a:t>Day 08</a:t>
            </a:r>
            <a:r>
              <a:rPr/>
              <a:t> — IKS meets modern science: bridges and tensions</a:t>
            </a:r>
          </a:p>
          <a:p>
            <a:pPr lvl="0"/>
            <a:r>
              <a:rPr b="1"/>
              <a:t>Day 09</a:t>
            </a:r>
            <a:r>
              <a:rPr/>
              <a:t> — NEP 2020 and IKS integration</a:t>
            </a:r>
          </a:p>
          <a:p>
            <a:pPr lvl="0"/>
            <a:r>
              <a:rPr b="1"/>
              <a:t>Day 10</a:t>
            </a:r>
            <a:r>
              <a:rPr/>
              <a:t> — Synthesis project: your map of IKS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module-01-what-is-iks - Darshana (60-min workshop)</dc:title>
  <dc:creator>IKS Curriculum - primary band</dc:creator>
  <cp:keywords/>
  <dcterms:created xsi:type="dcterms:W3CDTF">2026-05-28T02:10:26Z</dcterms:created>
  <dcterms:modified xsi:type="dcterms:W3CDTF">2026-05-28T02:10:26Z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