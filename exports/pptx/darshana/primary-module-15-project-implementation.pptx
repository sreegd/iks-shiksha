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038988" y="1315938"/>
            <a:ext cx="5065874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07A5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15 — PROJECT IMPLEMENTATION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9857" y="1544389"/>
            <a:ext cx="2724287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15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77163" y="2331541"/>
            <a:ext cx="5389674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2C2C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Implementation — Capstone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15323" y="2867323"/>
            <a:ext cx="271320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Pañcagavya (and other capstones)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77990" y="3499693"/>
            <a:ext cx="11878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the 14 module pictures.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"You've learned 14 things! Today: pick ONE and make a project!"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15 — Project Implementation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You can make a project!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Pick from this menu: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198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Make a 5-element collage (Module 2)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 a doṣa-friend deck (Module 4)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Make a herb-friend deck (Module 10)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 a moon calendar (Module 6)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 a sun calendar (Module 12)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Make a magic-square decoration (Module 14)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Design a kind-yoga sequence (Module 8)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Plant a tree (Module 13)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3539728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Or invent your own from a module you loved!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15 — Project Implementation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Show 3 sample projects (previous classes' work, if any, or teacher mock-ups). Children pick their favourite to inspire.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15 — Project Implementation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Tell a story about a child who made a great project — and what made it great: choosing carefully, doing the work, showing pride.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15 — Project Implementation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writes (or draws) their project plan: WHAT they'll make, what they need, who will help. Submit to teacher.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15 — Project Implementation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their project choice and why. Cheer for each commitment.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15 — Project Implementation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Overview + project menu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Scope + plan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Research day 1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Research day 2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Mid-project critique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Build day 1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Build day 2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Document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Rehearse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— Share day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Module 15 — Project Implementation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15 — Project Implementation — Primary</dc:title>
  <dc:subject>PptxGenJS Presentation</dc:subject>
  <dc:creator>IKS Curriculum</dc:creator>
  <cp:lastModifiedBy>IKS Curriculum</cp:lastModifiedBy>
  <cp:revision>1</cp:revision>
  <dcterms:created xsi:type="dcterms:W3CDTF">2026-05-28T02:29:41Z</dcterms:created>
  <dcterms:modified xsi:type="dcterms:W3CDTF">2026-05-28T02:29:41Z</dcterms:modified>
</cp:coreProperties>
</file>