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module-15-project-implementation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15 — Project Implementation — Capstone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Pañcagavya (and other capstones)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10-day applied project drawing on Modules 1-14.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15’s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Show the 14 module pictures. </a:t>
            </a:r>
            <a:r>
              <a:rPr i="1"/>
              <a:t>“You’ve learned 14 things! Today: pick ONE and make a project!”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You can make a project!</a:t>
            </a:r>
          </a:p>
          <a:p>
            <a:pPr lvl="0" indent="0" marL="0">
              <a:buNone/>
            </a:pPr>
            <a:r>
              <a:rPr/>
              <a:t>Pick from this menu: 1. Make a 5-element collage (Module 2) 2. Build a doṣa-friend deck (Module 4) 3. Make a herb-friend deck (Module 10) 4. Draw a moon calendar (Module 6) 5. Build a sun calendar (Module 12) 6. Make a magic-square decoration (Module 14) 7. Design a kind-yoga sequence (Module 8) 8. Plant a tree (Module 13)</a:t>
            </a:r>
          </a:p>
          <a:p>
            <a:pPr lvl="0" indent="0" marL="0">
              <a:buNone/>
            </a:pPr>
            <a:r>
              <a:rPr/>
              <a:t>Or invent your own from a module you loved!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Show 3 sample projects (previous classes’ work, if any, or teacher mock-ups). Children pick their favourite to inspire.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a story about a child who made a great project — and what made it great: choosing carefully, doing the work, showing pride.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Each child writes (or draws) their project plan: WHAT they’ll make, what they need, who will help. Submit to teacher.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Each child shares their project choice and why. Cheer for each commitment.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Overview + project menu</a:t>
            </a:r>
          </a:p>
          <a:p>
            <a:pPr lvl="0"/>
            <a:r>
              <a:rPr b="1"/>
              <a:t>Day 02</a:t>
            </a:r>
            <a:r>
              <a:rPr/>
              <a:t> — Scope + plan</a:t>
            </a:r>
          </a:p>
          <a:p>
            <a:pPr lvl="0"/>
            <a:r>
              <a:rPr b="1"/>
              <a:t>Day 03</a:t>
            </a:r>
            <a:r>
              <a:rPr/>
              <a:t> — Research day 1</a:t>
            </a:r>
          </a:p>
          <a:p>
            <a:pPr lvl="0"/>
            <a:r>
              <a:rPr b="1"/>
              <a:t>Day 04</a:t>
            </a:r>
            <a:r>
              <a:rPr/>
              <a:t> — Research day 2</a:t>
            </a:r>
          </a:p>
          <a:p>
            <a:pPr lvl="0"/>
            <a:r>
              <a:rPr b="1"/>
              <a:t>Day 05</a:t>
            </a:r>
            <a:r>
              <a:rPr/>
              <a:t> — Mid-project critique</a:t>
            </a:r>
          </a:p>
          <a:p>
            <a:pPr lvl="0"/>
            <a:r>
              <a:rPr b="1"/>
              <a:t>Day 06</a:t>
            </a:r>
            <a:r>
              <a:rPr/>
              <a:t> — Build day 1</a:t>
            </a:r>
          </a:p>
          <a:p>
            <a:pPr lvl="0"/>
            <a:r>
              <a:rPr b="1"/>
              <a:t>Day 07</a:t>
            </a:r>
            <a:r>
              <a:rPr/>
              <a:t> — Build day 2</a:t>
            </a:r>
          </a:p>
          <a:p>
            <a:pPr lvl="0"/>
            <a:r>
              <a:rPr b="1"/>
              <a:t>Day 08</a:t>
            </a:r>
            <a:r>
              <a:rPr/>
              <a:t> — Document</a:t>
            </a:r>
          </a:p>
          <a:p>
            <a:pPr lvl="0"/>
            <a:r>
              <a:rPr b="1"/>
              <a:t>Day 09</a:t>
            </a:r>
            <a:r>
              <a:rPr/>
              <a:t> — Rehearse</a:t>
            </a:r>
          </a:p>
          <a:p>
            <a:pPr lvl="0"/>
            <a:r>
              <a:rPr b="1"/>
              <a:t>Day 10</a:t>
            </a:r>
            <a:r>
              <a:rPr/>
              <a:t> — Share day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module-15-project-implementation - Darshana (60-min workshop)</dc:title>
  <dc:creator>IKS Curriculum - primary band</dc:creator>
  <cp:keywords/>
  <dcterms:created xsi:type="dcterms:W3CDTF">2026-05-28T02:10:42Z</dcterms:created>
  <dcterms:modified xsi:type="dcterms:W3CDTF">2026-05-28T02:10:42Z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