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00439" y="1315938"/>
            <a:ext cx="354312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14 — MAGIC SQUARES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196801" y="1544389"/>
            <a:ext cx="2750397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54094" y="2331541"/>
            <a:ext cx="4635812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 Squares — Bhadragaṇita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09603" y="2867323"/>
            <a:ext cx="9247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place 1-9 in a 3×3 grid so every row/column/diagonal sums to 15. Pause for tries. Reveal the answer.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a magic square. Today: how to make one for ANY odd size."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squares: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 n × n square using 1 to n²: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constant M = n(n² + 1) / 2.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3 with 1-9: M = 15.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4 with 1-16: M = 34.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× 5 with 1-25: M = 65.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5646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Stair-step method (odd n):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866727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1 in the top-middle.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any cell, move up-right (wrap if off-grid).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cell is occupied, move down instead.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72501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Nārāyaṇa Paṇḍita's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(1356 CE) systematised this for any odd 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5 × 5 using stair-step.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 on board: place 1 top-middle. Move up-right. Wrap if needed. Build through 25. Verify M = 65.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Nārāyaṇa Paṇḍita,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(1356 CE), ch. 14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any odd n, place 1 in the top-middle; move up-right; if the cell is occupied, move down. Continue until n² is placed."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5 × 5.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stair-step. Verify M = 65. Pair-check.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makes a magic square 'magic'? What's the math behind it?"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Discover the 3 × 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Magic constant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How many 3 × 3 magic squares?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Stair-step method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Practice — 5 × 5 and 7 × 7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 × 4 and the Khajuraho square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Historical context — Nārāyaṇa Paṇḍita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Cross-cultural — Lo Shu, Dürer, Indian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Design your own magic square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Final share + assessment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14 — Magic Squares — Middle</dc:title>
  <dc:subject>PptxGenJS Presentation</dc:subject>
  <dc:creator>IKS Curriculum</dc:creator>
  <cp:lastModifiedBy>IKS Curriculum</cp:lastModifiedBy>
  <cp:revision>1</cp:revision>
  <dcterms:created xsi:type="dcterms:W3CDTF">2026-05-28T02:30:43Z</dcterms:created>
  <dcterms:modified xsi:type="dcterms:W3CDTF">2026-05-28T02:30:43Z</dcterms:modified>
</cp:coreProperties>
</file>