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module-14-magic-squares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primary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14 — Magic Squares — Bhadragaṇita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Bhadragaṇita</a:t>
            </a:r>
            <a:r>
              <a:rPr/>
              <a:t> · </a:t>
            </a:r>
            <a:r>
              <a:rPr b="1"/>
              <a:t>Band:</a:t>
            </a:r>
            <a:r>
              <a:rPr/>
              <a:t> Primary (3-5)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Nārāyaṇa Paṇḍita’s 1356 CE magic-square algorithms.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14’s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Show a 3×3 grid with numbers 1-9. </a:t>
            </a:r>
            <a:r>
              <a:rPr i="1"/>
              <a:t>“All rows, all columns, both diagonals add to 15! Magic!”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A magic square: numbers in a grid where rows, columns, diagonals all add to the same.</a:t>
            </a:r>
          </a:p>
          <a:p>
            <a:pPr lvl="0" indent="0" marL="0">
              <a:buNone/>
            </a:pPr>
            <a:r>
              <a:rPr/>
              <a:t>The 3×3 with 1-9:</a:t>
            </a:r>
          </a:p>
          <a:p>
            <a:pPr lvl="0" indent="0">
              <a:buNone/>
            </a:pPr>
            <a:r>
              <a:rPr>
                <a:latin typeface="Courier"/>
              </a:rPr>
              <a:t>2 7 6
9 5 1
4 3 8</a:t>
            </a:r>
          </a:p>
          <a:p>
            <a:pPr lvl="0" indent="0" marL="0">
              <a:buNone/>
            </a:pPr>
            <a:r>
              <a:rPr/>
              <a:t>All rows = 15. All columns = 15. Diagonals too!</a:t>
            </a:r>
          </a:p>
          <a:p>
            <a:pPr lvl="0" indent="0" marL="0">
              <a:buNone/>
            </a:pPr>
            <a:r>
              <a:rPr/>
              <a:t>The middle number is ALWAYS 5. (Try shifting numbers around.)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/>
              <a:t>Show the 3 × 3 magic square. Children find the rows that add to 15, the columns, the diagonals. Cheer for each find.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Tell the story of Nārāyaṇa Paṇḍita, who in 1356 wrote a book full of number puzzles, called </a:t>
            </a:r>
            <a:r>
              <a:rPr i="1"/>
              <a:t>Gaṇita-kaumudī</a:t>
            </a:r>
            <a:r>
              <a:rPr/>
              <a:t> — “Moonlight of Numbers.”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Decorate the 3 × 3 magic square.</a:t>
            </a:r>
            <a:r>
              <a:rPr/>
              <a:t> Each child draws the square with colours, frames, and animals around the numbers.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/>
              <a:t>Each child shows their decorated 3 × 3. Cheer.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Discover the 3 × 3</a:t>
            </a:r>
          </a:p>
          <a:p>
            <a:pPr lvl="0"/>
            <a:r>
              <a:rPr b="1"/>
              <a:t>Day 02</a:t>
            </a:r>
            <a:r>
              <a:rPr/>
              <a:t> — Magic constant</a:t>
            </a:r>
          </a:p>
          <a:p>
            <a:pPr lvl="0"/>
            <a:r>
              <a:rPr b="1"/>
              <a:t>Day 03</a:t>
            </a:r>
            <a:r>
              <a:rPr/>
              <a:t> — How many 3 × 3 magic squares?</a:t>
            </a:r>
          </a:p>
          <a:p>
            <a:pPr lvl="0"/>
            <a:r>
              <a:rPr b="1"/>
              <a:t>Day 04</a:t>
            </a:r>
            <a:r>
              <a:rPr/>
              <a:t> — Stair-step method</a:t>
            </a:r>
          </a:p>
          <a:p>
            <a:pPr lvl="0"/>
            <a:r>
              <a:rPr b="1"/>
              <a:t>Day 05</a:t>
            </a:r>
            <a:r>
              <a:rPr/>
              <a:t> — Practice — 5 × 5 and 7 × 7</a:t>
            </a:r>
          </a:p>
          <a:p>
            <a:pPr lvl="0"/>
            <a:r>
              <a:rPr b="1"/>
              <a:t>Day 06</a:t>
            </a:r>
            <a:r>
              <a:rPr/>
              <a:t> — 4 × 4 and the Khajuraho square</a:t>
            </a:r>
          </a:p>
          <a:p>
            <a:pPr lvl="0"/>
            <a:r>
              <a:rPr b="1"/>
              <a:t>Day 07</a:t>
            </a:r>
            <a:r>
              <a:rPr/>
              <a:t> — Historical context — Nārāyaṇa Paṇḍita</a:t>
            </a:r>
          </a:p>
          <a:p>
            <a:pPr lvl="0"/>
            <a:r>
              <a:rPr b="1"/>
              <a:t>Day 08</a:t>
            </a:r>
            <a:r>
              <a:rPr/>
              <a:t> — Cross-cultural — Lo Shu, Dürer, Indian</a:t>
            </a:r>
          </a:p>
          <a:p>
            <a:pPr lvl="0"/>
            <a:r>
              <a:rPr b="1"/>
              <a:t>Day 09</a:t>
            </a:r>
            <a:r>
              <a:rPr/>
              <a:t> — Design your own magic square</a:t>
            </a:r>
          </a:p>
          <a:p>
            <a:pPr lvl="0"/>
            <a:r>
              <a:rPr b="1"/>
              <a:t>Day 10</a:t>
            </a:r>
            <a:r>
              <a:rPr/>
              <a:t> — Final share + assessment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module-14-magic-squares - Darshana (60-min workshop)</dc:title>
  <dc:creator>IKS Curriculum - primary band</dc:creator>
  <cp:keywords/>
  <dcterms:created xsi:type="dcterms:W3CDTF">2026-05-28T02:10:41Z</dcterms:created>
  <dcterms:modified xsi:type="dcterms:W3CDTF">2026-05-28T02:10:41Z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