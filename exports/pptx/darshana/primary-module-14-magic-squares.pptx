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562713" y="1315938"/>
            <a:ext cx="4018574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07A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14 — MAGIC SQUARES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196801" y="1544389"/>
            <a:ext cx="2750397" cy="584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14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254094" y="2331541"/>
            <a:ext cx="4635812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2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26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Magic Squares — Bhadragaṇita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051765" y="2867323"/>
            <a:ext cx="1040469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Bhadragaṇita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77990" y="3499693"/>
            <a:ext cx="118787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Opening hook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3×3 grid with numbers 1-9.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"All rows, all columns, both diagonals add to 15! Magic!"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14 — Magic Squares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idea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magic square: numbers in a grid where rows, columns, diagonals all add to the same.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3×3 with 1-9: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62534"/>
            <a:ext cx="8331398" cy="77762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1462534"/>
            <a:ext cx="0" cy="777627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158948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2 7 6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6406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9 5 1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93863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4 3 8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6301" y="232901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All rows = 15. All columns = 15. Diagonals too!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26184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middle number is ALWAYS 5. (Try shifting numbers around.)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14 — Magic Squares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Demonstration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the 3 × 3 magic square. Children find the rows that add to 15, the columns, the diagonals. Cheer for each find.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14 — Magic Squares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moment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Tell the story of Nārāyaṇa Paṇḍita, who in 1356 wrote a book full of number puzzles, called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"Moonlight of Numbers."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14 — Magic Squares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activity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Decorate the 3 × 3 magic square.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Each child draws the square with colours, frames, and animals around the numbers.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14 — Magic Squares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+ take-home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shows their decorated 3 × 3. Cheer.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14 — Magic Squares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 deeper into Adhyayana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full 10-day version of this module: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Discover the 3 × 3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Magic constant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How many 3 × 3 magic squares?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Stair-step method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Practice — 5 × 5 and 7 × 7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4 × 4 and the Khajuraho square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Historical context — Nārāyaṇa Paṇḍita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Cross-cultural — Lo Shu, Dürer, Indian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Design your own magic square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Final share + assessment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14 — Magic Squares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14 — Magic Squares — Primary</dc:title>
  <dc:subject>PptxGenJS Presentation</dc:subject>
  <dc:creator>IKS Curriculum</dc:creator>
  <cp:lastModifiedBy>IKS Curriculum</cp:lastModifiedBy>
  <cp:revision>1</cp:revision>
  <dcterms:created xsi:type="dcterms:W3CDTF">2026-05-28T02:29:37Z</dcterms:created>
  <dcterms:modified xsi:type="dcterms:W3CDTF">2026-05-28T02:29:37Z</dcterms:modified>
</cp:coreProperties>
</file>