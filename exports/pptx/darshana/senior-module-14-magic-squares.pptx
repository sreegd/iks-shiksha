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00704" y="1315938"/>
            <a:ext cx="374259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997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14 — MAGIC SQUARES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98855" y="1544389"/>
            <a:ext cx="2346141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14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416525" y="2331541"/>
            <a:ext cx="431095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Magic Squares — Bhadragaṇita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078331" y="2867323"/>
            <a:ext cx="98733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Bhadragaṇita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8844" y="3499693"/>
            <a:ext cx="108616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C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Opening hook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the Khajuraho 4×4 magic square (~10th c. CE) and Dürer's Melencolia I 4×4 (1514).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"Same combinatorial object. Today: Nārāyaṇa Paṇḍita's 1356 CE algorithm — most rigorous pre-modern treatment of magic squares."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14 — Magic Squares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idea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Magic squares — combinatorics + history.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Algebra: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462534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Magic constant M = n(n² + 1) / 2.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n = 3: 15. For n = 4: 34. For n = 5: 65.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Number of essentially distinct 3 × 3 magic squares (using 1-9, up to symmetry): EXACTLY 1.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× 4: 880 (Frenicle de Bessy, 1693).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× 5: 275,305,224.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808387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Nārāyaṇa Paṇḍita's 1356 stair-step algorithm: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3110508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 1 in top-middle (or any specified start).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up-right; wrap with toroidal topology.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destination occupied, move down instead.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3968800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historical framing: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4901" y="4270921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Shu (China, ~9th c. BCE): earliest known 3 × 3 magic square.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Khajuraho (~10th c. CE): pan-diagonal 4 × 4 — sophisticated combinatorial property.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Gaṇita-kaumudī (1356 CE): rigorous algorithmic treatment.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Dürer (1514): European 4 × 4.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544919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14 — Magic Squares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idea · 15 min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mathematics is universal; the algorithmic systematisation by Nārāyaṇa is a genuine contribution to combinatorics.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14 — Magic Squares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Demonstration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 three magic squares.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Khajuraho (4 × 4, pan-diagonal), Dürer (4 × 4, "ordinary"), and a stair-step 5 × 5. Identify what makes Khajuraho special.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14 — Magic Squares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 moment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Quoted reference.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Nārāyaṇa Paṇḍita,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Gaṇita-kaumudī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(1356 CE),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Bhadragaṇita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chapter. The treatise systematises magic-square construction for any odd order. Translated and analysed by Kim Plofker in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Mathematics in India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(2009). Predates the most rigorous European treatments (Stifel 1544, Fermat 1640) by ~200 years.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14 — Magic Squares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Hands-on activity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Pan-diagonal 4 × 4 challenge.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Construct a 4 × 4 magic square where ALL diagonals (including "broken" diagonals that wrap around) sum to 34. (Hint: the Khajuraho square is one such.) Time it.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14 — Magic Squares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Reflection + take-home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"Nārāyaṇa's 1356 work predates Stifel by ~200 years. Why is it absent from most Western histories of mathematics? Discuss the politics of mathematical historiography."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14 — Magic Squares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 deeper into Adhyayana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10-day version of this module: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47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Discover the 3 × 3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Magic constant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How many 3 × 3 magic squares?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Stair-step method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Practice — 5 × 5 and 7 × 7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4 × 4 and the Khajuraho square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Historical context — Nārāyaṇa Paṇḍita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Cross-cultural — Lo Shu, Dürer, Indian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Design your own magic square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Final share + assessment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14 — Magic Squares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14 — Magic Squares — Senior</dc:title>
  <dc:subject>PptxGenJS Presentation</dc:subject>
  <dc:creator>IKS Curriculum</dc:creator>
  <cp:lastModifiedBy>IKS Curriculum</cp:lastModifiedBy>
  <cp:revision>1</cp:revision>
  <dcterms:created xsi:type="dcterms:W3CDTF">2026-05-28T02:31:50Z</dcterms:created>
  <dcterms:modified xsi:type="dcterms:W3CDTF">2026-05-28T02:31:50Z</dcterms:modified>
</cp:coreProperties>
</file>