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61352" y="1315938"/>
            <a:ext cx="32212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04 — DOSHAS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23710" y="1544389"/>
            <a:ext cx="2496580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55237" y="2331541"/>
            <a:ext cx="4233377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Doshas — Vāta, Pitta, Kapha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51540" y="2867323"/>
            <a:ext cx="64091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Tri-doṣa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990" y="349969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Three children — quick one, focused one, steady one.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"All three are good! Different is good!"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Tell a story of three friends, each with a different way of being in the world.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Three friends inside everyone: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Wiggle (vāta)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quick like wind, dry, light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Spark (pitta)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warm, sharp, focused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Cozy (kapha)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slow, soft, steady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3135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three live inside us. Today's mood = who's "loudest" today. We can have a Wiggle morning and a Cozy afternoon — that's normal!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Three friend pictures: a windy figure (Wiggle), a fiery figure (Spark), a cosy figure (Cozy). Each child picks one they feel most like today. Show your friend to a partner.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Tell the story of the three friends Wiggle, Spark, Cozy meeting a wise woman who said: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"You're all my favourites — different is wonderful."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their three friends. Decorate. Make a class wall: three big drawings of Wiggle, Spark, Cozy; small drawings stuck around each 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Three-friend chant: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"Wiggle, Spark, Cozy — three friends inside!"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Repeat 3 times.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Three doṣas — introduction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Vāta — the motion principle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Pitta — the transformation principle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Kapha — the structure principle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Mapping doṣas to the five elements (Module 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Prakṛti self-assessment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Daily doṣa rhythms (kapha morning, pitta noon, vāta evening)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Seasonal doṣa rhythms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Balance vs imbalance (sāmya vs vaiṣamya)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Synthesis + 7-day self-observation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04 — Doshas — Primary</dc:title>
  <dc:subject>PptxGenJS Presentation</dc:subject>
  <dc:creator>IKS Curriculum</dc:creator>
  <cp:lastModifiedBy>IKS Curriculum</cp:lastModifiedBy>
  <cp:revision>1</cp:revision>
  <dcterms:created xsi:type="dcterms:W3CDTF">2026-05-28T02:28:53Z</dcterms:created>
  <dcterms:modified xsi:type="dcterms:W3CDTF">2026-05-28T02:28:53Z</dcterms:modified>
</cp:coreProperties>
</file>