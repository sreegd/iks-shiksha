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module-04-doshas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4 — Doshas — Vāta, Pitta, Kapha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Tri-doṣa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Three biological rhythms in Āyurvedic thought.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4’s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Three children — quick one, focused one, steady one. </a:t>
            </a:r>
            <a:r>
              <a:rPr i="1"/>
              <a:t>“All three are good! Different is good!”</a:t>
            </a:r>
            <a:r>
              <a:rPr/>
              <a:t> Tell a story of three friends, each with a different way of being in the world.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Three friends inside everyone:</a:t>
            </a:r>
            <a:r>
              <a:rPr/>
              <a:t> - </a:t>
            </a:r>
            <a:r>
              <a:rPr b="1"/>
              <a:t>Wiggle (vāta)</a:t>
            </a:r>
            <a:r>
              <a:rPr/>
              <a:t> — quick like wind, dry, light - </a:t>
            </a:r>
            <a:r>
              <a:rPr b="1"/>
              <a:t>Spark (pitta)</a:t>
            </a:r>
            <a:r>
              <a:rPr/>
              <a:t> — warm, sharp, focused - </a:t>
            </a:r>
            <a:r>
              <a:rPr b="1"/>
              <a:t>Cozy (kapha)</a:t>
            </a:r>
            <a:r>
              <a:rPr/>
              <a:t> — slow, soft, steady</a:t>
            </a:r>
          </a:p>
          <a:p>
            <a:pPr lvl="0" indent="0" marL="0">
              <a:buNone/>
            </a:pPr>
            <a:r>
              <a:rPr/>
              <a:t>All three live inside us. Today’s mood = who’s “loudest” today. We can have a Wiggle morning and a Cozy afternoon — that’s normal!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Three friend pictures: a windy figure (Wiggle), a fiery figure (Spark), a cosy figure (Cozy). Each child picks one they feel most like today. Show your friend to a partner.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 of the three friends Wiggle, Spark, Cozy meeting a wise woman who said: </a:t>
            </a:r>
            <a:r>
              <a:rPr i="1"/>
              <a:t>“You’re all my favourites — different is wonderful.”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Each child draws their three friends. Decorate. Make a class wall: three big drawings of Wiggle, Spark, Cozy; small drawings stuck around each one.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Three-friend chant: </a:t>
            </a:r>
            <a:r>
              <a:rPr i="1"/>
              <a:t>“Wiggle, Spark, Cozy — three friends inside!”</a:t>
            </a:r>
            <a:r>
              <a:rPr/>
              <a:t> Repeat 3 times.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Three doṣas — introduction</a:t>
            </a:r>
          </a:p>
          <a:p>
            <a:pPr lvl="0"/>
            <a:r>
              <a:rPr b="1"/>
              <a:t>Day 02</a:t>
            </a:r>
            <a:r>
              <a:rPr/>
              <a:t> — Vāta — the motion principle</a:t>
            </a:r>
          </a:p>
          <a:p>
            <a:pPr lvl="0"/>
            <a:r>
              <a:rPr b="1"/>
              <a:t>Day 03</a:t>
            </a:r>
            <a:r>
              <a:rPr/>
              <a:t> — Pitta — the transformation principle</a:t>
            </a:r>
          </a:p>
          <a:p>
            <a:pPr lvl="0"/>
            <a:r>
              <a:rPr b="1"/>
              <a:t>Day 04</a:t>
            </a:r>
            <a:r>
              <a:rPr/>
              <a:t> — Kapha — the structure principle</a:t>
            </a:r>
          </a:p>
          <a:p>
            <a:pPr lvl="0"/>
            <a:r>
              <a:rPr b="1"/>
              <a:t>Day 05</a:t>
            </a:r>
            <a:r>
              <a:rPr/>
              <a:t> — Mapping doṣas to the five elements (Module 2)</a:t>
            </a:r>
          </a:p>
          <a:p>
            <a:pPr lvl="0"/>
            <a:r>
              <a:rPr b="1"/>
              <a:t>Day 06</a:t>
            </a:r>
            <a:r>
              <a:rPr/>
              <a:t> — Prakṛti self-assessment</a:t>
            </a:r>
          </a:p>
          <a:p>
            <a:pPr lvl="0"/>
            <a:r>
              <a:rPr b="1"/>
              <a:t>Day 07</a:t>
            </a:r>
            <a:r>
              <a:rPr/>
              <a:t> — Daily doṣa rhythms (kapha morning, pitta noon, vāta evening)</a:t>
            </a:r>
          </a:p>
          <a:p>
            <a:pPr lvl="0"/>
            <a:r>
              <a:rPr b="1"/>
              <a:t>Day 08</a:t>
            </a:r>
            <a:r>
              <a:rPr/>
              <a:t> — Seasonal doṣa rhythms</a:t>
            </a:r>
          </a:p>
          <a:p>
            <a:pPr lvl="0"/>
            <a:r>
              <a:rPr b="1"/>
              <a:t>Day 09</a:t>
            </a:r>
            <a:r>
              <a:rPr/>
              <a:t> — Balance vs imbalance (sāmya vs vaiṣamya)</a:t>
            </a:r>
          </a:p>
          <a:p>
            <a:pPr lvl="0"/>
            <a:r>
              <a:rPr b="1"/>
              <a:t>Day 10</a:t>
            </a:r>
            <a:r>
              <a:rPr/>
              <a:t> — Synthesis + 7-day self-observation project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module-04-doshas - Darshana (60-min workshop)</dc:title>
  <dc:creator>IKS Curriculum - primary band</dc:creator>
  <cp:keywords/>
  <dcterms:created xsi:type="dcterms:W3CDTF">2026-05-28T02:10:30Z</dcterms:created>
  <dcterms:modified xsi:type="dcterms:W3CDTF">2026-05-28T02:10:30Z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