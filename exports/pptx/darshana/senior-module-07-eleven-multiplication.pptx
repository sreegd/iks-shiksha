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module-07-eleven-multiplication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senior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7 — ×11 Multiplication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Ekādhikena Pūrveṇa</a:t>
            </a:r>
            <a:r>
              <a:rPr/>
              <a:t> · </a:t>
            </a:r>
            <a:r>
              <a:rPr b="1"/>
              <a:t>Band:</a:t>
            </a:r>
            <a:r>
              <a:rPr/>
              <a:t> Senior (9-12)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Mental multiplication by 11 from 20th-century Indian arithmetic.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7’s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Project: 234 × 11 = ? Pause. </a:t>
            </a:r>
            <a:r>
              <a:rPr i="1"/>
              <a:t>“Long multiplication takes ~30 seconds. The Vedic Mathematics method takes ~5 seconds. Today we learn the method AND examine its honest historical claim — manuscript date 1911-1918, published 1965.”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×11 mental method (Vedic Mathematics by Bharati Krishna Tirthaji, 1965).</a:t>
            </a:r>
          </a:p>
          <a:p>
            <a:pPr lvl="0" indent="0" marL="0">
              <a:buNone/>
            </a:pPr>
            <a:r>
              <a:rPr/>
              <a:t>Algebraic identity: (10a + b)(10 + 1) = 100a + 10(a+b) + b.</a:t>
            </a:r>
          </a:p>
          <a:p>
            <a:pPr lvl="0" indent="0" marL="0">
              <a:buNone/>
            </a:pPr>
            <a:r>
              <a:rPr b="1"/>
              <a:t>Procedure:</a:t>
            </a:r>
            <a:r>
              <a:rPr/>
              <a:t> 1. Split 2-digit number into a and b. 2. Cross-add: a + b. 3. Place: a, (a+b), b. Carry if needed.</a:t>
            </a:r>
          </a:p>
          <a:p>
            <a:pPr lvl="0" indent="0" marL="0">
              <a:buNone/>
            </a:pPr>
            <a:r>
              <a:rPr b="1"/>
              <a:t>Extension to 3-digit:</a:t>
            </a:r>
            <a:r>
              <a:rPr/>
              <a:t> abc × 11 = a, (a+b), (b+c), c.</a:t>
            </a:r>
          </a:p>
          <a:p>
            <a:pPr lvl="0" indent="0" marL="0">
              <a:buNone/>
            </a:pPr>
            <a:r>
              <a:rPr b="1"/>
              <a:t>Honest historical caveats:</a:t>
            </a:r>
            <a:r>
              <a:rPr/>
              <a:t> - Tirthaji’s manuscript: 1911-1918. - Published posthumously: 1965. - Claimed source: a Parisistha of the Atharvaveda. </a:t>
            </a:r>
            <a:r>
              <a:rPr b="1"/>
              <a:t>This manuscript has never been independently verified.</a:t>
            </a:r>
            <a:r>
              <a:rPr/>
              <a:t> - Mathematician S.G. Dani (1993) critique: the methods are 20th-century arithmetic, not Vedic.</a:t>
            </a:r>
          </a:p>
          <a:p>
            <a:pPr lvl="0" indent="0" marL="0">
              <a:buNone/>
            </a:pPr>
            <a:r>
              <a:rPr/>
              <a:t>Use the method; teach the honest history.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Algebra explainer + carry-case worked example.</a:t>
            </a:r>
            <a:r>
              <a:rPr/>
              <a:t> Derive (10a + b) × 11 = 100a + 10(a+b) + b on the board with the carry rule. Then demo 99 × 11 = 1089 (the most carry-heavy case). Discuss generalization to 3-digit.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 b="1"/>
              <a:t>Quoted reference.</a:t>
            </a:r>
            <a:r>
              <a:rPr/>
              <a:t> Tirthaji, </a:t>
            </a:r>
            <a:r>
              <a:rPr i="1"/>
              <a:t>Vedic Mathematics</a:t>
            </a:r>
            <a:r>
              <a:rPr/>
              <a:t> (1965), Sūtra 1 — </a:t>
            </a:r>
            <a:r>
              <a:rPr i="1"/>
              <a:t>Ekādhikena Pūrveṇa</a:t>
            </a:r>
            <a:r>
              <a:rPr/>
              <a:t>:</a:t>
            </a:r>
          </a:p>
          <a:p>
            <a:pPr lvl="0" indent="0" marL="1270000">
              <a:buNone/>
            </a:pPr>
            <a:r>
              <a:rPr sz="2000"/>
              <a:t>“By one more than the previous one.”</a:t>
            </a:r>
          </a:p>
          <a:p>
            <a:pPr lvl="0" indent="0" marL="0">
              <a:buNone/>
            </a:pPr>
            <a:r>
              <a:rPr/>
              <a:t>This is one of 16 sūtras. The phrase itself does not appear in extant Atharvaveda manuscripts. Treat as 20th-century synthesis.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Historical-method critique.</a:t>
            </a:r>
            <a:r>
              <a:rPr/>
              <a:t> Each student writes 250 words on: </a:t>
            </a:r>
            <a:r>
              <a:rPr i="1"/>
              <a:t>“Tirthaji’s ×11 method works. Its claimed Vedic origin is unverified. How would you teach this honestly to (a) a curious child, (b) a sceptical adult?”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“This module taught you a technique and its honest historical context. How does separating method from origin claims serve mathematical education?”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The ×11 hook — what is the trick?</a:t>
            </a:r>
          </a:p>
          <a:p>
            <a:pPr lvl="0"/>
            <a:r>
              <a:rPr b="1"/>
              <a:t>Day 02</a:t>
            </a:r>
            <a:r>
              <a:rPr/>
              <a:t> — The carry case</a:t>
            </a:r>
          </a:p>
          <a:p>
            <a:pPr lvl="0"/>
            <a:r>
              <a:rPr b="1"/>
              <a:t>Day 03</a:t>
            </a:r>
            <a:r>
              <a:rPr/>
              <a:t> — Why it works — the algebra</a:t>
            </a:r>
          </a:p>
          <a:p>
            <a:pPr lvl="0"/>
            <a:r>
              <a:rPr b="1"/>
              <a:t>Day 04</a:t>
            </a:r>
            <a:r>
              <a:rPr/>
              <a:t> — 3-digit ×11</a:t>
            </a:r>
          </a:p>
          <a:p>
            <a:pPr lvl="0"/>
            <a:r>
              <a:rPr b="1"/>
              <a:t>Day 05</a:t>
            </a:r>
            <a:r>
              <a:rPr/>
              <a:t> — Speed day</a:t>
            </a:r>
          </a:p>
          <a:p>
            <a:pPr lvl="0"/>
            <a:r>
              <a:rPr b="1"/>
              <a:t>Day 06</a:t>
            </a:r>
            <a:r>
              <a:rPr/>
              <a:t> — Anurūpyena extension to ×12-19</a:t>
            </a:r>
          </a:p>
          <a:p>
            <a:pPr lvl="0"/>
            <a:r>
              <a:rPr b="1"/>
              <a:t>Day 07</a:t>
            </a:r>
            <a:r>
              <a:rPr/>
              <a:t> — Limits of the method</a:t>
            </a:r>
          </a:p>
          <a:p>
            <a:pPr lvl="0"/>
            <a:r>
              <a:rPr b="1"/>
              <a:t>Day 08</a:t>
            </a:r>
            <a:r>
              <a:rPr/>
              <a:t> — Tirthaji 1965 and the historical claim</a:t>
            </a:r>
          </a:p>
          <a:p>
            <a:pPr lvl="0"/>
            <a:r>
              <a:rPr b="1"/>
              <a:t>Day 09</a:t>
            </a:r>
            <a:r>
              <a:rPr/>
              <a:t> — Mixed practice</a:t>
            </a:r>
          </a:p>
          <a:p>
            <a:pPr lvl="0"/>
            <a:r>
              <a:rPr b="1"/>
              <a:t>Day 10</a:t>
            </a:r>
            <a:r>
              <a:rPr/>
              <a:t> — Final assessment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module-07-eleven-multiplication - Darshana (60-min workshop)</dc:title>
  <dc:creator>IKS Curriculum - senior band</dc:creator>
  <cp:keywords/>
  <dcterms:created xsi:type="dcterms:W3CDTF">2026-05-28T02:11:07Z</dcterms:created>
  <dcterms:modified xsi:type="dcterms:W3CDTF">2026-05-28T02:11:07Z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