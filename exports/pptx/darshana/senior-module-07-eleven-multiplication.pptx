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50149" y="1315938"/>
            <a:ext cx="464355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997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07 — ELEVEN MULTIPLICATION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528495" y="1544389"/>
            <a:ext cx="2087011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7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309440" y="2331541"/>
            <a:ext cx="2525119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×11 Multiplication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840455" y="2867323"/>
            <a:ext cx="14629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Ekādhikena Pūrveṇa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8844" y="3499693"/>
            <a:ext cx="108616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C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Opening hook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Project: 234 × 11 = ? Pause.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"Long multiplication takes ~30 seconds. The Vedic Mathematics method takes ~5 seconds. Today we learn the method AND examine its honest historical claim — manuscript date 1911-1918, published 1965."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07 — Eleven Multiplication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idea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×11 mental method (Vedic Mathematics by Bharati Krishna Tirthaji, 1965).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Algebraic identity: (10a + b)(10 + 1) = 100a + 10(a+b) + b.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498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Procedure: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1752005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 2-digit number into a and b.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Cross-add: a + b.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Place: a, (a+b), b. Carry if needed.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61029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 to 3-digit: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abc × 11 = a, (a+b), (b+c), c.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2899767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historical caveats: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4901" y="3201888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Tirthaji's manuscript: 1911-1918.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Published posthumously: 1965.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Claimed source: a Parisistha of the Atharvaveda.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manuscript has never been independently verified.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Mathematician S.G. Dani (1993) critique: the methods are 20th-century arithmetic, not Vedic.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4303961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the method; teach the honest history.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301" y="4669631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07 — Eleven Multiplication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Demonstration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Algebra explainer + carry-case worked example.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Derive (10a + b) × 11 = 100a + 10(a+b) + b on the board with the carry rule. Then demo 99 × 11 = 1089 (the most carry-heavy case). Discuss generalization to 3-digit.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07 — Eleven Multiplication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 moment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Quoted reference.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Tirthaji,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Vedic Mathematics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(1965), Sūtra 1 —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Ekādhikena Pūrveṇa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73063"/>
            <a:ext cx="8331398" cy="61198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173063"/>
            <a:ext cx="0" cy="611981"/>
          </a:xfrm>
          <a:prstGeom prst="line">
            <a:avLst/>
          </a:prstGeom>
          <a:noFill/>
          <a:ln w="57150">
            <a:solidFill>
              <a:srgbClr val="9979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36356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"By one more than the previous one."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301" y="187389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one of 16 sūtras. The phrase itself does not appear in extant Atharvaveda manuscripts. Treat as 20th-century synthesis.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07 — Eleven Multiplication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Hands-on activity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Historical-method critique.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writes 250 words on: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"Tirthaji's ×11 method works. Its claimed Vedic origin is unverified. How would you teach this honestly to (a) a curious child, (b) a sceptical adult?"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07 — Eleven Multiplication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Reflection + take-home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"This module taught you a technique and its honest historical context. How does separating method from origin claims serve mathematical education?"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07 — Eleven Multiplication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 deeper into Adhyayana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10-day version of this module: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47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The ×11 hook — what is the trick?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The carry case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Why it works — the algebra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3-digit ×11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Speed day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Anurūpyena extension to ×12-19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Limits of the method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Tirthaji 1965 and the historical claim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Mixed practice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Final assessment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07 — Eleven Multiplication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07 — Eleven Multiplication — Senior</dc:title>
  <dc:subject>PptxGenJS Presentation</dc:subject>
  <dc:creator>IKS Curriculum</dc:creator>
  <cp:lastModifiedBy>IKS Curriculum</cp:lastModifiedBy>
  <cp:revision>1</cp:revision>
  <dcterms:created xsi:type="dcterms:W3CDTF">2026-05-28T02:31:19Z</dcterms:created>
  <dcterms:modified xsi:type="dcterms:W3CDTF">2026-05-28T02:31:19Z</dcterms:modified>
</cp:coreProperties>
</file>