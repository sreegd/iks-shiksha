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Tirthaji's Sūtra System in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at least 5 of Tirthaji's 16 sūtras, explain in 2–3 sentences when and by whom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was published, and state honestly that the "Vedic" attribution is academically contested.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handout: the list of 16 sūtras + 13 sub-sūtras (from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– Optional: a paragraph excerpt from Tirthaji's preface (teacher's prepared synopsis).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Recall: name the sūtra behind the ×11 trick.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 – Name the sub-sūtra behind ×12–×19.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(15 min) — Take a position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two questions to the class. Take a brief show-of-hands; then take 4–5 student statements (no debate, just listening).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"Does it matter whether the trick is 'ancient' or '20th-century'? Why or why not?"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it turns out to be 20th-century, should we still teach it as 'Vedic mathematics'? What should we call it?"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by noting: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Senior band you'll read Dani's critique in full and form a deeper position."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9: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mixed-practice day plus project work. Friday is the final assessment."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5741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5741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and the 16 sūtras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 (1884–1960), Śaṅkarācārya of Govardhana Maṭha, wrote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between roughly 1911 and 1918. The book was published in 1965, five years after his death.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claimed the 16 sūtras (including 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come from a Vedic appendix-text.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other Sanskritist has produced this manuscript.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S. G. Dani (1993) argues the sūtras are best understood as a 20th-century synthesis with Indian-mathematics roots, not a verifiably ancient Vedic teaching.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052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works. The history is contested. Both can be true. The Indian intellectual achievement is real either way.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the 16-sūtra list. Pick ONE sūtra (other than the two we've studied) and find what mathematical operation it's used for. (Sūtras 2, 3, 4, 10, 14 are well-documented in Tirthaji 1965.) Write 3 sentences.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 one-paragraph excerpt from Dani (1993). What is Dani's strongest critique? What does he NOT criticise?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the names of sūtras 1, 2, 3, and 14 (the four most commonly taught). Skip the historicity discussion details.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(and their families) believe firmly that the trick is "ancient Vedic mathematics." Honour the belief; don't dismiss it. Frame your position as "the academic consensus is more sceptical, and you'll read the evidence at Senior band." – Avoid civilisational chest-thumping ("ancient Indians knew this before everyone"). The Indian achievement here is the synthesis and clarity of Tirthaji's pedagogical work; that's enough to celebrate without overreach. – Avoid the opposite error too — dismissing the trick as "just Western math with Sanskrit labels." The pedagogical insight (the named patterns, the rhythm) is genuinely Tirthaji's.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B. K. (1965).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Motilal Banarsidass. — Sūtra list and preface. – Dani, S. G. (1993). "Myths and Reality: On Vedic Mathematics." Reprinted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Resonance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(October 2001).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(SutraGanita corpus) — the 16+13 sūtra list.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2026-05-28T04:20:02Z</dcterms:created>
  <dcterms:modified xsi:type="dcterms:W3CDTF">2026-05-28T04:20:02Z</dcterms:modified>
</cp:coreProperties>
</file>