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Tirthaji's Sūtra System in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at least 5 of Tirthaji's 16 sūtras, explain in 2–3 sentences when and by whom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was published, and state honestly that the "Vedic" attribution is academically contested.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handout: the list of 16 sūtras + 13 sub-sūtras (from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a paragraph excerpt from Tirthaji's preface (teacher's prepared synopsis).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Recall: name the sūtra behind the ×11 trick.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sub-sūtra behind ×12–×19.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16 sūtras.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 out the list. Walk through abbreviated: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Sanskrit · English gloss.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"By one more than the previous"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"All from 9 and the last from 10"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"Vertically and crosswise"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Parāvartya Yojayet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"Transpose and apply"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Śūnyaṁ Sāmyasamuccaye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"When the sum is the same, that sum is zero"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(Ānurūpye) Śūnyam Anyat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"If one is in ratio, the other is zero"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Sankalana Vyavakalanābhyām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"By addition and by subtraction"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Pūraṇāpūraṇābhyām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"By completing or non-completing"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Calana-Kalanābhyām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"By differentiation and integration"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Yāvadūnam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"Whatever the extent of its deficiency"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Vyaṣṭi-Samaṣṭiḥ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"Specific and general"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Śeṣānyaṅkena Caramena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"The remainders by the last digit"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Sopāntya-dvayam Antyam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"The penultimate and the last"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Ekanyūnena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"By one less than the previous"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Guṇitasamuccayaḥ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"The product of the sum is the sum of the products"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Guṇaka Samuccayaḥ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"All the multipliers"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13 sub-sūtras (including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was Tirthaji?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91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Bharati Krishna Tirthaji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(1884–1960). Śaṅkarācārya of Govardhana Maṭha (Puri) — i.e. head of one of the four major Hindu monastic seats founded by Ādi Śaṅkara.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Studied at Madras Christian College. Multi-lingual scholar.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the manuscript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sometime between roughly 1911 and 1918 according to its editor's foreword.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manuscript was lost or unfinished for decades.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died in 1960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book was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in 1965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five years after his death, edited by Vasudev Sharan Agrawala.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provenance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 claimed the 16 sūtras come from a Vedic text called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Atharva-veda Pariśiṣṭa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supplement to the Atharva Veda."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other Sanskritist has produced a manuscript of this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Pariśiṣṭa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containing these 16 sūtras.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mathematician S. G. Dani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(TIFR, IIT Bombay) wrote a careful critique in 1993, reprinted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Resonance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(October 2001), pointing out: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manuscript evidence.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Sanskrit style of the sūtras is more recent than Vedic.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mathematical techniques have 19th–20th century parallels.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things can be true at once: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0740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0740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×11 trick (and the rest of Tirthaji's 16-sūtra system)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 is a useful, beautiful piece of mental arithmetic.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verifiably ancient Vedic mathematics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best current evidence is that Tirthaji synthesised it in the early 20th century, drawing on classical Indian arithmetic + his own pedagogical genius, and named the sūtras in Sanskrit.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synthesis itself is a real Indian intellectual achievement. The "Vedic" naming is a 20th-century interpretive choice that scholars dispute.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The 16 sūtras and the provenance question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at stake.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sūtras are Vedic (3000+ years old), they're a major historical claim. If they're 20th-century synthesis,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they're still a real achievement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just a different one. Tirthaji's pedagogical genius is not diminished by being recent.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(15 min) — Take a position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two questions to the class. Take a brief show-of-hands; then take 4–5 student statements (no debate, just listening).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it matter whether the trick is 'ancient' or '20th-century'? Why or why not?"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it turns out to be 20th-century, should we still teach it as 'Vedic mathematics'? What should we call it?"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(15 min) — Take a position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by noting: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Senior band you'll read Dani's critique in full and form a deeper position."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9: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mixed-practice day plus project work. Friday is the final assessment."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5741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5741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and the 16 sūtras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 (1884–1960), Śaṅkarācārya of Govardhana Maṭha, wrote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between roughly 1911 and 1918. The book was published in 1965, five years after his death.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claimed the 16 sūtras (including 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come from a Vedic appendix-text.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other Sanskritist has produced this manuscript.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S. G. Dani (1993) argues the sūtras are best understood as a 20th-century synthesis with Indian-mathematics roots, not a verifiably ancient Vedic teaching.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works. The history is contested. Both can be true. The Indian intellectual achievement is real either way.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16-sūtra list. Pick ONE sūtra (other than the two we've studied) and find what mathematical operation it's used for. (Sūtras 2, 3, 4, 10, 14 are well-documented in Tirthaji 1965.) Write 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 one-paragraph excerpt from Dani (1993). What is Dani's strongest critique? What does he NOT criticise?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names of sūtras 1, 2, 3, and 14 (the four most commonly taught). Skip the historicity discussion details.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(and their families) believe firmly that the trick is "ancient Vedic mathematics." Honour the belief; don't dismiss it. Frame your position as "the academic consensus is more sceptical, and you'll read the evidence at Senior band."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civilisational chest-thumping ("ancient Indians knew this before everyone"). The Indian achievement here is the synthesis and clarity of Tirthaji's pedagogical work; that's enough to celebrate without overreach.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the opposite error too — dismissing the trick as "just Western math with Sanskrit labels." The pedagogical insight (the named patterns, the rhythm) is genuinely Tirthaji's.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Tirthaji, B. K. (1965).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Motilal Banarsidass. — Sūtra list and preface.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Dani, S. G. (1993). "Myths and Reality: On Vedic Mathematics." Reprinted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Resonance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(October 2001).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(SutraGanita corpus) — the 16+13 sūtra list.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2026-05-28T05:48:43Z</dcterms:created>
  <dcterms:modified xsi:type="dcterms:W3CDTF">2026-05-28T05:48:43Z</dcterms:modified>
</cp:coreProperties>
</file>