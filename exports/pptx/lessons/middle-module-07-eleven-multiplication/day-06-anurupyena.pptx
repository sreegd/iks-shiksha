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Extending to ×12, ×13, …,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apply Tirthaji's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sub-sūtra ("proportionally") to multiply any 2-digit number by 12, 13, …, 19, with at least 80% accuracy on a mixed worksheet.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anurūpyeṇa; lit. "proportionally") — a sub-sūtra in Tirthaji's corpus. We use it as the name for the proportional scaling that extends the ×11 pattern to ×12, ×13, …,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state the ×11 trick in one sentence.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"Outer digits unchanged; middle is the digit sum."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(18 min) — The scaling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×12 look like? Try 23 × 12 by long multiplication first."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 = 23 × 10 + 23 × 2 = 230 + 46 = 276.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9695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distribute (10a + b) × 12 = (10a + b)(10 + 2):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8033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18033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3072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+ 20a + 2b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4818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+ 2a) + 2b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8722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that's awkward.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units,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+ 2a)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tens. Let's organise it more cleanly.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174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Tirthaji pattern.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{11, 12, …, 19},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10 +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{1, 2, …, 9}. Then: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557736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557736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68468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(10 + 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5926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+ 10b·k + 10ka + bk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0338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let's redo carefully: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20841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+ (10a + b) × 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3829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+ 10ak + bk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5575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+ 10(b + ak) + bk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494794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could be 2 digits. The pattern is: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each digit by k as you slide along.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523741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form for students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For ×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×(10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– Start with the leftmost digit. – Multiply 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the next digit, write the units of that sum (carry as needed). – Continue right. – The rightmost step: multiply the last digit by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57401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 form of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901" y="604227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23 × 13. (k = 3.)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301" y="642565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30113" y="642565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627" y="65526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up: 0  2  3  (pad with 0 on left to track the carry-out)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7271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to left: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9017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Units: last digit × k = 3 × 3 = 9. Write 9.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707633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Tens: middle digit × k + next-right digit = 2 × 3 + 3 = 9. Write 9.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72509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Hundreds: leftmost digit × k + next-right = 0 × 3 + 2 = 2. Wait — we want the LEFTMOST as just itself with the carry...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06301" y="76412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(Pause — this is getting confusing. Let's use a different presentation.)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4901" y="794340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Cleaner presentation for ×12 to ×19.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06301" y="831413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12 of a 2-digit number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simply use long multiplication mentally, but in the order: - units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(carry if ≥ 10) - tens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2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carry; carry if ≥ 10) - hundreds of answer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(plus carry)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6301" y="8816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13: replace ×2 with ×3 everywhere.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06301" y="91063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×(10 + k), multiply each digit by k and add the digit to its right (the "running scan").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4901" y="94084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(boxed):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6301" y="9791849"/>
            <a:ext cx="8331398" cy="322168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30113" y="9791849"/>
            <a:ext cx="0" cy="322168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627" y="99187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12: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1627" y="100933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3·2 =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1627" y="10267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2·2 + 3 = 7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1627" y="10442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 (no carry)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1627" y="106171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276 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1627" y="109662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13: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31627" y="111408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3·3 = 9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1627" y="113154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2·3 + 3 = 9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31627" y="114899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31627" y="1166455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299 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31627" y="120137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× 13: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31627" y="121882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units: 5·3 = 15 → write 5, carry 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31627" y="12362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tens: 4·3 + 5 + 1 = 18 → write 8, carry 1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31627" y="125374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hundreds: 4 + 1 = 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1627" y="127120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585 ✓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06301" y="131023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45 × 13: 45 × 10 + 45 × 3 = 450 + 135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34901" y="1340450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proportional scaling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'proportionally.' The ×11 case is the special case k = 1, where the scaling is trivial."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06301" y="140571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Mixed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activities/activity-02-anurupyena.md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16 problems across ×12, ×13, ×14, ×17, ×19. – Paired self-check.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does ×11 fit into the ×12–×19 family?"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(It's the k=1 special case.)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×23? ×47? When does the trick stop helping?"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×12 to ×19 family —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Anurūpyeṇa***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10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(where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1 to 9), multiply a 2-digit number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by: 1. Units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(carry if ≥ 10). 2. Tens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carry; carry if ≥ 10). 3. Hundreds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(plus any carry).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1 (i.e. ×11), this is the original "split and add" trick.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this scaling pattern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"proportionally."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problems mixing ×12, ×13, ×14: see worksheet attached. Self-check with long multiplication on any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13 problems. Use the right-to-left running-scan from Day 4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-scaling from today.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×12 today. Build fluency before adding higher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pattern-naming step. Some students will object: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just long multiplication done right-to-left."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are correct. Honour the observation; reframe: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win is doing it MENTALLY in one pass, with a clear rhythm."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procedural complexity grows quickly with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×17 and ×19 are harder than ×11 by a real margin. Calibrate the problem set accordingly. – This day is genuinely harder than Days 1–5. If the class is shaky, slow down — skip the harder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values and revisit on Day 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sub-sūtra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Anurūpyeṇa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the sub-sūtra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2026-05-25T16:28:16Z</dcterms:created>
  <dcterms:modified xsi:type="dcterms:W3CDTF">2026-05-25T16:28:16Z</dcterms:modified>
</cp:coreProperties>
</file>