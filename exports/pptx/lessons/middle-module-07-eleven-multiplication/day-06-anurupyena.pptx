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Anurūpyeṇa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Extending to ×12, ×13, …, ×19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apply Tirthaji's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sub-sūtra ("proportionally") to multiply any 2-digit number by 12, 13, …, 19, with at least 80% accuracy on a mixed worksheet.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activities/activity-02-anurupyena.md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anurūpyeṇa; lit. "proportionally") — a sub-sūtra in Tirthaji's corpus. We use it as the name for the proportional scaling that extends the ×11 pattern to ×12, ×13, …, ×19.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state the ×11 trick in one sentence.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"Outer digits unchanged; middle is the digit sum."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×12 look like? Try 23 × 12 by long multiplication first."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× 12 = 23 × 10 + 23 × 2 = 230 + 46 = 276.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9695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distribute (10a + b) × 12 = (10a + b)(10 + 2):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+ 10b + 20a + 2b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+ 10(b + 2a) + 2b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15754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 — that's awkward.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units,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 + 2a)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tens. Let's organise it more cleanly.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Tirthaji pattern.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{11, 12, …, 19},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{1, 2, …, 9}. Then: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(10a + b) × (10 + 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+ 10b·k + 10ka + bk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— let's redo carefully: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(10a + b) × 10 + (10a + b) × 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+ 10b + 10ak + bk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100a + 10(b + ak) + bk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could be 2 digits. The pattern is: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each digit by k as you slide along.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form for students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For ×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×(10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leftmost digit.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it by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add the next digit, write the units of that sum (carry as needed).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right.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rightmost step: multiply the last digit by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 form of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23 × 13. (k = 3.)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up: 0  2  3  (pad with 0 on left to track the carry-out)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to left: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Units: last digit × k = 3 × 3 = 9. Write 9.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Tens: middle digit × k + next-right digit = 2 × 3 + 3 = 9. Write 9.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Hundreds: leftmost digit × k + next-right = 0 × 3 + 2 = 2. Wait — we want the LEFTMOST as just itself with the carry...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(Pause — this is getting confusing. Let's use a different presentation.)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presentation for ×12 to ×19.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12 of a 2-digit number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simply use long multiplication mentally, but in the order: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of answer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2 (carry if ≥ 10)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answer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2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(plus carry; carry if ≥ 10)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answer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(plus carry)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13: replace ×2 with ×3 everywhere.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×(10 + k), multiply each digit by k and add the digit to its right (the "running scan").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(boxed):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22168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322168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× 12: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3·2 = 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tens: 2·2 + 3 =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hundreds: 2 (no carry)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276 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× 13: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3·3 =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tens: 2·3 + 3 = 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hundreds: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299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× 13: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2800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5·3 = 15 → write 5, carry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45459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tens: 4·3 + 5 + 1 = 18 → write 8, carry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36291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hundreds: 4 + 1 =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38037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585 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scaling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45 × 13: 45 × 10 + 45 × 3 = 450 + 135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"Tirthaji (1965) calls this proportional scaling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'proportionally.' The ×11 case is the special case k = 1, where the scaling is trivial."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Mixed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activities/activity-02-anurupyena.md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problems across ×12, ×13, ×14, ×17, ×19.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self-check.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×11 fit into the ×12–×19 family?"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(It's the k=1 special case.)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×23? ×47? When does the trick stop helping?"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2264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2264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×12 to ×19 family —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Anurūpyeṇa***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10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(where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1 to 9), multiply a 2-digit number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Units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(carry if ≥ 10).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(plus any carry; carry if ≥ 10).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(plus any carry).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1 (i.e. ×11), this is the original "split and add" trick.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(1965) names this scaling pattern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"proportionally."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problems mixing ×12, ×13, ×14: see worksheet attached. Self-check with long multiplication on any 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3-digit × 13 problems. Use the right-to-left running-scan from Day 4 with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-scaling from today.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only on ×12 today. Build fluency before adding higher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pattern-naming step. Some students will object: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just long multiplication done right-to-left."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are correct. Honour the observation; reframe: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win is doing it MENTALLY in one pass, with a clear rhythm."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procedural complexity grows quickly with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×17 and ×19 are harder than ×11 by a real margin. Calibrate the problem set accordingly.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day is genuinely harder than Days 1–5. If the class is shaky, slow down — skip the harder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values and revisit on Day 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 (1965), sub-sūtra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 the sub-sūtra list.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2026-05-28T05:48:26Z</dcterms:created>
  <dcterms:modified xsi:type="dcterms:W3CDTF">2026-05-28T05:48:26Z</dcterms:modified>
</cp:coreProperties>
</file>