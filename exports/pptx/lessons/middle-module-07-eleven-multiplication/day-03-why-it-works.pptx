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derive the identity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explain in their own words why the ×11 trick is not a coincidence.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Worksheet: "explain to a friend" prompt with space for student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chorus: 15 quick ×11 problems, mix of carry and no-carry.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now your hands know the trick. Today your brain catches up."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any 2-digit number as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Make sure every student gets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= 10·2 + 3   →  a = 2, b =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 = 10·8 + 7   →  a = 8, b =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97152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multiplication by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Step by step on the board, students copy: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354907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0113" y="2354907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627" y="24818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564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(10 + 1)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83100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 +  (10a + b) ×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0055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     +  10a + 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1801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+ 10a + 10b +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3547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+ 10(a + b) + b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901" y="375776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final line out loud.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"100a + 10(a+b) + b. What does this say in plain language?"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412849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first digit). –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digit sum). -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second digit).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46312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IS the trick. The algebra spells out: first digit, sum, last digit."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4933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23: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5316736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5316736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4436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2, b = 3.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61826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100·2 + 10·5 + 3 = 200 + 50 + 3 = 253. 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901" y="60212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carry case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does the carry come from?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301" y="6404670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30113" y="6404670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627" y="65316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8, b = 7.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7061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100·8 + 10·15 + 7 = 800 + 150 + 7 = 957.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6301" y="709657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"Notice: 10 × 15 = 150 = 100 + 50. The 100 contribution slides into the hundreds column — that IS the carry. So the algebra ALSO explains why we add 1 to the leftmost digit when the sum is ≥ 10."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76755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Imagine a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the ×11 trick work? Isn't it just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5–7 sentences explaining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sum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value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– 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one strong paragraph (with permission).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extend the trick to 3-digit numbers. The algebra will scale."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×11 trick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2-digit number as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digit is worth 10, the second is worth 1.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the multiplication by 11 = 10 + 1: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10 +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plain language: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tens =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units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That's the trick.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≥ 10, the "10(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)" term overflows the tens place by exactly one hundred — that's the carry.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magic. It is the distributive law.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Apply the proof to a number you choose. Pick any 2-digit number, write it as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distribute by 11, and show the final form. Show all 5 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Prove the same identity for ×111 (multiplication by 111). What's the equivalent "split-and-add" pattern? Test it on 23 × 111.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worry about the carry-case derivation. Get the no-carry version of the proof working.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conceptual core of the module. Don't rush. – Students who can write the algebra but can't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should be pushed to verbalise — "distribute" is the verb that matters here. – The most common error in student paragraphs: confusing "the trick" with "the answer." The trick is the algorithm; the algebra justifies the algorithm. – About 20% of students will object: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this is just multiplication, not anything special."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the right reaction. Honour 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"You're right — and that's the deeper point. The 'special' name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a label; the math underneath is regular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(None required for the algebra itself — it is original derivation.)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Optional teacher reference: Tirthaji (1965), sūtra 1, for the framing.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2026-05-28T04:19:36Z</dcterms:created>
  <dcterms:modified xsi:type="dcterms:W3CDTF">2026-05-28T04:19:36Z</dcterms:modified>
</cp:coreProperties>
</file>