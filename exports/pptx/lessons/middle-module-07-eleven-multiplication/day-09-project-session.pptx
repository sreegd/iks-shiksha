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a mixed-practice drill covering 2-digit ×11, 3-digit ×11, and ×12–×19 problems, and will make substantial progress on their project (video, workbook, or proof poster).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Mixed-practice drill sheet (20 problems). – Project materials per pair: paper, markers, phone (for video pairs), template sheets (for workbook pairs).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posted on the wall for reference.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quick mental ×11 problems including carry. Should be near-instant.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Mixed-practice drill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20-problem sheet:   – 5 problems: 2-digit × 11 (no-carry)   – 5 problems: 2-digit × 11 (carry)   – 5 problems: 3-digit × 11   – 5 problems: 2-digit × 12 through ×19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Solo, untimed, but aim to finish in 10 min. – 2 min: pair-swap, peer-check three problems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session (28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format options (pick on Day 8 or earlier):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1: 60-second teaching video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Grade 4 audience.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2: Printed workbook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problems organised in difficulty levels, with worked examples and an answer key.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3: Proof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A3 sheet showing the algebraic derivation of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examples and a 3-line explanation.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shows the teacher their plan in the first 5 min. Teacher signs off or redirects.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 time. Teacher circulates:   – Check video pairs have a quiet recording space.   – Check workbook pairs have grid paper.   – Check poster pairs have A3 sheets and at least 2 markers.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924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5 min: each pair shares their working title and ONE thing they're stuck on. Class offers one suggestion.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the final assessment and project share. Bring your finished artefact. Polish, don't restart."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two jobs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Drill.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20 mixed problems. Self-assess.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Make real progress today — by end of class you should be 70% done.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Day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2-minute presentation + 1-min Q&amp;A. Be ready.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your project at home. 30 minutes max. If it's not finishable in 30 minutes,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 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better a complete simple project than a half-done ambitious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"challenge" section to your project: a 4-digit × 11 worked example with cascading carries.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workbook template provided. Don't custom-design from scratch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project here is intentionally smaller-scope than Module 5's, because the technique is narrower (just ×11 plus the ×12–×19 family) and the assessment is more on the algebra than on the artefact. – Watch for pairs who haven't started by mid-class. Pull them aside; offer the simplest format (proof poster) as a fallback. – The proof poster format is recommended for pairs that struggled on Day 3 — making the algebra public forces them to internalise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citations — application day.)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2026-05-28T04:20:07Z</dcterms:created>
  <dcterms:modified xsi:type="dcterms:W3CDTF">2026-05-28T04:20:07Z</dcterms:modified>
</cp:coreProperties>
</file>