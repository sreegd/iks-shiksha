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 + Project Showcase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demonstrate mastery of the ×11 family of techniques via a summative quiz and a 2-minute project presentation.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51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Summative quiz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Stopwatch.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per pair.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slip per student.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"Quiz first (15 min), then presentations."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1: Summative Quiz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Closed notebook.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Covers: 2-digit × 11 (with and without carry), 3-digit × 11,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extension, the algebraic identity, the historicity question (1 short-answer).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at 15-min mark.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2: Project Presentations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2-min presentation + 1-min Q&amp;A per pair (3 min total per pair).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 pairs fit in 25 min. Reserve next class for remaining pairs if needed.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each presentation: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marks rubric in real-time.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assigned audience member asks one question.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audience members fill "I learned / I wonder" slips.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question (oral):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one mental-math habit you'll keep using after this module?"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slip submitted (reproduced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student-workbook.md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2264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2264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Today: quiz + presentations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min for the summative quiz (closed book).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2-minute presentation per pair, then 1-min audience question.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(due at end of class):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was the most surprising thing you learned about ×11?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Did your view of "Vedic mathematics" change during this module? How?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6885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had three more days, what would you do differently?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None. Module is complete.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Students finishing the quiz early can attempt a bonus "challenge" sheet — 4-digit × 11 plus a 2-digit × 19 mix.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Open-notebook quiz for students with documented learning needs.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the quiz immediately after class while the presentations are fresh.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rush the reflection — the "did your view change?" question is the cultural-honesty payoff of the module.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presentations spill into Day 11, protect that time.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sources verified across the module.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2026-05-28T05:48:54Z</dcterms:created>
  <dcterms:modified xsi:type="dcterms:W3CDTF">2026-05-28T05:48:54Z</dcterms:modified>
</cp:coreProperties>
</file>