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Three-Digit × 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compute any 3-digit × 11 product using the running "neighbour-sum" pattern, including carry cases, and will complete Part A of the formative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worksheet of 10 three-digit × 11 problems.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Part A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Neighbour-sum chorus: 10 quick 2-digit × 11 problems including carry cases. (Should be near-instant by now.)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"Yesterday we proved (10a+b)×11. What happens with a 3-digit number 100a + 10b + c?"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together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have students derive):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(100a + 10b + c) × 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(100a + 10b + c)(10 + 1)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1000a + 100b + 10c + 100a + 10b + 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1000a + 100(a + b) + 10(b + c) + 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19372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result.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"Thousands = a. Hundreds = a + b. Tens = b + c. Units = c."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words: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digit stays, then each pair of adjacent digits sums and slides into the gap, then the last digit stays.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234 × 11.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and gaps:    2  _  _ 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    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(a+b) (b+c)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=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=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            2  5  7  4   →   2574.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227379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234 × 11 = 234 × 10 + 234 = 2340 + 234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with carry: 567 × 11.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_  _ 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+ 6 = 11   ← carry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+ 7 = 13   ← carry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13345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work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left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handle carries properly.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Units: 7.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Tens: b + c = 6 + 7 = 13. Write 3, carry 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Hundreds: a + b + carry = 5 + 6 + 1 = 12. Write 2, carry 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Thousands: a + carry = 5 + 1 = 6.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   6  2  3  7   →   6237.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0992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567 × 11 = 5670 + 567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6237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(18 min) — The 3-digit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-digit number, the trick is the same pattern: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digits stay.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interior digit becomes the sum of the two original digits flanking that position.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cascade from right to left.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Worksheet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problems mixing 3-digit no-carry and carry cases: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× 11    234 × 11    345 × 11    456 × 11    142 × 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 × 11    478 × 11    529 × 11    687 × 11    818 ×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197152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work, self-check by long multiplication on any 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Part A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quick problems, mixed 2- and 3-digit × 11. Closed-notebook.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5: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speed day. We'll retest your Day 1 problem (73 × 11) using the trick."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4955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4955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3-digit × 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number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11: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_ _ 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(outer digits unchanged).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first gap with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second gap with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 carries right to left.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234 × 11 → 2 _ _ 4 → 2 (2+3) (3+4) 4 → 2574.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algebraic identity: (100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× 11 = 1000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+ 100(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+ 10(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+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10 three-digit × 11 problems on the back of today's worksheet. Time yourself — goal: under 90 seconds total.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a 4-digit × 11 problem. Derive the pattern first (the identity will give you 5 terms). Test on 2345 × 11.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 on 2-digit × 11 problems with carries; build speed there before adding the 3-digit layer.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right-to-left direction for carry handling is the key procedural insight. Some students will try left-to-right and run into trouble; redirect them.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567 × 11, the cascading carries (13 in tens, 12 in hundreds) are dramatic. Use that example.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sometimes taught with "underline carries" notation; we use right-to-left because it generalises better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-digit numbers.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Vedic_Maths.pdf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(ISKCON Desire Tree) — practice problems.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 (1965), sūtra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2026-05-28T05:48:10Z</dcterms:created>
  <dcterms:modified xsi:type="dcterms:W3CDTF">2026-05-28T05:48:10Z</dcterms:modified>
</cp:coreProperties>
</file>