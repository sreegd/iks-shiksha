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Three-Digit × 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compute any 3-digit × 11 product using the running "neighbour-sum" pattern, including carry cases, and will complete Part A of the formative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Printed worksheet of 10 three-digit × 11 problems. – Formative quiz Part A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Neighbour-sum chorus: 10 quick 2-digit × 11 problems including carry cases. (Should be near-instant by now.)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(18 min) — The 3-digit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 we proved (10a+b)×11. What happens with a 3-digit number 100a + 10b + c?"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 together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have students derive):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0355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650355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7773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(100a + 10b + c)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51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(100a + 10b + c)(10 + 1)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26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1000a + 100b + 10c + 100a + 10b + 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301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1000a + 100(a + b) + 10(b + c) + 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4901" y="270405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result.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"Thousands = a. Hundreds = a + b. Tens = b + c. Units = c."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07478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words: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digit stays, then each pair of adjacent digits sums and slides into the gap, then the last digit stays.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37691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234 × 11.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760291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0113" y="3760291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627" y="388724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Splits and gaps:    2  _  _  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06181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    ↑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2363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(a+b) (b+c)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4109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+ 3 = 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585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+ 4 = 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76011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            2  5  7  4   →   2574.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6301" y="51504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234 × 11 = 234 × 10 + 234 = 2340 + 234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4901" y="54526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with carry: 567 × 11.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301" y="5835997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30113" y="5835997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1627" y="59629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_  _  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61375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+ 6 = 11   ← carry case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63120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+ 7 = 13   ← carry case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06301" y="6702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work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to left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handle carries properly.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7004596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30113" y="7004596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1627" y="71315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7.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1627" y="73061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b + c = 6 + 7 = 13. Write 3, carry 1.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1627" y="74806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a + b + carry = 5 + 6 + 1 = 12. Write 2, carry 1.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1627" y="76552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Thousands: a + carry = 5 + 1 = 6.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1627" y="78298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   6  2  3  7   →   6237.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06301" y="822022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567 × 11 = 5670 + 567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6237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4901" y="852234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Generalisation.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-digit number, the trick is the same pattern: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06301" y="889307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Outer digits stay.    – Every interior digit becomes the sum of the two original digits flanking that position.    – Carries cascade from right to left.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06301" y="947201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Worksheet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problems mixing 3-digit no-carry and carry cases: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 × 11    234 × 11    345 × 11    456 × 11    142 ×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365 × 11    478 × 11    529 × 11    687 × 11    818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18649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work, self-check by long multiplication on any 3.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Part A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 – 5 quick problems, mixed 2- and 3-digit × 11. Closed-notebook.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speed day. We'll retest your Day 1 problem (73 × 11) using the trick."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3-digit × 11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 number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11: 1. Write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_ _ 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(outer digits unchanged). 2. Fill the first gap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3. Fill the second gap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4. Handle carries right to left.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234 × 11 → 2 _ _ 4 → 2 (2+3) (3+4) 4 → 2574.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algebraic identity: (100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11 = 1000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+ 10(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Solve 10 three-digit × 11 problems on the back of today's worksheet. Time yourself — goal: under 90 seconds total.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a 4-digit × 11 problem. Derive the pattern first (the identity will give you 5 terms). Test on 2345 × 11.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on 2-digit × 11 problems with carries; build speed there before adding the 3-digit layer.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right-to-left direction for carry handling is the key procedural insight. Some students will try left-to-right and run into trouble; redirect them. – For 567 × 11, the cascading carries (13 in tens, 12 in hundreds) are dramatic. Use that example. – The pattern is sometimes taught with "underline carries" notation; we use right-to-left because it generalises better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-digit numbers.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Vedic_Maths.pdf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(ISKCON Desire Tree) — practice problems.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sūtra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2026-05-25T08:50:34Z</dcterms:created>
  <dcterms:modified xsi:type="dcterms:W3CDTF">2026-05-25T08:50:34Z</dcterms:modified>
</cp:coreProperties>
</file>