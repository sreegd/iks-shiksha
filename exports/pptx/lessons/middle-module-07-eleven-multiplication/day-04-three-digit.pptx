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4 — Three-Digit × 11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×11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Ekādhikena Pūrveṇa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will compute any 3-digit × 11 product using the running "neighbour-sum" pattern, including carry cases, and will complete Part A of the formative quiz.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Whiteboard. – Printed worksheet of 10 three-digit × 11 problems. – Formative quiz Part A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quizzes/formative.md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Neighbour-sum chorus: 10 quick 2-digit × 11 problems including carry cases. (Should be near-instant by now.)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(18 min) — The 3-digit pattern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 up.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"Yesterday we proved (10a+b)×11. What happens with a 3-digit number 100a + 10b + c?"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Derive together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(or have students derive):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650355"/>
            <a:ext cx="8331398" cy="952202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430113" y="1650355"/>
            <a:ext cx="0" cy="952202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31627" y="1777305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(100a + 10b + c) × 11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31627" y="1951881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(100a + 10b + c)(10 + 1)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31627" y="2126456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1000a + 100b + 10c + 100a + 10b + c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31627" y="2301032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1000a + 100(a + b) + 10(b + c) + c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34901" y="2704058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the result.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"Thousands = a. Hundreds = a + b. Tens = b + c. Units = c."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06301" y="307478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words: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digit stays, then each pair of adjacent digits sums and slides into the gap, then the last digit stays.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34901" y="3376910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Worked example: 234 × 11.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06301" y="3760291"/>
            <a:ext cx="8331398" cy="1301353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Shape 14"/>
          <p:cNvSpPr/>
          <p:nvPr/>
        </p:nvSpPr>
        <p:spPr>
          <a:xfrm>
            <a:off x="430113" y="3760291"/>
            <a:ext cx="0" cy="1301353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1627" y="3887242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Splits and gaps:    2  _  _  4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31627" y="4061817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↑     ↑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31627" y="4236393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(a+b) (b+c)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31627" y="4410968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+ 3 = 5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31627" y="4585543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+ 4 = 7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31627" y="4760119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Answer:             2  5  7  4   →   2574.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06301" y="515049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Check: 234 × 11 = 234 × 10 + 234 = 2340 + 234 =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2574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✓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34901" y="5452616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Worked example with carry: 567 × 11.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06301" y="5835997"/>
            <a:ext cx="8331398" cy="777627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Shape 24"/>
          <p:cNvSpPr/>
          <p:nvPr/>
        </p:nvSpPr>
        <p:spPr>
          <a:xfrm>
            <a:off x="430113" y="5835997"/>
            <a:ext cx="0" cy="777627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31627" y="5962948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 _  _  7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31627" y="6137523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+ 6 = 11   ← carry case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31627" y="6312098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+ 7 = 13   ← carry case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06301" y="670247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Strategy: work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right to left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to handle carries properly.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406301" y="7004596"/>
            <a:ext cx="8331398" cy="1126778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Shape 30"/>
          <p:cNvSpPr/>
          <p:nvPr/>
        </p:nvSpPr>
        <p:spPr>
          <a:xfrm>
            <a:off x="430113" y="7004596"/>
            <a:ext cx="0" cy="1126778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31627" y="7131546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Units: 7.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31627" y="7306121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Tens: b + c = 6 + 7 = 13. Write 3, carry 1.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31627" y="7480697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Hundreds: a + b + carry = 5 + 6 + 1 = 12. Write 2, carry 1.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631627" y="7655272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Thousands: a + carry = 5 + 1 = 6.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631627" y="7829848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Answer:    6  2  3  7   →   6237.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406301" y="822022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Check: 567 × 11 = 5670 + 567 =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6237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✓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634901" y="8522345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Generalisation.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For an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-digit number, the trick is the same pattern: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406301" y="8893076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Outer digits stay.    – Every interior digit becomes the sum of the two original digits flanking that position.    – Carries cascade from right to left.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406301" y="9472017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(15 min) — Worksheet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10 problems mixing 3-digit no-carry and carry cases: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73063"/>
            <a:ext cx="8331398" cy="603052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430113" y="1173063"/>
            <a:ext cx="0" cy="603052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31627" y="130001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123 × 11    234 × 11    345 × 11    456 × 11    142 × 11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31627" y="1474589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365 × 11    478 × 11    529 × 11    687 × 11    818 × 11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06301" y="186496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Pair work, self-check by long multiplication on any 3.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Formative Quiz Part A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Distribute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quizzes/formative.md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Part A. – 5 quick problems, mixed 2- and 3-digit × 11. Closed-notebook.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(2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Preview Day 5: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"Tomorrow — speed day. We'll retest your Day 1 problem (73 × 11) using the trick."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1650206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1650206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3-digit × 11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 a number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abc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× 11: 1. Write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_ _ c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(outer digits unchanged). 2. Fill the first gap with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+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3. Fill the second gap with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+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4. Handle carries right to left.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1843236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Example: 234 × 11 → 2 _ _ 4 → 2 (2+3) (3+4) 4 → 2574.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2112318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algebraic identity: (100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+ 10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+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 × 11 = 1000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+ 100(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 + 10(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 +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Solve 10 three-digit × 11 problems on the back of today's worksheet. Time yourself — goal: under 90 seconds total.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Try a 4-digit × 11 problem. Derive the pattern first (the identity will give you 5 terms). Test on 2345 × 11.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Stay on 2-digit × 11 problems with carries; build speed there before adding the 3-digit layer.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853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The right-to-left direction for carry handling is the key procedural insight. Some students will try left-to-right and run into trouble; redirect them. – For 567 × 11, the cascading carries (13 in tens, 12 in hundreds) are dramatic. Use that example. – The pattern is sometimes taught with "underline carries" notation; we use right-to-left because it generalises better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-digit numbers.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Vedic_Maths.pdf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(ISKCON Desire Tree) — practice problems.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Tirthaji (1965), sūtra 1.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2026-05-28T04:19:42Z</dcterms:created>
  <dcterms:modified xsi:type="dcterms:W3CDTF">2026-05-28T04:19:42Z</dcterms:modified>
</cp:coreProperties>
</file>