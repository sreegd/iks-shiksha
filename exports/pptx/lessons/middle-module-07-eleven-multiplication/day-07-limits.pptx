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When the Trick Doesn't Help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identify which multiplications are well-suited to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family and which are not, and will articulate the conditions that make a different sūtra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more appropriate.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 – 8-problem comparison worksheet (×11 trick vs. long multiplication vs.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-style).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chorus: 10 problems from Day 6's ×12–×19 family.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Where the trick breaks down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×23.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"Let's try the same proportional pattern with multiplier 23 = 20 + 3."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 14 × 23, would the trick scale?    - (14)(20 + 3) = 280 + 42 = 322. Long way works.    – The "proportional middle" pattern doesn't extend cleanly past 19 because the multiplier has two non-trivial digits.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Recall the identity: ×(10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→ 100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+ 10(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Clean because the "tens" part of the multiplier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For ×23, the algebra is: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58777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30113" y="2358777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1627" y="248572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(10a + b)(20 + 3)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66030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200a + 20b + 30a + 3b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83487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200a + 30a + 20b + 3b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300945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(100·2 + 100·0 + ...) — no longer a tidy "outer-stays, inner-sums" pattern.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4901" y="341248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summary.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3783211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×11 trick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and its scaled cousins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×12 to ×19) work because the multiplier 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close to 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Specifically, the multiplier must be 10 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where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single digit.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&gt; For multipliers farther from 10 (×23, ×47, ×98), a DIFFERENT sūtra is the right tool — Tirthaji's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("all from 9, last from 10") for multipliers near 100, or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Ūrdhva-tiryagbhyāṁ* ("vertically and crosswise") for general multiplication.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901" y="472514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to Module 9 / 11.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Future modules will cover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depth. Today we just note their existence.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5314206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bigger lesson.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"Every mental-math shortcut has a domain. Knowing WHEN a trick applies is part of being a fluent mathematician. The standard long-multiplication algorithm always works; the shortcuts are faster only inside their domain."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617249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Comparison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8 problems. For each, decide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solving: would you use (A) the ×11 family trick, (B) long multiplication, or (C) a different mental shortcut you can articulate?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86334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386334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5132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67 × 11        5. 84 × 23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68786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47 × 13        6. 99 × 99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86243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56 × 19        7. 25 × 12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03701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38 × 47        8. 102 × 11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242738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 work. Solve and discuss your method choice. – Answers and "best method" given on the back.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Class compiles "the ×11 family domain":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2-digit numbers × (11, 12, 13, …, 19)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about 90 × 9 = 810 distinct problems. That's a significant mental-math territory. 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where do these 16 sūtras come from? The honest history."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domain of the ×11 trick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"split and add" trick works for multipliers of the form 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k**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where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k* is a single digit (so ×11 through ×19).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other multipliers, use: - Long multiplication (always works).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"all from 9, last from 10" — when both numbers are near 100 (e.g. 98 × 97).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Ūrdhva-tiryagbhyāṁ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"vertically and crosswise" — general multiplication.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Knowing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trick is as important as knowing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any 3 multiplication problems in your homework or a textbook. For each, decide which method (×11 family / long / other) you'd use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Write 1 sentence of justification per problem.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any 2-digit × 2-digit multiplication where the ×11 trick is NOT optimal but a different mental-math shortcut would beat long multiplication. (Examples: 25 × 24 = 25 × 24 = 600 via 25×4×6; 75 × 12 = 900 via 75×12 = 75 × 12.)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identifying ×11 vs. non-×11 cases. Skip the "best alternative method" question.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day is short by design — it's the honesty hour. Don't over-fill. – Some students will resist the framing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trick has a limited domain"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try to force-fit ×23 into a pattern. Honour the impulse, but redirect: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"You'd be inventing your own technique — which is great, but it's not what this trick does."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Mention that Tirthaji's 16 sūtras collectively cover a wide territory; ×11 is just one of them. This sets up Day 8.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 (1965), sūtra list (especially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sūtra 2,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sūtra 3).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full sūtra list.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2026-05-25T16:28:22Z</dcterms:created>
  <dcterms:modified xsi:type="dcterms:W3CDTF">2026-05-25T16:28:22Z</dcterms:modified>
</cp:coreProperties>
</file>