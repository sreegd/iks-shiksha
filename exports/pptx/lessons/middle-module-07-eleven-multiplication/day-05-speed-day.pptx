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Mental-Math Speed 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×11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retest their Day 1 baseline problem (73 × 11) using the trick, complete a paired speed race, and finish Part B of the formative quiz.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Day 1 baseline sheet (returned to each student). – Stopwatch.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activities/activity-01-speed-race.md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worksheet.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62844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Formative quiz Part B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Quick chorus: 12 problems, mixed 2- and 3-digit × 11. Cover the carry case.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retest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Return Day 1 baseline sheet to each student. – Re-solve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× 11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the trick. Time yourself. – Record: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77762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173063"/>
            <a:ext cx="0" cy="7776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0001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 time (long multiplication): ____ sec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47458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5 time (×11 trick):           ____ sec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64916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Improvement:                      ____ 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203954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Most students will see &gt;70% reduction (e.g. 25 sec → 5 sec).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Paired speed race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activities/activity-01-speed-race.md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full set-up.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9938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Round 1 (5 min): Solo, 20 mixed-difficulty problems. Each problem on a flashcard. – Round 2 (5 min): Paired. Partner reads problem; you answer aloud. – Round 3 (5 min): Group chorus — teacher displays 10 problems; class shouts the answer. – Round 4 (5 min): Quick-fire — teacher calls a 2-digit number; first student to call back the ×11 product gets a tally mark. (Light competition; no cumulative score across days.)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Formative Quiz Part B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Distribute Part B. – 8 questions, mixed 2- and 3-digit × 11, plus 2 short-answer "explain why" items.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6: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the trick extends to ×12, ×13, … all the way to ×19. The middle-add step scales by a multiplier."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65020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650206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question: how much faster has your mental ×11 gotten in 4 days?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your Day 5 retest time. Compare with Day 1. The gap is the proof of practice.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end of class you should hit roughly: - 2-digit × 11 (no-carry): under 2 seconds - 2-digit × 11 (carry): under 4 seconds - 3-digit × 11: under 8 seconds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25-problem mixed drill sheet. Solo, untimed. Target: 100% correct.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4-digit × 11 problems. Sample: 1234 × 11, 2345 × 11, 4567 × 11. Use the right-to-left carry-cascade method.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only on the 2-digit drill today. Build fluency before adding 3-digit.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Day 1 → Day 5 contrast is the emotional payoff of the module. Make sure every student records it; the personal evidence drives motivation. – Quick-fire (Round 4) should NOT escalate into pure competition. Use it lightly; rotate "first responder" so no single student dominates. – Some students will plateau on the carry case. Pair them with a peer-coach in Round 2 specifically.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new sources today — applied practice of Days 1–4.)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2026-05-28T04:19:47Z</dcterms:created>
  <dcterms:modified xsi:type="dcterms:W3CDTF">2026-05-28T04:19:47Z</dcterms:modified>
</cp:coreProperties>
</file>