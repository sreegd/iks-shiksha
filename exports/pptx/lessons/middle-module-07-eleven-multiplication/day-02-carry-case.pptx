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Carry 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×11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correctly handle the carry case in 2-digit × 11 (where the digit sum ≥ 10), including problems like 87 × 11 = 957, in under 5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worksheet of 12 problems, mixing no-carry and carry cases.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Neighbour-sum drill: teacher calls a 2-digit number with digit-sum &lt; 10; class chorus the ×11 product.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"12 times 11!" → "132!" — "34 times 11!" → "374!" —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in a minute.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Yesterday's problem: 73 × 11. 7 + 3 = 10. Why was this awkward?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can't put 10 in the middle of a 3-digit number. So what do we do? Carry the 1 — exactly like in standard addition."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carry case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73 × 11 fully: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carry case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12677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126778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Split:    7  _ 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Add:      7 + 3 = 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Write the units digit of the sum (0) in the middle:    7  0 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Carry the tens digit of the sum (1) into the leftmost digit: 7 + 1 = 8.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5: Answer:   8  0  3   →   803.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209922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73 × 11 = 73 × 10 + 73 = 730 + 73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carry case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87 × 11: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_  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685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+ 7 =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7430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 = 5; carry 1 into the 8 → 9.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91765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9  5  7 → 957.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carry case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87 × 11 = 870 + 87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99 × 11: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carry case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12677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126778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_ 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+ 9 = 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 = 8; carry 1 into the 9 → 10.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 10 isn't a single digit — so it becomes a "1" carried further: leftmost = 0, with a 1 carried to the left of that.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1  0  8  9 → 1089.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carry case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99 × 11 = 990 + 99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1089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 (4-digit answer because the carry cascaded.)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procedure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(boxed on the board):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carry case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883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883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any 2-digit number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11: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sum is &lt; 10: answer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a+b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sum is ≥ 10: middle digit = units digit of sum; add 1 to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new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≥ 10 (only happens at 99): cascade the carry.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(17 min) — Mixed practice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 of 12 problems, half no-carry, half carry: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× 11    35 × 11    47 × 11    58 × 11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685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× 11    74 × 11    83 × 11    89 × 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7430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 × 11    99 × 11    18 × 11    27 ×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(17 min) — Mixed practice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(8 min): solo, untimed. Self-check with long multiplication on any 3 of them.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(8 min): paired. Partner calls a problem; you answer aloud. Goal: under 5 seconds per problem.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chorus: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the trick break into?"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Split, add, drop (and carry if needed).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Tease Day 3: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PROVE why this works. You'll write the algebra yourself."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76463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76463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×11 Trick (with carry)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the digits.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them.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sum &lt; 10: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drop it in the middle. Done.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sum ≥ 10: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keep the units digit of the sum as the middle; add 1 to the leftmost digit.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× 11: 4+5=9 → 4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29576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 × 11: 8+7=15 → 8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(1)5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2051" y="322674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 × 11: 9+9=18 → 9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(1)8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→ cascade → 1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1089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mental ×11 problems (carry case): 76, 84, 85, 88, 93, 96, 67, 78 — multiplied by 11. Write the answers.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yourself. Goal: under 30 seconds total.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a 2-digit number where the trick gives a 4-digit answer (i.e. 99 × 11 = 1089). Can you find any others, or is 99 unique? Justify.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 only the no-carry problems on the worksheet today. We'll cement carries on Day 4.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error: students remember to write the units digit of the middle sum but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add the carry into the leftmost digit. Watch for "73 × 11 = 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3" with no carry added — this is a classic mistake.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99 × 11 case (and the cascading carry) genuinely surprises students. Lean into it — it's evidence the algebra is doing real work, not arithmetic by coincidence.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student asks "why does this work?" — that's Day 3. Park it. Honour the curiosity by writing the question on a board sticky.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Tirthaji (1965), sūtra 1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the technique name.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(Vedic Cultural Center) — worked examples of the carry case.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2026-05-28T05:47:54Z</dcterms:created>
  <dcterms:modified xsi:type="dcterms:W3CDTF">2026-05-28T05:47:54Z</dcterms:modified>
</cp:coreProperties>
</file>