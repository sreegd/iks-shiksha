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The Carry Case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×11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correctly handle the carry case in 2-digit × 11 (where the digit sum ≥ 10), including problems like 87 × 11 = 957, in under 5 seconds.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Whiteboard. – Printed worksheet of 12 problems, mixing no-carry and carry cases. – Stopwatch.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Neighbour-sum drill: teacher calls a 2-digit number with digit-sum &lt; 10; class chorus the ×11 product.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"12 times 11!" → "132!" — "34 times 11!" → "374!" —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 in a minute.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Yesterday's problem: 73 × 11. 7 + 3 = 10. Why was this awkward?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 can't put 10 in the middle of a 3-digit number. So what do we do? Carry the 1 — exactly like in standard addition."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The carry case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Demonstrate 73 × 11 fully: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112677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266974"/>
            <a:ext cx="0" cy="1126778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9392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1: Split:    7  _  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5685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2: Add:      7 + 3 = 10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7430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3: Write the units digit of the sum (0) in the middle:    7  0  3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91765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4: Carry the tens digit of the sum (1) into the leftmost digit: 7 + 1 = 8.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09222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5: Answer:   8  0  3   →   803.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06301" y="248260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73 × 11 = 73 × 10 + 73 = 730 + 73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4901" y="278472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87 × 11: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3168104"/>
            <a:ext cx="8331398" cy="95220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30113" y="3168104"/>
            <a:ext cx="0" cy="95220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1627" y="329505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 _  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346963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+ 7 = 15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364420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Middle = 5; carry 1 into the 8 → 9.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381878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Answer: 9  5  7 → 957.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06301" y="420915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87 × 11 = 870 + 87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34901" y="451127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99 × 11: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06301" y="4894659"/>
            <a:ext cx="8331398" cy="112677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30113" y="4894659"/>
            <a:ext cx="0" cy="1126778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1627" y="502161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_ 9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1627" y="519618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+ 9 = 18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1627" y="537076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Middle = 8; carry 1 into the 9 → 10.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1627" y="554533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 10 isn't a single digit — so it becomes a "1" carried further: leftmost = 0, with a 1 carried to the left of that.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1627" y="571991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Answer: 1  0  8  9 → 1089.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06301" y="611028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99 × 11 = 990 + 99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1089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 (4-digit answer because the carry cascaded.)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34901" y="641240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procedure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(boxed on the board):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06301" y="6783139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*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any 2-digit number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 11: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 1. Compute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&gt; 2. If the sum is &lt; 10: answer 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a+b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&gt; 3. If the sum is ≥ 10: middle digit = units digit of sum; add 1 to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&gt; 4. If the new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a* is ≥ 10 (only happens at 99): cascade the carry.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06301" y="7362081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(17 min) — Mixed practice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Worksheet of 12 problems, half no-carry, half carry: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173063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000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× 11    35 × 11    47 × 11    58 × 11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4745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× 11    74 × 11    83 × 11    89 × 11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64916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91 × 11    99 × 11    18 × 11    27 × 11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6301" y="2039541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Round 1 (8 min): solo, untimed. Self-check with long multiplication on any 3 of them. – Round 2 (8 min): paired. Partner calls a problem; you answer aloud. Goal: under 5 seconds per problem.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chorus: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does the trick break into?"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Split, add, drop (and carry if needed). – Tease Day 3: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PROVE why this works. You'll write the algebra yourself."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61210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612106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×11 Trick (with carry)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Split the digits. 2. Add them. 3.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the sum &lt; 10: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drop it in the middle. Done. 4.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the sum ≥ 10: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keep the units digit of the sum as the middle; add 1 to the leftmost digit.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Examples: - 45 × 11: 4+5=9 → 4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=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495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- 87 × 11: 8+7=15 → 8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(1)5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57 =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957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- 99 × 11: 9+9=18 → 9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(1)8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 → cascade → 1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89 =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1089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8 mental ×11 problems (carry case): 76, 84, 85, 88, 93, 96, 67, 78 — multiplied by 11. Write the answers. – Time yourself. Goal: under 30 seconds total.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 a 2-digit number where the trick gives a 4-digit answer (i.e. 99 × 11 = 1089). Can you find any others, or is 99 unique? Justify.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Solve only the no-carry problems on the worksheet today. We'll cement carries on Day 4.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most common error: students remember to write the units digit of the middle sum but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forget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add the carry into the leftmost digit. Watch for "73 × 11 = 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3" with no carry added — this is a classic mistake. – The 99 × 11 case (and the cascading carry) genuinely surprises students. Lean into it — it's evidence the algebra is doing real work, not arithmetic by coincidence. – If a student asks "why does this work?" — that's Day 3. Park it. Honour the curiosity by writing the question on a board sticky.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 (1965), sūtra 1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the technique name.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(Vedic Cultural Center) — worked examples of the carry case.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2026-05-25T08:50:22Z</dcterms:created>
  <dcterms:modified xsi:type="dcterms:W3CDTF">2026-05-25T08:50:22Z</dcterms:modified>
</cp:coreProperties>
</file>