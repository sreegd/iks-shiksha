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dirty="0">
                <a:solidFill>
                  <a:srgbClr val="27788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Day 1 — The Hook: </a:t>
            </a:r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i="1" dirty="0">
                <a:solidFill>
                  <a:srgbClr val="27788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 _ 3 = 253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06301" y="89639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×11 (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Ekādhikena Pūrveṇa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Band: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Middle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45 min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Learning objective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 the end of this lesson, students will compute any 2-digit × 11 product where the digit-sum is less than 10, in under 3 seconds, and will have recorded a personal baseline time for the same problem using standard long multiplication.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Materials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769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Printed baseline sheet: ONE multiplication problem (73 × 11). One per student.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Stopwatch or wall clock with a second hand. (One per pair is plenty.)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Whiteboard / large paper to demonstrate.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Vocabulary introduced today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Ekādhikena Pūrveṇa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(IAST: ekādhikena pūrveṇa; lit. "by one more than the previous") — the Sanskrit name Tirthaji (1965) gives the underlying sūtra. We use it as the cultural anchor; the technique is what students take home.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Lesson flow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Warm-up (5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525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Teacher: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"How long does it take you to compute 73 × 11 the normal way? Make a guess."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 3–4 guesses. Write the range on the board.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Baseline timing (8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10132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 out the baseline sheet face-down. Students write their name and predicted time on the back.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"Go," flip and solve 73 × 11 using long multiplication.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Record actual time honestly. Mark answer themselves.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Expected range: 15–60 seconds.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Teacher demonstration (12 min) — The trick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 on the board: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266974"/>
            <a:ext cx="8331398" cy="428476"/>
          </a:xfrm>
          <a:prstGeom prst="rect">
            <a:avLst/>
          </a:prstGeom>
          <a:solidFill>
            <a:srgbClr val="F4F8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430113" y="1266974"/>
            <a:ext cx="0" cy="428476"/>
          </a:xfrm>
          <a:prstGeom prst="line">
            <a:avLst/>
          </a:prstGeom>
          <a:noFill/>
          <a:ln w="47625">
            <a:solidFill>
              <a:srgbClr val="27788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31627" y="1393924"/>
            <a:ext cx="8086939" cy="174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1C28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73 × 11 = ?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34901" y="1796951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"I'm going to show you a method that takes about 2 seconds, then we'll figure out why it works."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Teacher demonstration (12 min) — The trick (cont.)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83593"/>
            <a:ext cx="8331398" cy="777627"/>
          </a:xfrm>
          <a:prstGeom prst="rect">
            <a:avLst/>
          </a:prstGeom>
          <a:solidFill>
            <a:srgbClr val="F4F8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430113" y="883593"/>
            <a:ext cx="0" cy="777627"/>
          </a:xfrm>
          <a:prstGeom prst="line">
            <a:avLst/>
          </a:prstGeom>
          <a:noFill/>
          <a:ln w="47625">
            <a:solidFill>
              <a:srgbClr val="27788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31627" y="1010543"/>
            <a:ext cx="8086939" cy="174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1C28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Step 1: Write the digits, with a gap:    7  _  3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31627" y="1185118"/>
            <a:ext cx="8086939" cy="174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1C28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Step 2: Add the two digits: 7 + 3 = 10.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31627" y="1359694"/>
            <a:ext cx="8086939" cy="174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1C28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Wait — that's the carry case. Park it.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34901" y="1762720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Reset. Different number first.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Try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 × 11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Teacher demonstration (12 min) — The trick (cont.)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83593"/>
            <a:ext cx="8331398" cy="777627"/>
          </a:xfrm>
          <a:prstGeom prst="rect">
            <a:avLst/>
          </a:prstGeom>
          <a:solidFill>
            <a:srgbClr val="F4F8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430113" y="883593"/>
            <a:ext cx="0" cy="777627"/>
          </a:xfrm>
          <a:prstGeom prst="line">
            <a:avLst/>
          </a:prstGeom>
          <a:noFill/>
          <a:ln w="47625">
            <a:solidFill>
              <a:srgbClr val="27788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31627" y="1010543"/>
            <a:ext cx="8086939" cy="174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1C28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Step 1: Split:    2  _  3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31627" y="1185118"/>
            <a:ext cx="8086939" cy="174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1C28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Step 2: Add:      2 + 3 = 5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31627" y="1359694"/>
            <a:ext cx="8086939" cy="174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1C28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Step 3: Drop in:  2  5  3   →   253.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06301" y="1750070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on the board with long multiplication: 23 × 11 = 23 × 10 + 23 = 230 + 23 = 253. ✓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Teacher demonstration (12 min) — The trick (cont.)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Try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 × 11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266974"/>
            <a:ext cx="8331398" cy="428476"/>
          </a:xfrm>
          <a:prstGeom prst="rect">
            <a:avLst/>
          </a:prstGeom>
          <a:solidFill>
            <a:srgbClr val="F4F8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430113" y="1266974"/>
            <a:ext cx="0" cy="428476"/>
          </a:xfrm>
          <a:prstGeom prst="line">
            <a:avLst/>
          </a:prstGeom>
          <a:noFill/>
          <a:ln w="47625">
            <a:solidFill>
              <a:srgbClr val="27788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31627" y="1393924"/>
            <a:ext cx="8086939" cy="174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1C28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 _ 5  →  4 + 5 = 9  →  4 9 5  →  495.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34901" y="1796951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Try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62 × 11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Teacher demonstration (12 min) — The trick (cont.)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83593"/>
            <a:ext cx="8331398" cy="428476"/>
          </a:xfrm>
          <a:prstGeom prst="rect">
            <a:avLst/>
          </a:prstGeom>
          <a:solidFill>
            <a:srgbClr val="F4F8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430113" y="883593"/>
            <a:ext cx="0" cy="428476"/>
          </a:xfrm>
          <a:prstGeom prst="line">
            <a:avLst/>
          </a:prstGeom>
          <a:noFill/>
          <a:ln w="47625">
            <a:solidFill>
              <a:srgbClr val="27788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31627" y="1010543"/>
            <a:ext cx="8086939" cy="174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1C28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 _ 2  →  6 + 2 = 8  →  6 8 2  →  682.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34901" y="1413570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"Pattern: outer digits stay the same; middle digit = their sum."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Teacher demonstration (12 min) — The trick (cont.)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Now name it.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"Tirthaji (1965) calls this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b="1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Ekādhikena Pūrveṇa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'by one more than the previous.' That is the Sanskrit name of the sūtra. The trick itself is just (10a + b) × 11 = 100a + 10(a+b) + b, which we'll prove on Day 3."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Activity (15 min) — Try it yourself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Worksheet (handed out): 10 two-digit × 11 problems, ALL with digit-sum &lt; 10.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266974"/>
            <a:ext cx="8331398" cy="603052"/>
          </a:xfrm>
          <a:prstGeom prst="rect">
            <a:avLst/>
          </a:prstGeom>
          <a:solidFill>
            <a:srgbClr val="F4F8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430113" y="1266974"/>
            <a:ext cx="0" cy="603052"/>
          </a:xfrm>
          <a:prstGeom prst="line">
            <a:avLst/>
          </a:prstGeom>
          <a:noFill/>
          <a:ln w="47625">
            <a:solidFill>
              <a:srgbClr val="27788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31627" y="1393924"/>
            <a:ext cx="8086939" cy="174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1C28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 × 11    23 × 11    34 × 11    45 × 11    52 × 11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31627" y="1568500"/>
            <a:ext cx="8086939" cy="174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1C28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61 × 11    16 × 11    27 × 11    35 × 11    44 × 11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34901" y="1971526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Pair work. Partner times each other. Goal: each problem under 3 seconds.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Activity (15 min) — Try it yourself (cont.)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 10 min, students re-do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73 × 11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on the back of the baseline sheet.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Hmm — 7 + 3 = 10. That's tomorrow's lesson.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Wrap-up (5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7313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 of hands: who finished all 10 in under 30 seconds? (Most will.)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Tease tomorrow: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"73 × 11 broke the rule because 7 + 3 = 10 and you can't write 10 in the middle of a number. Tomorrow — the carry case."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Student-facing content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83593"/>
            <a:ext cx="8331398" cy="2688431"/>
          </a:xfrm>
          <a:prstGeom prst="rect">
            <a:avLst/>
          </a:prstGeom>
          <a:solidFill>
            <a:srgbClr val="F4F8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434876" y="883593"/>
            <a:ext cx="0" cy="2688431"/>
          </a:xfrm>
          <a:prstGeom prst="line">
            <a:avLst/>
          </a:prstGeom>
          <a:noFill/>
          <a:ln w="57150">
            <a:solidFill>
              <a:srgbClr val="FE444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92051" y="1074093"/>
            <a:ext cx="7973389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b="1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×11 Trick (no-carry case)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92051" y="1343174"/>
            <a:ext cx="7973389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 any 2-digit number with digit-sum &lt; 10: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92051" y="1612255"/>
            <a:ext cx="7973389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b="1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Split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the digits with a gap.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92051" y="1881336"/>
            <a:ext cx="7973389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b="1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Add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the two digits.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92051" y="2150418"/>
            <a:ext cx="7973389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b="1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Drop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the sum into the gap.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92051" y="2419499"/>
            <a:ext cx="7973389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Example: 34 × 11 → 3 _ 4 → 3+4 = 7 → 374.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92051" y="2688580"/>
            <a:ext cx="7973389" cy="692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Tirthaji (1965) names the underlying sūtra 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b="1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Ekādhikena Pūrveṇa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— "by one more than the previous." The trick is older than its modern Sanskrit name; the algebra (which we'll do on Day 3) is the same in every language.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Homework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 any two 2-digit numbers (digit-sum &lt; 10) in your house — phone numbers, page numbers, prices. Compute each × 11 using the trick. Bring 5 worked examples to class tomorrow.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Differentiation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7313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up: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Try 3-digit × 11 (e.g. 234 × 11, 152 × 11). See if you can guess the pattern before Day 4.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down: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If the gap is confusing, write the answer as a 3-digit number directly: hundreds = first digit, tens = sum, units = second digit.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Teacher notes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14245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baseline time matters.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Day 5's retest depends on having a Day 1 record.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Don't dwell on the Sanskrit name today.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Ekādhikena Pūrveṇa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is the cultural anchor; the win is mental speed.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Some students will already know the trick (especially those from competitive-math backgrounds). Have them be peer-coaches. Reframe their advantage as "you'll learn the WHY this week."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About 30% of randomly-chosen 2-digit numbers have digit-sum ≥ 10 (the carry case). So today's worksheet hand-picks the no-carry ones; tomorrow we add the carries.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Citation(s) used in this lesson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Tirthaji, B. K. (1965).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Vedic Mathematics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Motilal Banarsidass. Sūtra 1,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Ekādhikena Pūrveṇa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— Middle</dc:title>
  <dc:subject>PptxGenJS Presentation</dc:subject>
  <dc:creator>IKS Curriculum</dc:creator>
  <cp:lastModifiedBy>IKS Curriculum</cp:lastModifiedBy>
  <cp:revision>1</cp:revision>
  <dcterms:created xsi:type="dcterms:W3CDTF">2026-05-28T05:47:46Z</dcterms:created>
  <dcterms:modified xsi:type="dcterms:W3CDTF">2026-05-28T05:47:46Z</dcterms:modified>
</cp:coreProperties>
</file>