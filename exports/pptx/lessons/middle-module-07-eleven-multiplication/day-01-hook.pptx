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_ 3 = 253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compute any 2-digit × 11 product where the digit-sum is less than 10, in under 3 seconds, and will have recorded a personal baseline time for the same problem using standard long multiplication.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baseline sheet: ONE multiplication problem (73 × 11). One per student. – Stopwatch or wall clock with a second hand. (One per pair is plenty.) – Whiteboard / large paper to demonstrate.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ekādhikena pūrveṇa; lit. "by one more than the previous") — the Sanskrit name Tirthaji (1965) gives the underlying sūtra. We use it as the cultural anchor; the technique is what students take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long does it take you to compute 73 × 11 the normal way? Make a guess."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3–4 guesses. Write the range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timing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baseline sheet face-down. Students write their name and predicted time on the back. – On "Go," flip and solve 73 × 11 using long multiplication. – Record actual time honestly. Mark answer themselves. – Expected range: 15–60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(12 min) — The trick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 × 11 =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4901" y="170304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going to show you a method that takes about 2 seconds, then we'll figure out why it works."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086421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0113" y="2086421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627" y="22133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1: Write the digits, with a gap:    7  _ 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38794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2: Add the two digits: 7 + 3 = 10.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5625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— that's the carry case. Park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901" y="296554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Reset. Different number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× 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348930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30113" y="3348930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627" y="34758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1: Split:    2  _ 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65045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2: Add:      2 + 3 = 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825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3: Drop in:  2  5  3   →   253.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421540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the board with long multiplication: 23 × 11 = 23 × 10 + 23 = 230 + 23 = 253. 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450487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Try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4807000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0113" y="4807000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627" y="49339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_ 5  →  4 + 5 = 9  →  4 9 5  →  495.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6301" y="53243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Try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6301" y="5626447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30113" y="5626447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1627" y="57533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_ 2  →  6 + 2 = 8  →  6 8 2  →  682.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4901" y="615642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"Pattern: outer digits stay the same; middle digit = their sum."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6301" y="652715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Now name it.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 (1965) calls this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'by one more than the previous.' That is the Sanskrit name of the sūtra. The trick itself is just (10a + b) × 11 = 100a + 10(a+b) + b, which we'll prove on Day 3."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71060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Try it yourself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(handed out): 10 two-digit × 11 problems, ALL with digit-sum &lt;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× 11    23 × 11    34 × 11    45 × 11    52 × 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 × 11    16 × 11    27 × 11    35 × 11    44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18649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 work. Partner times each other. Goal: each problem under 3 seconds.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21544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After 10 min, students re-do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back of the baseline sheet.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 — 7 + 3 = 10. That's tomorrow's lesson.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finished all 10 in under 30 seconds? (Most will.) – Tease tomorrow: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"73 × 11 broke the rule because 7 + 3 = 10 and you can't write 10 in the middle of a number. Tomorrow — the carry case."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×11 Trick (no-carry case)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any 2-digit number with digit-sum &lt; 10: 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digits with a gap.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two digits.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sum into the gap.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34 × 11 → 3 _ 4 → 3+4 = 7 → 374.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(1965) names the underlying sūtra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"by one more than the previous." The trick is older than its modern Sanskrit name; the algebra (which we'll do on Day 3) is the same in every language.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any two 2-digit numbers (digit-sum &lt; 10) in your house — phone numbers, page numbers, prices. Compute each × 11 using the trick. Bring 5 worked examples to class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3-digit × 11 (e.g. 234 × 11, 152 × 11). See if you can guess the pattern before Day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gap is confusing, write the answer as a 3-digit number directly: hundreds = first digit, tens = sum, units = second digit.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time matters.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 5's retest depends on having a Day 1 record.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dwell on the Sanskrit name today.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cultural anchor; the win is mental speed. – Some students will already know the trick (especially those from competitive-math backgrounds). Have them be peer-coaches. Reframe their advantage as "you'll learn the WHY this week." – About 30% of randomly-chosen 2-digit numbers have digit-sum ≥ 10 (the carry case). So today's worksheet hand-picks the no-carry ones; tomorrow we add the carries.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B. K. (1965).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Motilal Banarsidass. Sūtra 1,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2026-05-25T16:27:44Z</dcterms:created>
  <dcterms:modified xsi:type="dcterms:W3CDTF">2026-05-25T16:27:44Z</dcterms:modified>
</cp:coreProperties>
</file>