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Sūrya Namaskāra, Part 1 (Learning the 12 Poses)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24688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(25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57445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98834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name and demonstrate the 12 poses of Sūrya Namaskāra in order, performed slowly without breath co-ordination yet.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Mats. Sūrya Namaskāra wall poster (12 poses with names). – 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23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 Namaskāra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sūrya-namaskāra; lit. "salutation to the sun") — the 12-pose flowing sequence.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praṇāmāsana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prayer pose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hasta-uttānāsana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raised hands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uttānāsana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standing forward fold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aśva-sañcalanāsana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lunge (literally "horse-stride pose")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daṇḍāsana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catur-aṅga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plank / four-limbed staff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aṣṭāṅga-namaskāra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eight-limbed salutation (knees-chest-chin)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bhujaṅgāsana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cobra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adho-mukha-śvānāsana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downward-facing dog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(5 min) — Why Sūrya Namaskāra?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Sūrya Namaskāra is 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12 poses traditionally practised at sunrise, facing the rising sun. – Modern usage: a complete movement warm-up that activates major muscle groups, mobilises the spine, and synchronises breath with movement. – We'll learn it in two days: today we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memorise the poses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tomorrow we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breath flow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recap: students chorus the 12 pose names in order (with teacher prompting). 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add the breath — each pose has an inhale or exhale assigned. That's where it becomes a real flow."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431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431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 Namaskāra — the 12 Poses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Memorise the order. We'll add the breath tomorrow.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# | Sanskrit | English | |---|----------|---------| | 1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praṇāmāsana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prayer | | 2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hasta-uttānāsana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raised hands | | 3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uttānāsana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standing fold | | 4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aśva-sañcalanāsana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(right) | lunge | | 5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adho-mukha-śvānāsana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downward dog | | 6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aṣṭāṅga-namaskāra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knees-chest-chin | | 7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bhujaṅgāsana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cobra | | 8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adho-mukha-śvānāsana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downward dog | | 9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aśva-sañcalanāsana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(right forward) | lunge | | 10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uttānāsana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standing fold | | 11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hasta-uttānāsana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raised hands | | 12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praṇāmāsana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prayer |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8052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the symmetry: poses 1–6 are mirrored by 12–7.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Practise the sequence at home — 1 round, slowly. Notice which transitions feel awkward.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Attempt 2 rounds (alternating leg) at home.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Practise only the first 6 poses today; complete the rest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hardest pose for beginners is usually #6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aṣṭāṅga-namaskāra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knees, chest, chin to mat). Common error: chest plank-down instead of dropping knees first. Cue "knees down FIRST, then chest, then chin." –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bhujaṅgāsana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keep the elbows bent and close to the body. Don't push to full backbend. – For students with wrist issues, modify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adho-mukha-śvānāsana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going to forearms (dolphin pose) or skipping.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 new RAG citations today. Sūrya Namaskāra is a modern composition (early 20th century, codified by the Raja of Aundh); not from classical texts. Teacher reference: any modern yoga manual.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2026-05-28T04:20:34Z</dcterms:created>
  <dcterms:modified xsi:type="dcterms:W3CDTF">2026-05-28T04:20:34Z</dcterms:modified>
</cp:coreProperties>
</file>