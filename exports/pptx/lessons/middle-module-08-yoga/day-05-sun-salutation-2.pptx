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Sūrya Namaskāra, Part 2 (Breath Flow) + Mid-Module Check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124688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Yoga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 (20 min movement)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perform 2 rounds of Sūrya Namaskāra with breath co-ordination (inhale on opening poses, exhale on folding/closing poses), and submit a project plan.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Mats. Sūrya Namaskāra poster.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Formative quiz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 B).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brief handouts.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Sukhāsana. 5 breaths.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(5 min) — The breath pattern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# · Pose · Breath.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(5 min) — The breath pattern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719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praṇāmāsana · neutral / exhale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hasta-uttānāsana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inhale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uttānāsana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exhale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aśva-sañcalanāsana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inhale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adho-mukha-śvānāsana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exhale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aṣṭāṅga-namaskāra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breath out (very brief)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bhujaṅgāsana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inhale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adho-mukha-śvānāsana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exhale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aśva-sañcalanāsana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inhale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uttānāsana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exhale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hasta-uttānāsana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inhale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(5 min) — The breath pattern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praṇāmāsana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exhale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to notice: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body = inhale; fold or close the body = exhale.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(15 min) — 2 rounds with breath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min: walk through 1 round at slow pace, teacher calling each pose AND each breath.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min: students do 1 round at their own pace, focused on breath.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min: 1 more round, slightly faster, breath leading the movement.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7418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rounds total.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exceed 3 rounds at this band.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Quality over quantity.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(15 min) — 2 rounds with breath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rounds, students lie in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śavāsana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(corpse pose — flat on the back, arms slightly out, palms up) for 2 minutes to integrate.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Mid-module formative quiz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50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out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 B.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questions: name the 8 limbs in order, name 3 of the 5 foundational āsanas, identify the breath assigned to 3 SN poses, short answer "what is yoga?"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commitment (6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out project brief.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/ individuals choose target audience for their 5-min routine: peers / parents / younger siblings / classmates before a test.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pair writes audience + 1-sentence intent on sticky note. Posts on the board.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share: each pair states aloud their audience.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6: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we slow down dramatically — natural-breath observation. Just sitting with the breath."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381250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381250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Sūrya Namaskāra — with breath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Pattern: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body = inhale, fold body = exhale.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Maximum 2–3 rounds today. After the rounds,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śavāsana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(lie down, rest) for 2 minutes.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(Days 8–10):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Design a 5-minute yoga routine for ONE audience. Pick today: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150418"/>
            <a:ext cx="7973389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Audience | Examples of fitting āsanas | |----------|------------------------------| | Peers (your classmates) | Energising — standing poses, partial SN | | Parents | Relaxing — child's pose, seated stretches | | Younger siblings | Playful — animal poses (cat, cobra, downward dog) | | Pre-exam stress | Calming — child's pose, seated breath |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round of Sūrya Namaskāra at home with breath co-ordination.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your project plan paragraph by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 rounds at home; experiment with holding each pose for 2 breaths instead of 1.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round, half-speed; or use the modified short Sūrya Namaskāra (poses 1–5 + 11–12 only).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breath co-ordination is the hardest piece. Several students will hold their breath through 3–4 poses. Cue: "If you forget which breath, just keep breathing — that's better than holding."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Śavāsana matters. Don't skip it even if you're short on time. Two minutes of supine rest after physical practice is essential.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the formative quiz overnight.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RAG citations. SN breath co-ordination is from modern practice (Krishnamacharya school).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2026-05-28T05:49:31Z</dcterms:created>
  <dcterms:modified xsi:type="dcterms:W3CDTF">2026-05-28T05:49:31Z</dcterms:modified>
</cp:coreProperties>
</file>