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 — Five Foundational Āsanas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Yoga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 (20 min movement)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perform five foundational āsanas —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tāḍāsana, vṛkṣāsana, baddha-koṇāsana, balāsana, sukhāsana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with safe alignment cues, and identify which body parts each pose strengthens or stretches.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Mats. Poster of the five āsanas (optional). – Formative quiz Part A (limb-matching) returned.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baddha-koṇāsana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baddha-koṇa-āsana; lit. "bound-angle posture") — seated wide-knees pose, soles together.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balāsana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bāla-āsana; lit. "child posture") — folded forward rest pose.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sukhāsana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sukha-āsana; lit. "easy posture") — comfortable cross-legged seat.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Sukhāsana. 5 breaths.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(8 min) — The five āsanas, named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on the board: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row: Āsana · Type · Strengthens / stretches.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49884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1.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tāḍāsana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(mountain) — standing · feet, legs, core; cultivates posture awareness – 2.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vṛkṣāsana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(tree) — standing balance · feet, calves, core, focus – 3.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baddha-koṇāsana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(bound-angle) — seated stretch · inner thighs, groin, hips – 4.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balāsana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(child) — seated rest · back, hips; calming – 5.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sukhāsana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(easy seat) — seated · spine, hips; foundation for breath practice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37916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none of these are inversions or advanced backbends. All five can be practised safely at home.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(25 min) — Walk through all five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pose: 1 min demonstration with verbal cues, 1 min student practice with teacher observation, 1 min hold + breath.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Tāḍāsana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30 sec.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Feet hip-width. Press into all four corners of each foot.    – Lengthen up. Soft knees. Breathe.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1845915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Vṛkṣāsana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20 sec per side.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21664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From tāḍāsana, shift weight, foot on calf (NOT knee).    – Hands at heart or overhead.    – Wobble allowed. Switch sides.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2518767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Baddha-koṇāsana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60 sec.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2889498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Sit. Bend knees, soles of feet together, drop knees out to the sides.    – Hold the feet. Long spine. Don't force the knees down.    – Gentle nodding of the knees is acceptable.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4901" y="3404890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Balāsana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90 sec rest pose.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301" y="3775621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From kneeling: knees apart, big toes touch.    – Fold forward, forehead on the mat (or stacked fists if forehead doesn't reach).    – Arms forward or alongside the body.    – Breathe slowly. This is rest, not effort.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4901" y="429101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Sukhāsana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60 sec.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6301" y="466174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Sit cross-legged. Long spine.    – Hands on the knees, palms up or down.    – Eyes closed. 10 natural breaths.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6301" y="502741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Formative quiz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quizzes/formative.md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Part A — limb-matching from Day 2 + āsana-naming from Day 3.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Question: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"Which of the five did your body LIKE the most? Which felt hardest?"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students share with a neighbour for 30 sec each. – Preview Day 4: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we begin Sūrya Namaskāra — the 12-pose sun salutation."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612106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612106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Foundational Āsanas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 # | Sanskrit | Type | What it does | |---|----------|------|---------------| | 1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tāḍāsana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standing | posture foundation | | 2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vṛkṣāsana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balance | leg strength, focus | | 3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baddha-koṇāsana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seated | hip opener | | 4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balāsana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rest | calming, back release | | 5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sukhāsana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seated | foundation for breath practice |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20742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five are safe to practise at home, daily, no equipment needed.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Choose 3 of the 5 āsanas. Practise them for 5 minutes before bed tonight. Note in your workbook how you felt before vs. after.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adho-mukha-śvānāsana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(downward-facing dog) to your home practice — try 30 sec hold.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a wall for vṛkṣāsana support. Use a folded blanket under the knees for sukhāsana / baddha-koṇāsana.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Walk around during baddha-koṇāsana. Many students try to force the knees down — this can strain the inner thigh. Cue "gentle, let gravity do the work." – Balāsana is restorative. If a student's hips don't allow them to sit on their heels, place a folded blanket between thighs and calves. – A handful of students will fidget through sukhāsana. Don't correct — let them feel the discomfort of stillness. That's part of the lesson.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No new RAG citations. Āsana descriptions reference standard practice (Iyengar 1966; teacher reference, not student-facing).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2026-05-28T04:20:28Z</dcterms:created>
  <dcterms:modified xsi:type="dcterms:W3CDTF">2026-05-28T04:20:28Z</dcterms:modified>
</cp:coreProperties>
</file>