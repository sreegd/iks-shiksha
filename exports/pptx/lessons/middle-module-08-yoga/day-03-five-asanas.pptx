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Five Foundational Āsanas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Yoga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 (20 min movement)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perform five foundational āsanas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tāḍāsana, vṛkṣāsana, baddha-koṇāsana, balāsana, sukhāsana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with safe alignment cues, and identify which body parts each pose strengthens or stretches.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Mats. Poster of the five āsanas (optional).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Part A (limb-matching) returned.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baddha-koṇāsana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baddha-koṇa-āsana; lit. "bound-angle posture") — seated wide-knees pose, soles together.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bāla-āsana; lit. "child posture") — folded forward rest pose.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sukhāsana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sukha-āsana; lit. "easy posture") — comfortable cross-legged seat.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Sukhāsana. 5 breaths.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(8 min) — The five āsanas, named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Āsana · Type · Strengthens / stretches.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(8 min) — The five āsanas, named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tāḍāsana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(mountain) — standing · feet, legs, core; cultivates posture awareness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vṛkṣāsana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(tree) — standing balance · feet, calves, core, focus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baddha-koṇāsana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(bound-angle) — seated stretch · inner thighs, groin, hips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(child) — seated rest · back, hips; calming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sukhāsana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(easy seat) — seated · spine, hips; foundation for breath practice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(8 min) — The five āsanas, named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none of these are inversions or advanced backbends. All five can be practised safely at home.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(25 min) — Walk through all five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pose: 1 min demonstration with verbal cues, 1 min student practice with teacher observation, 1 min hold + breath.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Tāḍāsana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30 sec.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Feet hip-width. Press into all four corners of each foot.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Lengthen up. Soft knees. Breathe.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(25 min) — Walk through all five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Vṛkṣāsana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20 sec per side.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tāḍāsana, shift weight, foot on calf (NOT knee).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 at heart or overhead.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Wobble allowed. Switch sides.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(25 min) — Walk through all five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Baddha-koṇāsana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60 sec.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Sit. Bend knees, soles of feet together, drop knees out to the sides.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the feet. Long spine. Don't force the knees down.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Gentle nodding of the knees is acceptable.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(25 min) — Walk through all five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90 sec rest pose.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kneeling: knees apart, big toes touch.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Fold forward, forehead on the mat (or stacked fists if forehead doesn't reach).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Arms forward or alongside the body.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Breathe slowly. This is rest, not effort.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(25 min) — Walk through all five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Sukhāsana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60 sec.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 cross-legged. Long spine.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 on the knees, palms up or down.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Eyes closed. 10 natural breaths.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Formative quiz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 — limb-matching from Day 2 + āsana-naming from Day 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of the five did your body LIKE the most? Which felt hardest?"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students share with a neighbour for 30 sec each.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4: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begin Sūrya Namaskāra — the 12-pose sun salutation."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121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121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Foundational Āsanas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# | Sanskrit | Type | What it does | |---|----------|------|---------------| | 1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tāḍāsana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standing | posture foundation | | 2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vṛkṣāsana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balance | leg strength, focus | | 3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baddha-koṇāsana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seated | hip opener | | 4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balāsana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rest | calming, back release | | 5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sukhāsana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seated | foundation for breath practice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five are safe to practise at home, daily, no equipment needed.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3 of the 5 āsanas. Practise them for 5 minutes before bed tonight. Note in your workbook how you felt before vs. after.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adho-mukha-śvānāsana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(downward-facing dog) to your home practice — try 30 sec hold.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a wall for vṛkṣāsana support. Use a folded blanket under the knees for sukhāsana / baddha-koṇāsana.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around during baddha-koṇāsana. Many students try to force the knees down — this can strain the inner thigh. Cue "gentle, let gravity do the work."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Balāsana is restorative. If a student's hips don't allow them to sit on their heels, place a folded blanket between thighs and calves.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handful of students will fidget through sukhāsana. Don't correct — let them feel the discomfort of stillness. That's part of the lesson.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RAG citations. Āsana descriptions reference standard practice (Iyengar 1966; teacher reference, not student-facing).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2026-05-28T05:49:17Z</dcterms:created>
  <dcterms:modified xsi:type="dcterms:W3CDTF">2026-05-28T05:49:17Z</dcterms:modified>
</cp:coreProperties>
</file>