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Design Your Routine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will have a written outline of a 5-minute yoga routine for their chosen audience, including specific āsanas, a breath element, and one source citation.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project planning materials. – Printed rubric per pair.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Three sprints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Plan.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finalise: – Target audience (peers / parents / younger siblings / pre-exam classmates) – 5-minute sequence outline (which āsanas, in what order, with timing) – A breath element (counted breath or natural-breath segment) – The source they'll cite (verse, sūtra, or PDF reference) – Division of labour for the Day 10 demonstration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Storyboard the sequence.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paper: – Draw each pose (stick figures fine) – Write the breath cue under each – Add time per pose – Total should be 5 minutes ± 30 seconds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checks every pair's storyboard.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791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(15 min) — Try it.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physically walks through their routine once at full speed. Teacher observes and gives one focused note.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pair (volunteer) shows their full routine to the class — 5 min if there's time, else preview. – Plan paragraph submitted at the door. – Preview Day 9: refine + rehearse with a buddy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4385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4385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workshop — Session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class, your pair should have: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 written outline of your 5-minute routine. 2. A storyboard drawing. 3. ONE physical run-through completed.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 template: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1750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Audience: __________ Goal of routine (calming / energising / focusing / restorative): __________ Sequence: 0:00–0:30 __________ (breath: __________) 0:30–1:00 __________ (breath: __________) 1:00–2:00 __________ (breath: __________) 2:00–3:30 __________ (breath: __________) 3:30–4:30 __________ (breath: __________) 4:30–5:00 __________ (breath: __________) Source citation: __________ Division of labour (Partner A leads sequences ____): __________ Division of labour (Partner B leads sequences ____): __________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871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Whatever didn't get done in class: finish at home. Practise the routine 1 more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30-second "intention setting" at the start and "savasana" at the end. Make the 5 min feel complete.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Reuse Day 7's stress-recovery sequence as your base; customise to your audience by adding 1–2 changes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Common pacing error: pairs plan 8 poses in 5 min, each held for 20 sec — but transitions take time too. Cue: "Plan for 4–5 poses with 30–60 sec each, plus a couple of breath segments." – Routines for younger siblings often need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engaging language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(animal poses, story narration). Encourage that. – A pre-exam routine should be calming, not energising — flag this if a pair plans something high-energy.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Pair-chosen source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verified during Sprint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2026-05-28T04:20:55Z</dcterms:created>
  <dcterms:modified xsi:type="dcterms:W3CDTF">2026-05-28T04:20:55Z</dcterms:modified>
</cp:coreProperties>
</file>