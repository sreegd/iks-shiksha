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Refine and Rehearse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will have rehearsed their 5-minute routine end-to-end and received feedback from a buddy pair.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in-progress materials. – Mats laid out. – Stopwatch. – Feedback slip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 — Two halves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1 (15 min) — Refine.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Each pair runs their routine once on their own mats, timed. – Teacher rotates: 60 sec per pair, focused question: "Where does the energy of your routine drop?" – Common adjustments to flag: – Pace too fast — students rush through poses. – Breath cues missing. – Transitions clunky. – Source citation forgotten — must be spoken aloud.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2 (15 min) — Buddy rehearsal.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Pair A demos routine to Pair B (mat-side). Pair B lies in the role of the target audience and tries to follow. – 5 min run + 2 min feedback. Swap. Total ~14 min for round.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One-sentence share: "What's the one thing I'm changing before tomorrow?" – Tomorrow: full presentations +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2: Refine + Rehearse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Checklist: - [ ] My routine fits in 5 min ± 30 sec. - [ ] I cite at least one source aloud (during intro or close). - [ ] My breath cues are clear. - [ ] My partner and I know who leads which pose. - [ ] I've heard feedback from one buddy pair and decided what to change.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you teach the class.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Practise the full routine one more time.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memorable 1-line "takeaway" the audience will remember after the 5 min.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to 3 poses + 1 breath segment if 4–5 poses isn't sticking.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buddy-pair rehearsal is the most useful feedback step. Encourage feedback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and specific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"the transition from down-dog to lunge felt slow" beats "good job." – Pairs who can't complete a clean run-through by end of class need extra support — invite a 15-min lunch-time rehearsal if possible.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 source verified.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2026-05-28T04:21:00Z</dcterms:created>
  <dcterms:modified xsi:type="dcterms:W3CDTF">2026-05-28T04:21:00Z</dcterms:modified>
</cp:coreProperties>
</file>