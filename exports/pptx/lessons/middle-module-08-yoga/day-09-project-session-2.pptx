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rehearsed their 5-minute routine end-to-end and received feedback from a buddy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in-progress materials.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Mats laid out.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slip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(30 min) — Two halves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1 (15 min) —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744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runs their routine once on their own mats, timed.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rotates: 60 sec per pair, focused question: "Where does the energy of your routine drop?"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adjustments to flag: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Pace too fast — students rush through poses.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Breath cues missing.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Transitions clunky.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citation forgotten — must be spoken aloud.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(30 min) — Two halves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2 (15 min) — Buddy rehearsal.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A demos routine to Pair B (mat-side). Pair B lies in the role of the target audience and tries to follow.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run + 2 min feedback. Swap. Total ~14 min for round.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share: "What's the one thing I'm changing before tomorrow?"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full presentations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955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955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2: Refine + Rehearse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Checklist: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] My routine fits in 5 min ± 30 sec.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] I cite at least one source aloud (during intro or close).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] My breath cues are clear.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] My partner and I know who leads which pose.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 ] I've heard feedback from one buddy pair and decided what to change.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you teach the class.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the full routine one more time.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memorable 1-line "takeaway" the audience will remember after the 5 min.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Reduce to 3 poses + 1 breath segment if 4–5 poses isn't sticking.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buddy-pair rehearsal is the most useful feedback step. Encourage feedback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 and specific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"the transition from down-dog to lunge felt slow" beats "good job."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who can't complete a clean run-through by end of class need extra support — invite a 15-min lunch-time rehearsal if possible.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source verified.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2026-05-28T05:49:57Z</dcterms:created>
  <dcterms:modified xsi:type="dcterms:W3CDTF">2026-05-28T05:49:57Z</dcterms:modified>
</cp:coreProperties>
</file>