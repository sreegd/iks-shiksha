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Prāṇāyāma (Natural Breath Observation)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Yoga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(15 min seated breath practice)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complete a 5-minute natural-breath observation and a 5-minute counted-breath (4-in, 4-out) practice, and describe one observable effect of slow breathing.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Mats or comfortable seating.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 for breath observation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activities/activity-02-breath-observation.md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prāṇa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prāṇa; lit. "breath, vital energy") — breath as the bridge between body and mind.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prāṇāyāma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prāṇa-āyāma; lit. "extension or control of prāṇa") — the fourth limb; breath regulation.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Sukhāsana. 5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What is prāṇāyāma?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the limb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(write on board):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8429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842962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Prāṇāyāma — the 4th of the 8 limbs. Literally: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(breath)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āyāma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(extension, regulation). Practical meaning: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intentional breath observation and regulation, NOT forceful breath holding.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What is prāṇāyāma?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at this level: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natural breath without changing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breaths (in for 4, out for 4).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gap between inhale and exhale.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What is prāṇāyāma?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do at this level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(write on board, large):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111204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266974"/>
            <a:ext cx="0" cy="111204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4574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breath retention. No forceful breathing. No bellows breath (bhastrikā). No skull shining (kapālabhāti).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9575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advanced techniques require a certified yoga teacher. We're not doing them here.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01" y="248051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(read aloud, don't memorise):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— What is prāṇāyāma?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07394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07394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prāṇāyāmena tṛ-vṛtā prāṇendṛya-mano-malam śanair vyudasyābhidhyāyen manasā guruṇā gurum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"Through the threefold prāṇāyāma practice, one gradually purifies the breath, senses, and mind, and then meditates." — Śrīmad-Bhāgavatam 4.8.44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204638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"Notice the word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(śanair). The tradition is unambiguous: this is slow work."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(20 min) — Two breath practices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1 (5 min) — Natural-breath observation.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Sukhāsana. Eyes closed (or lowered).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Breathe completely naturally. Don't change anything.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Observe: which nostril is more open? Is the breath deep or shallow? Even or uneven?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NOTICE. Don't fix.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rings a soft bell at 1 min, 3 min, 5 min.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(20 min) — Two breath practices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2 (5 min) — Counted breath.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Inhale slowly to count of 4 (count silently in your head).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Exhale slowly to count of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holding at the top or bottom. Continuous.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cycles = roughly 1 minute. Aim for 5 minutes (50 cycles).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lose count, restart at 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7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activities/activity-02-breath-observation.md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write briefly: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practice, my mind felt: ____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practice, my mind felt: ____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I noticed about my breath: ____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student shares: one sentence each on "what I noticed."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common report — the mind is busier than we thought. Noticing that IS the practice."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7: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why does this work? We'll look at the autonomic nervous system."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4574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4574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Prāṇāyāma — the 4th limb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prāṇa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breath, vital energy.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āyāma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extension, regulation.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practices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breath, 5 min.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Don't change anything. Just observe.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Counted breath, 5 min.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Inhale 4 counts. Exhale 4 counts. Continuous, smooth.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DON'T do at this level: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breath retention, forceful breathing, bellows breath, skull shining. Those require trained guidance.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9195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śanair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gradually" — Śrīmad-Bhāgavatam 4.8.44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the counted breath for 3 minutes before bed tonight. Note in your workbook: "I felt _____ before, _____ after."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 the counted breath to 5-in, 5-out for the second practice.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do the natural-breath observation. Skip the counted breath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find sitting with the breath uncomfortable — minds race, anxiety rises. Honour that: "if it feels too much, open your eyes and just rest."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"natural-breath-first" frame matters. Forceful breathing can cause hyperventilation or dizziness in students; we sidestep that completely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Reinforce: this is real prāṇāyāma. The simplest forms are not "lesser" — they are the foundation.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5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 4.8.44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day-06-pranayama.json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chunk[0]. Direct verse on threefold prāṇāyāma and gradual purification.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 Ch. 4 (apāne juhvati prāṇaṁ) — referenced via cache chunk on breath sacrifice.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2026-05-28T05:49:39Z</dcterms:created>
  <dcterms:modified xsi:type="dcterms:W3CDTF">2026-05-28T05:49:39Z</dcterms:modified>
</cp:coreProperties>
</file>