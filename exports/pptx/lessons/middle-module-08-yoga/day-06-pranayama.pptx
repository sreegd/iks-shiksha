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Prāṇāyāma (Natural Breath Observation)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Yoga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(15 min seated breath practice)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complete a 5-minute natural-breath observation and a 5-minute counted-breath (4-in, 4-out) practice, and describe one observable effect of slow breathing.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Mats or comfortable seating. – Stopwatch. – Worksheet for breath observation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activities/activity-02-breath-observation.md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prāṇa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prāṇa; lit. "breath, vital energy") — breath as the bridge between body and mind.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prāṇāyāma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prāṇa-āyāma; lit. "extension or control of prāṇa") — the fourth limb; breath regulation.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Sukhāsana. 5 breaths.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 — What is prāṇāyāma?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 the limb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(write on board):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Prāṇāyāma — the 4th of the 8 limbs. &gt; Literally: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prāṇa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(breath)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āyāma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(extension, regulation). &gt; Practical meaning: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intentional breath observation and regulation, NOT forceful breath holding.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 at this level: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4044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Observe natural breath without changing it.    – Count breaths (in for 4, out for 4).    – Notice the gap between inhale and exhale.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5583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 NOT do at this level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(write on board, large):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02656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breath retention. No forceful breathing. No bellows breath (bhastrikā). No skull shining (kapālabhāti).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&gt; These advanced techniques require a certified yoga teacher. We're not doing them here.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54196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(read aloud, don't memorise):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3912691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prāṇāyāmena tṛ-vṛtā prāṇendṛya-mano-malam śanair vyudasyābhidhyāyen manasā guruṇā gurum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&gt; "Through the threefold prāṇāyāma practice, one gradually purifies the breath, senses, and mind, and then meditates." &gt; — Śrīmad-Bhāgavatam 4.8.44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6287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 the word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gradually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(śanair). The tradition is unambiguous: this is slow work."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499437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(20 min) — Two breath practices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1 (5 min) — Natural-breath observation.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Sukhāsana. Eyes closed (or lowered). – Breathe completely naturally. Don't change anything. – Observe: which nostril is more open? Is the breath deep or shallow? Even or uneven? – Just NOTICE. Don't fix. – Teacher rings a soft bell at 1 min, 3 min, 5 min.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2 (5 min) — Counted breath.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Inhale slowly to count of 4 (count silently in your head). – Exhale slowly to count of 4. – No holding at the top or bottom. Continuous. – 10 cycles = roughly 1 minute. Aim for 5 minutes (50 cycles). – If you lose count, restart at 1.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activities/activity-02-breath-observation.md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Students write briefly: – Before the practice, my mind felt: ____ – After the practice, my mind felt: ____ – One thing I noticed about my breath: ____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 student shares: one sentence each on "what I noticed." – 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common report — the mind is busier than we thought. Noticing that IS the practice."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why does this work? We'll look at the autonomic nervous system."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193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193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Prāṇāyāma — the 4th limb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prāṇa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breath, vital energy.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āyāma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extension, regulation.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practices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Natural breath, 5 min.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Don't change anything. Just observe.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Counted breath, 5 min.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Inhale 4 counts. Exhale 4 counts. Continuous, smooth.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DON'T do at this level: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breath retention, forceful breathing, bellows breath, skull shining. Those require trained guidance.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8814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śanair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gradually" — Śrīmad-Bhāgavatam 4.8.44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Practise the counted breath for 3 minutes before bed tonight. Note in your workbook: "I felt _____ before, _____ after."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Extend the counted breath to 5-in, 5-out for the second practice.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do the natural-breath observation. Skip the counted breath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find sitting with the breath uncomfortable — minds race, anxiety rises. Honour that: "if it feels too much, open your eyes and just rest." – The "natural-breath-first" frame matters. Forceful breathing can cause hyperventilation or dizziness in students; we sidestep that completely at this band. – Reinforce: this is real prāṇāyāma. The simplest forms are not "lesser" — they are the foundation.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SB 4.8.44 — vidya-karana RAG cache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day-06-pranayama.json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chunk[0]. Direct verse on threefold prāṇāyāma and gradual purification. – BG Ch. 4 (apāne juhvati prāṇaṁ) — referenced via cache chunk on breath sacrifice.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2026-05-28T04:20:45Z</dcterms:created>
  <dcterms:modified xsi:type="dcterms:W3CDTF">2026-05-28T04:20:45Z</dcterms:modified>
</cp:coreProperties>
</file>