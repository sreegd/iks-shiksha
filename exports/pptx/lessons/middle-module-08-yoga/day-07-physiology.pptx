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27788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Why It Works: Physiology Connection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Yoga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Band: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Middle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45 min (10 min movement)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Learning objective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6398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end of this lesson, students will explain at Middle-band level why slow breathing and forward folds shift the body toward "rest-and-digest" (parasympathetic) function, and why backbends and inversions can shift it toward "fight-or-flight" (sympathetic) activation.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694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Whiteboard.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Optional: a simple diagram of the autonomic nervous system (sympathetic vs. parasympathetic).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Worksheet: concept check at end.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Vocabulary introduced today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4245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Autonomic nervous system (ANS)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part of the nervous system that runs "automatically" (heartbeat, digestion, breathing).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Sympathetic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"fight or flight" branch; raises heart rate, releases adrenaline.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Parasympathetic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"rest and digest" branch; lowers heart rate, supports digestion.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Vagus nerve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the main nerve carrying parasympathetic signals; long, complex, connected to heart, lungs, and digestive organs.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Lesson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(2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Sukhāsana. 5 breaths.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Two modes of the body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modes: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write on board, large.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row: "Fight or flight" (sympathetic) · "Rest and digest" (parasympathetic).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Two modes of the body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7445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Heart rate up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Heart rate down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Breath fast and shallow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Breath slow and deep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Pupils dilate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Pupils contract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Digestion stops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Digestion runs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Muscles tense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Muscles soften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Useful when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Useful when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running from danger; exam panic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resting; eating; sleeping; healing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Two modes of the body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breath is the lever.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Most ANS functions you can't consciously control — but you CAN control your breath. And breath signals back to the ANS.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472654"/>
            <a:ext cx="810279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slow exhalation does: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stimulates the vagus nerve. Vagus nerve signals "rest and digest" to the body. So slow exhales = parasympathetic activation = calm body.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Core (15 min) — Two modes of the body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means for yoga: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266974"/>
            <a:ext cx="8102798" cy="10132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Counted-breath prāṇāyāma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(Day 6) — directly down-regulates stress response.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Forward folds and child's pose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head below heart, parasympathetic-friendly. Calming.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Backbends and inversions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energising, more sympathetic activation. (We don't teach inversions at this band.)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Sūrya Namaskāra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mixed: opening (energising) + folding (calming). A balanced sequence.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(10 min) — Stress-recovery sequence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Demonstrate a short calming sequence the class can do before a stressful event: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12570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30 sec.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Uttānāsana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(standing forward fold), 30 sec — let the head hang.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(child's pose), 60 sec.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Sukhāsana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counted breath (4 in, 4 out), 60 sec.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Tāḍāsana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 close, 30 sec.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Practice (10 min) — Stress-recovery sequence (cont.)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Total: 3.5 min. Practice once together.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 this before exams. Use this when you're stressed. It works because of physiology, not magic."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Concept check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150078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5-question worksheet: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branch of the ANS is "fight or flight"?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is "rest and digest"?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nerve carries most of the parasympathetic signals?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Does a slow exhale stimulate sympathetic or parasympathetic?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does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balāsana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feel calming?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5256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student shares on the worksheet answers.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Preview Day 8: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"Project work begins. You'll design your own 5-minute routine for your chosen audience."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Practise the stress-recovery sequence at least once before tomorrow's class. Note when (morning / before bed / before a difficult task).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Bring all project planning materials tomorrow.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up: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Read a 1-page introduction to the polyvagal theory (Stephen Porges). What does it say about how social safety affects the vagus nerve?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down: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Just remember: 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slow exhale = calm body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The other details can come later.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937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the most accessible "why does this work?" answer at Middle band. Connect it explicitly to PE class and biology if those teachers are interested.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Some students may ask whether yoga is "scientifically proven." Honest answer: many specific health claims for yoga are still under study; the physiological mechanism of slow-breath calming is well-established.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27788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FE44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Citation(s) used in this lesson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7313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new RAG citations (this is a modern-physiology lesson).</a:t>
            </a:r>
            <a:endParaRPr lang="en-US" sz="1200" dirty="0"/>
          </a:p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reference: any introductory text on autonomic nervous system; for teacher, Stephen Porges' polyvagal theory (advanced).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Middle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Middle</dc:title>
  <dc:subject>PptxGenJS Presentation</dc:subject>
  <dc:creator>IKS Curriculum</dc:creator>
  <cp:lastModifiedBy>IKS Curriculum</cp:lastModifiedBy>
  <cp:revision>1</cp:revision>
  <dcterms:created xsi:type="dcterms:W3CDTF">2026-05-28T05:49:46Z</dcterms:created>
  <dcterms:modified xsi:type="dcterms:W3CDTF">2026-05-28T05:49:46Z</dcterms:modified>
</cp:coreProperties>
</file>