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Why It Works: Physiology Connection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Yoga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 (10 min movement)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explain at Middle-band level why slow breathing and forward folds shift the body toward "rest-and-digest" (parasympathetic) function, and why backbends and inversions can shift it toward "fight-or-flight" (sympathetic) activation.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Optional: a simple diagram of the autonomic nervous system (sympathetic vs. parasympathetic). – Worksheet: concept check at end.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2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Autonomic nervous system (ANS)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part of the nervous system that runs "automatically" (heartbeat, digestion, breathing).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Sympathetic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"fight or flight" branch; raises heart rate, releases adrenaline.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Parasympathetic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"rest and digest" branch; lowers heart rate, supports digestion.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Vagus nerve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main nerve carrying parasympathetic signals; long, complex, connected to heart, lungs, and digestive organs.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Sukhāsana. 5 breaths.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(10 min) — Stress-recovery sequence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a short calming sequence the class can do before a stressful event: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Tāḍāsana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30 sec.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Uttānāsana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(standing forward fold), 30 sec — let the head hang.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(child's pose), 60 sec.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Sukhāsana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counted breath (4 in, 4 out), 60 sec.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Tāḍāsana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close, 30 sec.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3.5 min. Practice once together.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"Use this before exams. Use this when you're stressed. It works because of physiology, not magic."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 check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5-question worksheet: 1. Which branch of the ANS is "fight or flight"? 2. Which is "rest and digest"? 3. Which nerve carries most of the parasympathetic signals? 4. Does a slow exhale stimulate sympathetic or parasympathetic? 5. Why does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balāsana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feel calming?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2 student shares on the worksheet answers. – Preview Day 8: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"Project work begins. You'll design your own 5-minute routine for your chosen audience."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318849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318849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Yoga "Works" — The Physiology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body has two modes: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Sympathetic | Parasympathetic | |-------------|------------------| | "Fight or flight" | "Rest and digest" | | Fast heart, fast breath | Slow heart, slow breath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vagus nerve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carries the "rest" signals.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exhalation stimulates the vagus nerve.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when you breathe slowly OR fold forward OR rest in child's pose — your body shifts toward calm. Not magic; physiology.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8814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 stress-recovery sequence: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315054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Tāḍāsana — 30 sec 2. Uttānāsana — 30 sec 3. Balāsana — 60 sec 4. Sukhāsana with counted breath (4-in, 4-out) — 60 sec 5. Tāḍāsana — 30 sec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051" y="365060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this before exams.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Practise the stress-recovery sequence at least once before tomorrow's class. Note when (morning / before bed / before a difficult task). – Bring all project planning materials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a 1-page introduction to the polyvagal theory (Stephen Porges). What does it say about how social safety affects the vagus nerve?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slow exhale = calm body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other details can come later.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most accessible "why does this work?" answer at Middle band. Connect it explicitly to PE class and biology if those teachers are interested. – Some students may ask whether yoga is "scientifically proven." Honest answer: many specific health claims for yoga are still under study; the physiological mechanism of slow-breath calming is well-established.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new RAG citations (this is a modern-physiology lesson). – Modern reference: any introductory text on autonomic nervous system; for teacher, Stephen Porges' polyvagal theory (advanced).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2026-05-28T04:20:51Z</dcterms:created>
  <dcterms:modified xsi:type="dcterms:W3CDTF">2026-05-28T04:20:51Z</dcterms:modified>
</cp:coreProperties>
</file>