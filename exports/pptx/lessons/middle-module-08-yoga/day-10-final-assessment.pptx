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10 — Final Assessment + Routine Showcase</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Yoga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60 min (extended — book a double period if possible)</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63785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demonstrate mastery via a summative quiz and a 5-minute routine they lead the class through.</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43606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Summative quiz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quizzes/summative.md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Mats for everyone (audience does the routine alongside the presenters). – Stopwatch. – Rubric per pair.</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Settle (2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Sukhāsana. 5 breaths.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Part 1: Summative Quiz (20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Distribute. Closed notebook. – 25 marks: limb identification, āsana naming, breath co-ordination match, prāṇāyāma definition + one safety question, short answer on physiology, open response.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Part 2: Routine Showcase (35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Each pair leads a 5-minute routine. – AUDIENCE PARTICIPATES — does the routine on their own mat as the pair leads. – 7 minutes per pair (5 routine + 2 rubric mark + brief Q&amp;A).</a:t>
            </a:r>
            <a:endParaRPr lang="en-US" sz="1200" dirty="0"/>
          </a:p>
        </p:txBody>
      </p:sp>
      <p:sp>
        <p:nvSpPr>
          <p:cNvPr id="5" name="Text 3"/>
          <p:cNvSpPr/>
          <p:nvPr/>
        </p:nvSpPr>
        <p:spPr>
          <a:xfrm>
            <a:off x="634901" y="1386334"/>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~5 pairs fit in 35 min.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Book next day for remaining pairs.</a:t>
            </a:r>
            <a:endParaRPr lang="en-US" sz="1200" dirty="0"/>
          </a:p>
        </p:txBody>
      </p:sp>
      <p:sp>
        <p:nvSpPr>
          <p:cNvPr id="6" name="Text 4"/>
          <p:cNvSpPr/>
          <p:nvPr/>
        </p:nvSpPr>
        <p:spPr>
          <a:xfrm>
            <a:off x="406301" y="1757065"/>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Teacher marks rubric in real-time.</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(3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Closing namaste in tāḍāsana. – Reflection slip submitted.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1881187"/>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1881187"/>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Day 10: quiz + routine showcase</a:t>
            </a:r>
            <a:endParaRPr lang="en-US" sz="1300" dirty="0"/>
          </a:p>
        </p:txBody>
      </p:sp>
      <p:sp>
        <p:nvSpPr>
          <p:cNvPr id="7" name="Text 5"/>
          <p:cNvSpPr/>
          <p:nvPr/>
        </p:nvSpPr>
        <p:spPr>
          <a:xfrm>
            <a:off x="692051" y="1343174"/>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20-min quiz first (closed notebook).</a:t>
            </a:r>
            <a:endParaRPr lang="en-US" sz="1300" dirty="0"/>
          </a:p>
        </p:txBody>
      </p:sp>
      <p:sp>
        <p:nvSpPr>
          <p:cNvPr id="8" name="Text 6"/>
          <p:cNvSpPr/>
          <p:nvPr/>
        </p:nvSpPr>
        <p:spPr>
          <a:xfrm>
            <a:off x="692051" y="1612255"/>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5-minute routine showcase. The class will join you on their mats — you LEAD them through your routine.</a:t>
            </a:r>
            <a:endParaRPr lang="en-US" sz="1300" dirty="0"/>
          </a:p>
        </p:txBody>
      </p:sp>
      <p:sp>
        <p:nvSpPr>
          <p:cNvPr id="9" name="Text 7"/>
          <p:cNvSpPr/>
          <p:nvPr/>
        </p:nvSpPr>
        <p:spPr>
          <a:xfrm>
            <a:off x="692051" y="1881336"/>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Reflection (due at end of class):</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1. What did you set out to make/learn, and what did you actually end up with? 2. What's the most surprising thing you discovered while making this? 3. If you had three more days, what would you do differently?</a:t>
            </a:r>
            <a:endParaRPr lang="en-US" sz="1300" dirty="0"/>
          </a:p>
        </p:txBody>
      </p:sp>
      <p:sp>
        <p:nvSpPr>
          <p:cNvPr id="10" name="Text 8"/>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None. Module complete.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Students who finish quiz early write a 1-paragraph "what should change for Grade 11 students?" — input for Senior band.</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Open-notebook quiz for students with documented learning needs.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Some pairs will get nervous leading the class — that's OK. Quiet leading is leading. – If the routine drifts off-time, gently signal but let them finish. – Mark quizzes within 48 hours.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All cited sources verified.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2026-05-28T04:21:05Z</dcterms:created>
  <dcterms:modified xsi:type="dcterms:W3CDTF">2026-05-28T04:21:05Z</dcterms:modified>
</cp:coreProperties>
</file>