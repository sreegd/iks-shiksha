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Final Assessment + Routine Showcase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Yoga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 min (extended — book a double period if possible)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demonstrate mastery via a summative quiz and a 5-minute routine they lead the class through.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3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Summative quiz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Mats for everyone (audience does the routine alongside the presenters).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per pair.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Sukhāsana. 5 breaths.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1: Summative Quiz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Distribute. Closed notebook.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marks: limb identification, āsana naming, breath co-ordination match, prāṇāyāma definition + one safety question, short answer on physiology, open response.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2: Routine Showcase (35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pair leads a 5-minute routine.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PARTICIPATES — does the routine on their own mat as the pair leads.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minutes per pair (5 routine + 2 rubric mark + brief Q&amp;A).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pairs fit in 35 min.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next day for remaining pairs.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marks rubric in real-time.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namaste in tāḍāsana.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slip submitted.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2264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2264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10: quiz + routine showcase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20-min quiz first (closed notebook).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5-minute routine showcase. The class will join you on their mats — you LEAD them through your routine.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(due at end of class):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you set out to make/learn, and what did you actually end up with?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 most surprising thing you discovered while making this?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6885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had three more days, what would you do differently?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None. Module complete.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Students who finish quiz early write a 1-paragraph "what should change for Grade 11 students?" — input for Senior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Open-notebook quiz for students with documented learning needs.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pairs will get nervous leading the class — that's OK. Quiet leading is leading.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routine drifts off-time, gently signal but let them finish.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quizzes within 48 hours.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cited sources verified.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2026-05-28T05:50:02Z</dcterms:created>
  <dcterms:modified xsi:type="dcterms:W3CDTF">2026-05-28T05:50:02Z</dcterms:modified>
</cp:coreProperties>
</file>