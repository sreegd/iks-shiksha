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Yoga?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Yoga and the Body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(with 12 min of physical practice)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state at least two definitions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(one from Patañjali, one from the Bhagavad-gītā), perform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tāḍāsana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safe alignment, and complete a 60-second seated-breath observation.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yoga mat per student (or clean floor) – Comfortable clothing — heads-up given the previous day – Wall poster (optional): the eight limbs (preview)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yoga; lit. "yoke, union") — at Middle band, Patañjali's definition: "settling the fluctuations of the mind."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āsana; lit. "seat, posture") — a held physical posture.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tāḍāsana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tāḍāsana; lit. "mountain posture") — foundational standing pose.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 — Settle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sit cross-legged on their mats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sukhāsana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easy seat). – Eyes closed. Count 5 natural breaths.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 begin a 10-day module on yoga. We'll move, we'll breathe, and we'll think about what yoga actually is."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What is yoga?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on the board: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the word 'yoga' mean to you right now, before this module?"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Take 4 student answers. (Common: "stretching," "exercise from India," "a religion," "what my mom does on YouTube.")    – Don't judge. Write them all.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definitions to remember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boxed on board):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Patañjali (c. 2nd c. BCE – 4th c. CE):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"yogaś citta-vṛtti-nirodhaḥ"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"Yoga is the settling of the fluctuations of the mind." (Yoga Sūtra 1.2)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431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Bhagavad-gītā (Krishna to Arjuna, c. 4th c. BCE – 2nd c. CE):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"yogaḥ karmasu kauśalam"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"Yoga is skill in action." (BG 2.50)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58579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"Neither of these is primarily about stretching."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Pause for that to land.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word itself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comes from the Sanskrit root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yuj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meaning "to yoke" — to join, to bind together. The yoga tradition uses it to mean the joining of body, breath, and attention — and ultimately the settling of the mind.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99142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do in this module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work mainly with two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limbs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yoga: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(posture)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prāṇāyāma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(breath). The other six limbs are introduced briefly on Day 2.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64403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(15 min) — Tāḍāsana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Stand at the top of your mat. Feet hip-width apart.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"Press your big toes, little toes, and heels firmly into the mat. Lift your knee caps without locking your knees. Lengthen up through the crown of your head as if a string is gently pulling you upward."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Arms relaxed at the sides. – Hold for 30 seconds. Breathe naturally. – Release. Sit. Notice: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anything feel different after that pose?"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Repeat twice more. Each hold a little longer.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Seated breath observation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Sit back in sukhāsana. – Eyes closed.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observe your breath for 60 seconds.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Don't try to change it. Just notice.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After 60 sec: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many breaths did you count? Was your mind quiet, busy, somewhere else?"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quick share, 2 students.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Three-question recap (chorus): – Who was Patañjali?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(The systematiser of yoga's eight limbs.)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What is yoga?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("Settling the fluctuations of the mind." OR "Skill in action.")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What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tāḍāsana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(Mountain posture.)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eight limbs. We'll see why posture and breath are only TWO of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883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883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Yoga?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(Sanskrit: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yuj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"to yoke") is the joining of body, breath, and attention.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foundational definitions: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Patañjali: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= settling the fluctuations of the mind.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Bhagavad-gītā: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= skill in action.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posture: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tāḍāsana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(mountain).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Stand at the top of your mat. 2. Feet hip-width apart, firm contact with the ground. 3. Lengthen up through the crown of your head. 4. Breathe naturally for 30 seconds. Release.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Practice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tāḍāsana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60 seconds tomorrow morning before brushing your teeth. Notice how your body feels. – Bring comfortable clothing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Hold tāḍāsana for 90 sec; count your breaths during the hold.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Hold for 15 sec if 30 feels long; rest in between.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most important "framing" day of the module. Students who learn the two definitions can hold the philosophical frame for the rest of the module. – Some students will resist closing their eyes during settle. Don't force it — "eyes lowered to the mat" is acceptable. – Watch for students who hyperextend knees during tāḍāsana — common in young dancers. Cue "soft knees, lift knee caps."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Patañjali's Yoga Sūtras 1.2 — referenced in cached chunk; preserved as a known traditional source (not from RAG, but standard). – Bhagavad-gītā 2.50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day-01-hook.json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chunks reference BG repeatedly.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95859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day-01-hook.json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primary chunks support the eight-limb framing.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2026-05-28T04:20:17Z</dcterms:created>
  <dcterms:modified xsi:type="dcterms:W3CDTF">2026-05-28T04:20:17Z</dcterms:modified>
</cp:coreProperties>
</file>