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The Sun's Yearly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Movement of the Sun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Observe that sunrise direction changes; introduce the ecliptic.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Sūrya; lit. "the Sun")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Sun rises in different places through the year!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Stand at a window facing east. Mark where the Sun comes up TODAY. (Just outside the window — point with arms.)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465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summer, the Sun rises a bit more to the LEFT. In winter, more to the RIGHT (in northern places).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3600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a window with the Sun in 3 spots: summer (left), middle (spring/autumn), winter (right). One drawing.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2026-05-25T16:22:06Z</dcterms:created>
  <dcterms:modified xsi:type="dcterms:W3CDTF">2026-05-25T16:22:06Z</dcterms:modified>
</cp:coreProperties>
</file>