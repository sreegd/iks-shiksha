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Uttarāyaṇa and Dakshiṇāyana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dates and direction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 and Dakshiṇāyana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2026-05-25T08:44:53Z</dcterms:created>
  <dcterms:modified xsi:type="dcterms:W3CDTF">2026-05-25T08:44:53Z</dcterms:modified>
</cp:coreProperties>
</file>