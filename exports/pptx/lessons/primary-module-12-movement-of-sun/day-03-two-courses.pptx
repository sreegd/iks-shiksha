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Uttarāyaṇa and Dakshiṇāyana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Movement of the Sun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Identify the dates and direction of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Dakṣiṇāyana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Dakṣiṇāyana; lit. "southward solar course (June 21 – Dec 21)")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Sun has two journeys each year: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Uttarāyaṇa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("Going North"): Dec to June — days get longer in the north.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Dakṣiṇāyana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("Going South"): June to Dec — days get shorter in the north.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stand with hands held high. Drift to the right (north).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"That's Uttarāyaṇa!"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Drift to the left (south).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"That's Dakṣiṇāyana!"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98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an arrow on a calendar showing today's direction.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Sunrise Direction Tracking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2026-05-25T16:22:16Z</dcterms:created>
  <dcterms:modified xsi:type="dcterms:W3CDTF">2026-05-25T16:22:16Z</dcterms:modified>
</cp:coreProperties>
</file>