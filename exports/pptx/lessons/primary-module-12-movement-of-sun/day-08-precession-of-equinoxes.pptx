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Precession of the Equinoxes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Explain why Indian and Western zodiac dates differ today.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Sūrya; lit. "the Sun")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Earth wobbles slowly, like a spinning top. – One wobble takes about 26,000 years!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spinning top toy. Let it slow down — it wobbles.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"Earth does this too, just SUPER slowly."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Earth tilted, with a curved arrow showing the wobble.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"Astronomers from long ago noticed this!"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2026-05-25T16:22:42Z</dcterms:created>
  <dcterms:modified xsi:type="dcterms:W3CDTF">2026-05-25T16:22:42Z</dcterms:modified>
</cp:coreProperties>
</file>