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Sāyana vs Nirayana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Movement of the Sun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Distinguish tropical and sidereal zodiacs; introduce ayanāṁśa.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nirayana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nirayana; lit. "sidereal zodiac (linked to fixed stars)")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Sāyana vs Nirayana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2026-05-25T08:45:14Z</dcterms:created>
  <dcterms:modified xsi:type="dcterms:W3CDTF">2026-05-25T08:45:14Z</dcterms:modified>
</cp:coreProperties>
</file>