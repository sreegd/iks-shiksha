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Sāyana vs Nirayana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Movement of the Sun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Distinguish tropical and sidereal zodiacs; introduce ayanāṁśa.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nirayana; lit. "sidereal zodiac (linked to fixed stars)")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There are TWO ways to measure the Sun's path: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(modern science): starts at the Vernal Equinox (Mar 21).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(Indian tradition): starts at a fixed star.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These two ways DRIFT apart slowly — about 1° every 70 years. Over many centuries, they're now ~24 days apart.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two suns: one labelled "tradition" and one labelled "modern." They're at slightly different spots.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2026-05-28T05:38:22Z</dcterms:created>
  <dcterms:modified xsi:type="dcterms:W3CDTF">2026-05-28T05:38:22Z</dcterms:modified>
</cp:coreProperties>
</file>