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Equinoxes — Viṣuva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spring and autumn equinoxes (day = night).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saṁkrānti; lit. "Sun's crossing from one Rāśi to the next")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Two special days each year: day and night are EXACTLY the same length!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These are called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equinoxes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viṣuva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45915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Spring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(around March 21): days getting longer.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Autumn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(around September 22): days getting shorter.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46042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stand still with arms balanced equally.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"Day equals night!"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74989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two suns on a year-circle, one in March, one in September. Label "equinox."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2026-05-28T04:11:59Z</dcterms:created>
  <dcterms:modified xsi:type="dcterms:W3CDTF">2026-05-28T04:11:59Z</dcterms:modified>
</cp:coreProperties>
</file>