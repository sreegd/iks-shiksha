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Twelve Rāśis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Movement of the Sun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Name the 12 rāśis in Sanskrit and pair with Greek zodiac names.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Notebook, pencils, drawing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rāśi; lit. "1/12th of the ecliptic; zodiacal sign")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Sun visits 12 special "houses" each year!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3770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Names (sing-chant):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"Meṣa, Vṛṣabha, Mithuna, Karka, Siṁha, Kanyā, Tulā, Vṛścika, Dhanus, Makara, Kumbha, Mīna!"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"house" has a Sanskrit name AND a Greek name: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Meṣa = Aries (ram!), Vṛṣabha = Taurus (bull!), Mithuna = Gemini (twins!)...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pick one rāśi to draw. Today's question: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YOUR birth-month rāśi?"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Citations belong in teacher notes only, not in student-facing material at this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new Sanskrit terms to one per lesson, repeated several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2026-05-28T05:38:13Z</dcterms:created>
  <dcterms:modified xsi:type="dcterms:W3CDTF">2026-05-28T05:38:13Z</dcterms:modified>
</cp:coreProperties>
</file>