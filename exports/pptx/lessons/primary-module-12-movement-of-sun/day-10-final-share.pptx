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Share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Project share +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Dakṣiṇāyana; lit. "southward solar course (June 21 – Dec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Final day! We celebrate the Sun's yearly journey.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their year-wheel. Cheer for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12 rāśi names together one more time.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with stickers — everyone gets a "Sun Watcher" sticker.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"Never look at the Sun! Use eyes-down only."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2026-05-25T16:22:53Z</dcterms:created>
  <dcterms:modified xsi:type="dcterms:W3CDTF">2026-05-25T16:22:53Z</dcterms:modified>
</cp:coreProperties>
</file>