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share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day! We celebrate the Sun's yearly journey.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year-wheel.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12 rāśi names together one more 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"Sun Watcher" sticker.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"Never look at the Sun! Use eyes-down only."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2026-05-28T05:38:37Z</dcterms:created>
  <dcterms:modified xsi:type="dcterms:W3CDTF">2026-05-28T05:38:37Z</dcterms:modified>
</cp:coreProperties>
</file>