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Axial Tilt and the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Demonstrate with torch+globe why we have summer and winter.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do we have seasons?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Demo: hold a ball (Earth) tilted to one side. Shine a torch (Sun) at it. Move the ball around the torch.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Sometimes the TOP of the ball gets more light → summer.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Sometimes the BOTTOM gets more → other hemisphere's summer.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"Earth is TILTED. That's why we have seasons!"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Children draw a tilted Earth with the Sun.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2026-05-28T05:37:58Z</dcterms:created>
  <dcterms:modified xsi:type="dcterms:W3CDTF">2026-05-28T05:37:58Z</dcterms:modified>
</cp:coreProperties>
</file>