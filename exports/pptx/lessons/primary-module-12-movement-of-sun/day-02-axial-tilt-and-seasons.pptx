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— Axial Tilt and the Seasons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Movement of the Sun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Demonstrate with torch+globe why we have summer and winter.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Uttarāyaṇa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Uttarāyaṇa; lit. "northward solar course (Dec 21 – June 21)")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Introduce the concept gently using a story, a drawing, or a sensory example. The concept for today: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Axial Tilt and the Seasons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Keep sentences short.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Sunrise Direction Tracking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2026-05-25T08:44:48Z</dcterms:created>
  <dcterms:modified xsi:type="dcterms:W3CDTF">2026-05-25T08:44:48Z</dcterms:modified>
</cp:coreProperties>
</file>