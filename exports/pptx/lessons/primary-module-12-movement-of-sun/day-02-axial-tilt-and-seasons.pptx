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Axial Tilt and the Seasons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Movement of the Sun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Demonstrate with torch+globe why we have summer and winter.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Uttarāyaṇa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Uttarāyaṇa; lit. "northward solar course (Dec 21 – June 21)")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Why do we have seasons?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Demo: hold a ball (Earth) tilted to one side. Shine a torch (Sun) at it. Move the ball around the torch. – Sometimes the TOP of the ball gets more light → summer. – Sometimes the BOTTOM gets more → other hemisphere's summer.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25980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"Earth is TILTED. That's why we have seasons!"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Children draw a tilted Earth with the Sun.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Sunrise Direction Tracking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2026-05-28T04:11:51Z</dcterms:created>
  <dcterms:modified xsi:type="dcterms:W3CDTF">2026-05-28T04:11:51Z</dcterms:modified>
</cp:coreProperties>
</file>