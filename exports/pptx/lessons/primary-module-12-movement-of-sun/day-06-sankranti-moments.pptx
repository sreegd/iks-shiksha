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Saṁkrānti Moments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Makara, Karka, and other saṁkrāntis on the calendar.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sāyana; lit. "tropical zodiac (linked to seasons)")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When the Sun moves from one rāśi-house to the next, we call 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Saṅkrānti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The most famous: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Makara Saṅkrānti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when the Sun enters Makara (Capricorn). Around January 14 in many years!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wheel with 12 houses. Children put a Sun-sticker on each rāśi, then circle the date when the Sun enters Makara.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Tamil Nadu, this is Pongal. In Punjab, Lohri. In many places, it's a happy festival!"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2026-05-25T16:22:32Z</dcterms:created>
  <dcterms:modified xsi:type="dcterms:W3CDTF">2026-05-25T16:22:32Z</dcterms:modified>
</cp:coreProperties>
</file>