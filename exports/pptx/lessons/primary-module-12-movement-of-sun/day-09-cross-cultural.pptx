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Cross-Cultural Solar Calendars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Movement of the Sun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Compare with Egyptian, Roman, Gregorian.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Notebook, pencils, drawing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Uttarāyaṇa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Uttarāyaṇa; lit. "northward solar course (Dec 21 – June 21)")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Many people use the Sun to make calendars!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Egypt: 365 days, like ours.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India: months named after the rāśis.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Roman/modern: January, February, ...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write today's date in 3 ways: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Modern (Jan 25, 2026)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Tamil (rāśi-based)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Just by season (winter/late winter)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3135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Discuss which they like.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Sunrise Direction Tracking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Citations belong in teacher notes only, not in student-facing material at this band.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 new Sanskrit terms to one per lesson, repeated several times.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2026-05-28T05:38:32Z</dcterms:created>
  <dcterms:modified xsi:type="dcterms:W3CDTF">2026-05-28T05:38:32Z</dcterms:modified>
</cp:coreProperties>
</file>