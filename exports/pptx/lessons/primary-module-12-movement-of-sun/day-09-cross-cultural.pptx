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Cross-Cultural Solar Calendars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Movement of the Sun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Compare with Egyptian, Roman, Gregorian.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Uttarāyaṇa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Uttarāyaṇa; lit. "northward solar course (Dec 21 – June 21)")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Many people use the Sun to make calendars! – Egypt: 365 days, like ours. – India: months named after the rāśis. – Roman/modern: January, February, ...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write today's date in 3 ways: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059186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Modern (Jan 25, 2026)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Tamil (rāśi-based)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Just by season (winter/late winter)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91747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Discuss which they like.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2026-05-28T04:12:20Z</dcterms:created>
  <dcterms:modified xsi:type="dcterms:W3CDTF">2026-05-28T04:12:20Z</dcterms:modified>
</cp:coreProperties>
</file>