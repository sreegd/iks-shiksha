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demonstrate (a) mastery of the module's concepts in a written summative quiz, and (b) their integrated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5-day doṣa-aware week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in a 3-minute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summative quiz (one per student)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visible 3-minute timer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on the teacher's clipboard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slips for the closing (one per student)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1 — 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quiz. 20 minutes, closed 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may use IAST spelling if they prefer. Spelling tolerated if recognisable.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quiz + answer key.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609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Teacher: while students write, set up the presentation timer and rubric clipboard.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2 — Showcase + presentations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/ pair presents for 3 minutes.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minute for Q&amp;A.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minute for teacher to mark + write a 1-sentence feedback note.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per presentation: 5 minutes. Plan for ~4 presentations per remaining class time; the rest spill into a second class if needed.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2 — Showcase + presentations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is random — draw names from a cup.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timer the moment the student begins.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student goes over, the teacher gently raises a hand at the 3-minute mark. Wrap-up is permitted; new content is not.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3 — Reflection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writes a 4-sentence reflection on the slip: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4192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14192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 thing I now notice that I didn't notice before this module: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3264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 concept I'm still uncertain about: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90172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honest assessment of my own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5-day doṣa-aware week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70807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way I'll use what I learned beyond this class: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3 — Reflection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with the project artefact.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883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883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Day 10 covers: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(20 min, 25 marks). Closed book. Mix of MCQ, short answer, diagram, open response.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3-min presentation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5-day doṣa-aware week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Plus 1 min Q&amp;A.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slip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 sentences, in class).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grade: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40 marks (25 quiz + 30 project — see rubric — scaled with presentation).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chants the three doṣa names + qualities one last 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closes with one sentence: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framework is yours now. Use it lightly. See a doctor when you need to."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During Q&amp;A, students who finish early can field harder questions ("how would you balance kapha in monsoon vs vāta in winter — argue both?")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open-book on the summative quiz's open-response section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quiz over the next 2 school days. Project rubric marked in real-time during presentation.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marked rubrics within 2 school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not present well under pressure — don't penalise hesitation. The rubric weights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polish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student is absent on Day 10 — schedule a make-up presentation within the week; quiz can be taken alone at lunchtime.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 — assessment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2026-05-28T05:45:17Z</dcterms:created>
  <dcterms:modified xsi:type="dcterms:W3CDTF">2026-05-28T05:45:17Z</dcterms:modified>
</cp:coreProperties>
</file>