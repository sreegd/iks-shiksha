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 +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demonstrate (a) mastery of the module's concepts in a written summative quiz, and (b) their integrated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5-day doṣa-aware week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 in a 3-minute presentation.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summative quiz (one per student)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 visible 3-minute timer – The rubric on the teacher's clipboard – Reflection slips for the closing (one per student)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1 — Summative 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quiz. 20 minutes, closed book. – Students may use IAST spelling if they prefer. Spelling tolerated if recognisable. –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quizzes/summative.md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quiz + answer key.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8320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while students write, set up the presentation timer and rubric clipboard.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2 — Showcase + presentations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Each student / pair presents for 3 minutes. – 1 minute for Q&amp;A. – 1 minute for teacher to mark + write a 1-sentence feedback note. – Total per presentation: 5 minutes. Plan for ~4 presentations per remaining class time; the rest spill into a second class if needed.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869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Order is random — draw names from a cup. – Start the timer the moment the student begins. – If a student goes over, the teacher gently raises a hand at the 3-minute mark. Wrap-up is permitted; new content is not.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3 — Reflection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student writes a 4-sentence reflection on the slip: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107394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876" y="1173063"/>
            <a:ext cx="0" cy="107394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051" y="1363563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The one thing I now notice that I didn't notice before this module: 2. The one concept I'm still uncertain about: 3. My honest assessment of my own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5-day doṣa-aware week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4. One way I'll use what I learned beyond this class: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233585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with the project artefact.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Day 10 covers: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quiz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(20 min, 25 marks). Closed book. Mix of MCQ, short answer, diagram, open response. 2.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3-min presentation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your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5-day doṣa-aware week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Plus 1 min Q&amp;A. 3.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slip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 sentences, in class).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grade: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40 marks (25 quiz + 30 project — see rubric — scaled with presentation).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Class chants the three doṣa names + qualities one last time. – Teacher closes with one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framework is yours now. Use it lightly. See a doctor when you need to."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Q&amp;A, students who finish early can field harder questions ("how would you balance kapha in monsoon vs vāta in winter — argue both?")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 open-book on the summative quiz's open-response section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Mark the quiz over the next 2 school days. Project rubric marked in real-time during presentation. – Return marked rubrics within 2 school days. – Some students will not present well under pressure — don't penalise hesitation. The rubric weights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If a student is absent on Day 10 — schedule a make-up presentation within the week; quiz can be taken alone at lunchtime.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N/A — assessment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2026-05-25T16:26:34Z</dcterms:created>
  <dcterms:modified xsi:type="dcterms:W3CDTF">2026-05-25T16:26:34Z</dcterms:modified>
</cp:coreProperties>
</file>