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27788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2 — Three Doṣas in Detail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Doṣas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Middle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 the end of this lesson, students name three qualities of each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doṣa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one main bodily site, and one observable everyday sign of each, and explain why those qualities follow logically from the element pairing.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69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class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tridoṣa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poster (large, on the wall)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Whiteboard for the qualities table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Exit-ticket slips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Vocabulary introduced today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guṇa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(IAST: guṇa; lit. "quality, attribute") — a property of a substance or process. We met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guṇa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lightly in Module 2; in Ayurveda, each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doṣa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is identified by a set of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guṇa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Recall: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"What are the three doṣas, and what does each one do?"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Whole-class chorus.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"Today: what does each one actually feel like?"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(25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elements to qualities — derive on the board.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Don't just give the answer; ask students to predict.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(25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"If vāta is space + air — what is wind like? What is space like?"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Take answers. Steer toward: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15007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dry (air dries skin and laundry)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cold (a breeze cools you)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mobile (air moves)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light (air rises)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rough (a dry wind is harsh on skin)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subtle (you don't see air; you feel it)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(25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"If pitta is fire + a little water — what is fire like?"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12570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hot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sharp / penetrating (fire cuts through)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light (flame rises)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oily / slightly liquid (the water in pitta gives it fluidity)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sour-smelling (sweat, indigestion)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(25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"If kapha is water + earth — what is wet earth like?"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15007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heavy (wet earth is heavy)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slow (mud moves slowly)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cold (cool to touch)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oily / smooth (wet clay is smooth)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stable (wet earth packs together)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dense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(25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the canonical table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(students copy into notebooks):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54323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row: Doṣa · Elements · Three key qualities · Main site in body · One everyday sign.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(25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69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vāta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ākāśa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+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vāyu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· dry, cold, mobile · colon, lower body · dry skin, fast speech, fidget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pitta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tejas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+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· hot, sharp, oily · small intestine, eyes · strong appetite, sharp focus, sweating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kapha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+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pṛthvī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· heavy, slow, cool · stomach, chest · steady stamina, heavy sleeper, slow morning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(25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8989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balance means.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 balanced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doṣa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state is what the body needs to do its job.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Vāta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balance is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graceful movement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Out of balance, it is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jittery, jumpy, anxious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Pitta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balance is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clear thinking and strong digestion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Out of balance, it is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burning gut, sharp irritability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Kapha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balance is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steady stamina and strong immunity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Out of balance, it is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sluggish, congested, heavy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884015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source paraphrase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(write on the board for students to copy):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(25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83593"/>
            <a:ext cx="8331398" cy="842963"/>
          </a:xfrm>
          <a:prstGeom prst="rect">
            <a:avLst/>
          </a:prstGeom>
          <a:solidFill>
            <a:srgbClr val="F4F8F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Shape 3"/>
          <p:cNvSpPr/>
          <p:nvPr/>
        </p:nvSpPr>
        <p:spPr>
          <a:xfrm>
            <a:off x="434876" y="883593"/>
            <a:ext cx="0" cy="842963"/>
          </a:xfrm>
          <a:prstGeom prst="line">
            <a:avLst/>
          </a:prstGeom>
          <a:noFill/>
          <a:ln w="57150">
            <a:solidFill>
              <a:srgbClr val="FE444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92051" y="1074093"/>
            <a:ext cx="7973389" cy="4619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"Vāyu, pitta, and kapha — these are declared the summary of the body's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doṣa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s." — Caraka Saṁhitā,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Sūtrasthāna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1.59 (paraphrase)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06301" y="1815405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Sanskrit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pratīka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(cue-phrase) is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vāyuḥ pittaṁ kaphaścoktaḥ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"vāyu, pitta, and kapha — declared..." Read it aloud once. Students don't need to memorise the Sanskrit; the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paraphrase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is enough.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(25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Modern parallel — one line each, no deep dive.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266974"/>
            <a:ext cx="8102798" cy="7313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doṣa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 do not correspond to modern molecules or organs cleanly. They are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functional categories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closest modern parallel is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chronobiology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the study of how the body's activities cycle through the day. We'll meet this on Day 5.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(10 min) — Three signs hunt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17445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Working in pairs. On a half-sheet, head three columns: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vāta, pitta, kapha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each column, write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observable sign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of that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doṣa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from someone you know (not yourself). One line each.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Examples to seed the activity: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"My uncle eats fast and gets very hungry — pitta sign."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"My grandmother walks slowly and sleeps deeply — kapha sign."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"My friend talks fast and can't sit still — vāta sign."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Important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they are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signs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or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tendencies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not diagnoses. We're noticing patterns, not labelling people.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69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Exit ticket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(1 question, 2 min):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"In one sentence — what is one quality of each doṣa? Use the words on the board."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Collect.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Preview Day 3: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"Tomorrow — your own tendencies. Carefully."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Student-facing content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83593"/>
            <a:ext cx="8331398" cy="2343150"/>
          </a:xfrm>
          <a:prstGeom prst="rect">
            <a:avLst/>
          </a:prstGeom>
          <a:solidFill>
            <a:srgbClr val="F4F8F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Shape 3"/>
          <p:cNvSpPr/>
          <p:nvPr/>
        </p:nvSpPr>
        <p:spPr>
          <a:xfrm>
            <a:off x="434876" y="883593"/>
            <a:ext cx="0" cy="2343150"/>
          </a:xfrm>
          <a:prstGeom prst="line">
            <a:avLst/>
          </a:prstGeom>
          <a:noFill/>
          <a:ln w="57150">
            <a:solidFill>
              <a:srgbClr val="FE444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92051" y="1074093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*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three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doṣa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 in summary: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*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92051" y="1343174"/>
            <a:ext cx="7973389" cy="11549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| Doṣa | Lit. | Elements | Qualities | What you might notice | |------|------|----------|------------|------------------------| |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vāta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| "wind" | space + air | dry, cold, mobile, light, rough | fast speech, fidget, dry skin, light sleeper | |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pitta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| "heater" | fire + water | hot, sharp, oily, light | strong appetite, focused, sweats, gets irritable when hungry | |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kapha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| "binder" | water + earth | heavy, slow, cool, oily, stable | calm, steady, deep sleeper, slow to anger, holds weight easily |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92051" y="2536180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When in balance, each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doṣa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sustains the body. When out of balance, each causes its own kind of trouble.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92051" y="2805261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paraphrased from Caraka Saṁhitā, Sūtrasthāna 1.59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Tonight, observe ONE person in your home for 10 minutes (gently — don't stare). Write one sentence about which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doṣa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their daily pattern reminds you of, and why. (Do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tell them.)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313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tier up: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Look up "biological clock" in any biology resource. Write one sentence connecting it to the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doṣa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idea. (We'll formalise this on Day 5.)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tier down: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Memorise the three names and one quality each: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vāta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dry,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pitta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hot,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kapha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heavy.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9751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Don't let students start labelling each other publicly. The home observation is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private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writing.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Some students will see themselves as "obviously vāta" because they're fidgety today. Note: today's state ≠ baseline. Save this distinction for Day 3.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geminate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pitta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is tricky. Drill it: PIT-tuh, not PIH-tuh.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Citation(s) used in this lesson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3009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Caraka Saṁhitā,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Sūtrasthāna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1.59 (paraphrase). See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sources.md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Middle</dc:title>
  <dc:subject>PptxGenJS Presentation</dc:subject>
  <dc:creator>IKS Curriculum</dc:creator>
  <cp:lastModifiedBy>IKS Curriculum</cp:lastModifiedBy>
  <cp:revision>1</cp:revision>
  <dcterms:created xsi:type="dcterms:W3CDTF">2026-05-28T05:44:21Z</dcterms:created>
  <dcterms:modified xsi:type="dcterms:W3CDTF">2026-05-28T05:44:21Z</dcterms:modified>
</cp:coreProperties>
</file>