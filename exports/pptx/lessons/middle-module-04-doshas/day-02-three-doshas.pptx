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Three Doṣas in Detail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qualities of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main bodily site, and one observable everyday sign of each, and explain why those qualities follow logically from the element pairing.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 (large, on the wall) – Whiteboard for the qualities table – Exit-ticket slips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guṇa; lit. "quality, attribute") — a property of a substance or process. We met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lightly in Module 2; in Ayurveda,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identified by a set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are the three doṣas, and what does each one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what does each one actually feel like?"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elements to qualities — derive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just give the answer; ask students to predict.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vāta is space + air — what is wind like? What is space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Steer toward: - dry (air dries skin and laundry) - cold (a breeze cools you) - mobile (air moves) - light (air rises) - rough (a dry wind is harsh on skin) - subtle (you don't see air; you feel it)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pitta is fire + a little water — what is fire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hot - sharp / penetrating (fire cuts through) - light (flame rises) - oily / slightly liquid (the water in pitta gives it fluidity) - sour-smelling (sweat, indigestion)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7307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kapha is water + earth — what is wet earth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heavy (wet earth is heavy) - slow (mud moves slowly) - cold (cool to touch) - oily / smooth (wet clay is smooth) - stable (wet earth packs together) - dense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8846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canonical table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(students copy into notebooks):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4536579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balance means.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balanced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 is what the body needs to do its job.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movement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jittery, jumpy, anxious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thinking and strong digestion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burning gut, sharp irritability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 stamina and strong immunity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sluggish, congested, heavy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553700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paraphrase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9077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"Vāyu, pitta, and kapha — these are declared the summary of the body's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s." &gt; —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1.59 (paraphrase)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641047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pratīka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(cue-phrase)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vāyuḥ pittaṁ kaphaścoktaḥ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"vāyu, pitta, and kapha — declared..." Read it aloud once. Students don't need to memorise the Sanskrit;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enough.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692586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 — one line each, no deep dive.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72965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do not correspond to modern molecules or organs cleanly. They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categories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closest modern parallel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chronobiology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study of how the body's activities cycle through the day. We'll meet this on Day 5.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78755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Three signs hunt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Working in pairs. On a half-sheet, head three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each column,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sign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someone you know (not yourself). One line each. – Examples to seed the activity: - "My uncle eats fast and gets very hungry — pitta sign." - "My grandmother walks slowly and sleeps deeply — kapha sign." - "My friend talks fast and can't sit still — vāta sign."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1287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diagnoses. We're noticing patterns, not labelling people.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 question, 2 min):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 is one quality of each doṣa? Use the words on the board."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your own tendencies. Carefully."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in summary: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Lit. | Elements | Qualities | What you might notice | |------|------|----------|------------|------------------------|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space + air | dry, cold, mobile, light, rough | fast speech, fidget, dry skin, light sleeper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fire + water | hot, sharp, oily, light | strong appetite, focused, sweats, gets irritable when hungry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water + earth | heavy, slow, cool, oily, stable | calm, steady, deep sleeper, slow to anger, holds weight easily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in balance, 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sustains the body. When out of balance, each causes its own kind of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Caraka Saṁhitā, Sūtrasthāna 1.59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Tonight, observe ONE person in your home for 10 minutes (gently — don't stare). Write one sentence about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their daily pattern reminds you of, and why. (Do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tell them.)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"biological clock" in any biology resource. Write one sentence connecting it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idea. (We'll formalise this on Day 5.)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three names and one quality each: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dry,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hot,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heavy.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let students start labelling each other publicly. The home observation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writing. – Some students will see themselves as "obviously vāta" because they're fidgety today. Note: today's state ≠ baseline. Save this distinction for Day 3. – The geminate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tricky. Drill it: PIT-tuh, not PIH-tuh.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1.59 (paraphrase).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2026-05-25T08:48:19Z</dcterms:created>
  <dcterms:modified xsi:type="dcterms:W3CDTF">2026-05-25T08:48:19Z</dcterms:modified>
</cp:coreProperties>
</file>