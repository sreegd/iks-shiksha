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Where the Doṣas Come From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Doṣas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recall the five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pañcabhūta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pair them into three combinations, and articulate why the body might be organised around motion, transformation, and structure.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 with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pañcabhūta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diagram from Module 2 (or a printed copy) – A small fan, a candle (unlit, for show), a stone, a glass of water, an empty box – One blank page per student to start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notebook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doṣa; lit. "that which can become faulty / humour") — a biological functional principle in Ayurveda. In its natural state, it sustains the body; out of balance, it causes harm.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tri-doṣa; lit. "three doṣas") — the three together: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vāta, pitta, 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On the board: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"Name the five elements in IAST."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Whole-class chorus.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did pṛthvī mean again? Ap? Tejas? Vāyu? Ākāśa?"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"Today we ask: what happens when you combine two of them at a time? Why might the body be built that way?"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Build your tridoṣa page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Open notebook to a fresh page. At the top, write: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tridoṣa — three 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Draw three columns, one per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At the top of each column write the Sanskrit name + IAST + literal meaning. – Below each name, draw the two elements that combine. Use the Module 2 element-symbol you made earlier. – Leave the rest of the column blank — you'll fill it tomorrow. – Partner check: swap notebooks with the person next to you. Read theirs out loud. Catch one mistake if you can.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One-question exit: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"Which of the three feels most like YOU right now? Don't think hard — just one word."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Sticky note. – Preview: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we fill in the rest of the columns — what each doṣa actually does in your body."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88118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881187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categories of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doing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Doṣa | Sanskrit | Elements | What it does | |------|----------|----------|---------------|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"wind"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ākāśa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vāyu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moves things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pitta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"heater"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tejas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transforms things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kapha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"binder"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pṛthvī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holds things |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they are in balance, they sustain the body. When they are out of balance, they cause trouble.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34329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Caraka Saṁhitā,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Sūtrasthāna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1.57 (paraphrase)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Look around your home tonight. Find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example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each of the three: something that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something that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something that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holds together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Write the three examples in your notebook.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Why does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(water) appear in TWO of the three doṣas? What does that suggest about water's special role in the framework?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Just remember the three names and what each does. The element pairing can come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trickiest pairing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kapha = ap + pṛthvī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Students will want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pṛthvī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alone — but the classical formulation is that earth needs water to hold its cohesive structure (think: dry sand vs wet sand). – Some students will ask why fire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tejas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doesn't appear alone. Good question. The classical answer: fire by itself doesn't transform — it needs something fluid to transform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Hence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tejas + ap = pitta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Don't go deep on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prakṛti/vikṛti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today. That's Day 3.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Caraka Saṁhitā,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Sūtrasthāna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1.57 (paraphrase;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full reference).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2026-05-25T16:25:38Z</dcterms:created>
  <dcterms:modified xsi:type="dcterms:W3CDTF">2026-05-25T16:25:38Z</dcterms:modified>
</cp:coreProperties>
</file>