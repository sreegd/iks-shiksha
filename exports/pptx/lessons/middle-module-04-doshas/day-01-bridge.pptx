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Where the Doṣas Come From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recall the five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pair them into three combinations, and articulate why the body might be organised around motion, transformation, and structure.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 with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diagram from Module 2 (or a printed copy)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fan, a candle (unlit, for show), a stone, a glass of water, an empty box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blank page per student to start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doṣa; lit. "that which can become faulty / humour") — a biological functional principle in Ayurveda. In its natural state, it sustains the body; out of balance, it causes harm.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tri-doṣa; lit. "three doṣas") — the three together: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vāta, pitta, 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board: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"Name the five elements in IAST."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Whole-class chorus.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did pṛthvī mean again? Ap? Tejas? Vāyu? Ākāśa?"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we ask: what happens when you combine two of them at a time? Why might the body be built that way?"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the five elements with the props.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Hold each up briefly: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stone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(solid)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glass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(liquid)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candle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(heat/light)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fan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(air, moving)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box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(space inside)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shift from Module 2.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Module 2 asked "what categories does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come in?" Today we ask: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categories do bodily functions come in?"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body is not made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matter — it does things. It moves. It transforms food. It holds itself together.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categories of doing — build on the board: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490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What the body does · Need this kind of element · Pair.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Moves things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breath, blood, food through gut, signals to muscles — Something that moves freely, in a space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Transforms things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digestion (food → energy), seeing (light → image), body heat — Something that converts, with a medium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things together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bones, muscle, skin, fluids that lubricate — Something solid and cohesive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216589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the three pairs: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Pair · Sanskrit name · Lit. meaning.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"wind, that-which-moves"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"that which heats / digests"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"phlegm, that-which-holds"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Sanskrit name for the trio.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it: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"Three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s." In classical Indian medicine, these three functional principles are how the body is organised.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Source-of-record paraphrase.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Caraka Saṁhitā — one of the founding Ayurveda texts, c. 1st millennium BCE/CE — says: when vāta, pitta, and kapha are in their natural state, they sustain the body; when they are out of balance, they cause disease."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(Caraka Saṁhitā,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1.57 — paraphrase.)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module is not.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aloud the safety statement from the README: this is a vocabulary for noticing, not a diagnosis system.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Build your tridoṣa page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notebook to a fresh page. At the top, write: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tridoṣa — three 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three columns, one per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At the top of each column write the Sanskrit name + IAST + literal meaning.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each name, draw the two elements that combine. Use the Module 2 element-symbol you made earlier.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the rest of the column blank — you'll fill it tomorrow.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check: swap notebooks with the person next to you. Read theirs out loud. Catch one mistake if you can.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One-question exit: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of the three feels most like YOU right now? Don't think hard — just one word."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Sticky note.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fill in the rest of the columns — what each doṣa actually does in your body."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categories of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doing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Doṣa | Sanskrit | Elements | What it does | |------|----------|----------|---------------|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"wind"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moves things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"heater"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transforms things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"binder"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holds things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they are in balance, they sustain the body. When they are out of balance, they cause trouble.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Caraka Saṁhitā,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1.57 (paraphrase)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around your home tonight. Find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each of the three: something that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something that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something that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together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Write the three examples in your notebook.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Why does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(water) appear in TWO of the three doṣas? What does that suggest about water's special role in the framework?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the three names and what each does. The element pairing can come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trickiest pairing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 = ap + 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Students will want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alone — but the classical formulation is that earth needs water to hold its cohesive structure (think: dry sand vs wet sand).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ask why fire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doesn't appear alone. Good question. The classical answer: fire by itself doesn't transform — it needs something fluid to transform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Hence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 + ap = 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go deep 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prakṛti/vikṛti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today. That's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Saṁhitā,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1.57 (paraphrase;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full reference).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2026-05-28T05:44:12Z</dcterms:created>
  <dcterms:modified xsi:type="dcterms:W3CDTF">2026-05-28T05:44:12Z</dcterms:modified>
</cp:coreProperties>
</file>