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Self-Observation: Your Tendencies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explain the distinction between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(constitutional baseline)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(current state), complete a non-diagnostic self-observation worksheet, and articulate why the framework should be held lightly.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self-observation worksheet (one per student) – The Caraka safety paraphrase on a slide or the board – Sticky notes for the exit reflection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pra-kṛti; lit. "nature, primary disposition") — in Ayurveda, the constitutional baseline you are born with: a particular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 : pitta :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vi-kṛti; lit. "deviation, modification") —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state. Can drift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due to season, food, stress, sleep.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your body notice yesterday?"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learned the three doṣas in detail. Today we ask: which one tends to be loudest in you? Carefully."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— write the analogy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Think of yourself like a song.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underlying note your life is set in.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notes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you're actually playing right now. The same song can be played calmly or frantically. The key doesn't change. The notes do.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this distinction does: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It prevents the "I AM vāta" trap. You're not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You have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It explains why "you have a cold today" doesn't change your constitution — it changes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5583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people are dual-dominant.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Pure single-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rare. Most people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vāta-pitta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pitta-kapha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vāta-kapha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few are roughly balanced across all three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sama-prakṛti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rarest).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4490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paraphrase.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"Classical Ayurveda holds that prakṛti is set at conception by the relative balance of the doṣas at that time, with influences from the mother's diet and lifestyle during pregnancy."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(Paraphrased from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Vimānasthāna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— discussed in fuller detail at Senior band.)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403964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statement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(read aloud, every student copies into notebook):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103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worksheet is for noticing, not diagnosis. I am not "a Vāta" or "a Pitta." I have tendencies. If I have a medical concern, I will see a doctor — not my notebook.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9893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sort 30 qualities into three buckets in a hands-on game."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Keep the worksheet in your notebook. Tonight, redo it in your head AS IF it were yesterday morning. Did your top column shift? Note in one 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worksheet from your most calm week of the year vs your most stressed week. Compare. What does that tell you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complete the worksheet.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prakṛti/vikṛti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can be revisited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most ethically sensitive day in the module. Watch for:   – Students writing "I am Vāta" or "I am stupid because Kapha is slow" — interrupt these gently.   – Students who score heavily on one column and seem distressed — pull aside privately.   – Students who refuse to complete the worksheet — accept, no questions asked.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996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collect or grade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worksheets. They stay in the student's notebook, private.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formative quiz is on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concepts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on the worksheet's content.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Vimānasthāna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(paraphrase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determination). The full classical determination criteria are discussed at Senior band; here we paraphrase one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2026-05-25T08:48:25Z</dcterms:created>
  <dcterms:modified xsi:type="dcterms:W3CDTF">2026-05-25T08:48:25Z</dcterms:modified>
</cp:coreProperties>
</file>