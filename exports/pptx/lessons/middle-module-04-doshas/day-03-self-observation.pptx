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Self-Observation: Your Tendencies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explain the distinction between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(constitutional baseline)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(current state), complete a non-diagnostic self-observation worksheet, and articulate why the framework should be held lightly.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Printed self-observation worksheet (one per student)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Caraka safety paraphrase on a slide or the 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Sticky notes for the exit reflection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pra-kṛti; lit. "nature, primary disposition") — in Ayurveda, the constitutional baseline you are born with: a particular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proportion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 : pitta : 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vi-kṛti; lit. "deviation, modification") —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state. Can drift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due to season, food, stress, sleep.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prompt: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did your body notice yesterday?"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"Yesterday we learned the three doṣas in detail. Today we ask: which one tends to be loudest in you? Carefully."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distinction — write the analogy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1073944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1073944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 of yourself like a song.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Prakṛti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underlying note your life is set in.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Vikṛti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notes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what you're actually playing right now. The same song can be played calmly or frantically. The key doesn't change. The notes do.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things this distinction does: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prevents the "I AM vāta" trap. You're not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You have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explains why "you have a cold today" doesn't change your constitution — it changes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people are dual-dominant.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Pure single-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rare. Most people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vāta-pitta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pitta-kapha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vāta-kapha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few are roughly balanced across all three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sama-prakṛti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rarest).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paraphrase.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"Classical Ayurveda holds that prakṛti is set at conception by the relative balance of the doṣas at that time, with influences from the mother's diet and lifestyle during pregnancy."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(Paraphrased from Caraka Saṁhitā,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Vimānasthāna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— discussed in fuller detail at Senior band.)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statement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(read aloud, every student copies into notebook):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84296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842962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worksheet is for noticing, not diagnosis. I am not "a Vāta" or "a Pitta." I have tendencies. If I have a medical concern, I will see a doctor — not my notebook.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Self-observation worksheet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the worksheet (template below). Students fill it in privately. They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asked to share the results.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98513"/>
            <a:ext cx="849802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Worksheet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Self-observation worksheet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completion (10 min), discussion (10 min):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of hands — who came out roughly balanced across two of the three?"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Most.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"Who came out heavily one-sided?"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Some.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the important question — does today's tendency match your usual? Or are you currently in a vikṛti state — recently slept poorly, eaten different food, exam stress?"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Formative quiz on a slip of paper (5 questions, 3 min)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A.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4: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sort 30 qualities into three buckets in a hands-on game."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192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192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important words: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prakṛti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your baseline — the proportion of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 : pitta : 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you are born with.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vikṛti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your current state — which can drift due to season, food, stress, sleep.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scored high on a column on the worksheet today, that's your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current tendency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It may or may not be your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prakṛti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People shift around. That's normal.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are not a doṣa. You have a tendency.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framework is a lens, not a label.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worksheet in your notebook. Tonight, redo it in your head AS IF it were yesterday morning. Did your top column shift? Note in one line.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the worksheet from your most calm week of the year vs your most stressed week. Compare. What does that tell you about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complete the worksheet.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prakṛti/vikṛti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distinction can be revisited on Day 5.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most ethically sensitive day in the module. Watch for: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writing "I am Vāta" or "I am stupid because Kapha is slow" — interrupt these gently.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who score heavily on one column and seem distressed — pull aside privately.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who refuse to complete the worksheet — accept, no questions asked.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collect or grade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worksheets. They stay in the student's notebook, private.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formative quiz is on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concepts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not on the worksheet's content.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Caraka Saṁhitā,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Vimānasthāna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 (paraphrase on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determination). The full classical determination criteria are discussed at Senior band; here we paraphrase one principle.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2026-05-28T05:44:28Z</dcterms:created>
  <dcterms:modified xsi:type="dcterms:W3CDTF">2026-05-28T05:44:28Z</dcterms:modified>
</cp:coreProperties>
</file>