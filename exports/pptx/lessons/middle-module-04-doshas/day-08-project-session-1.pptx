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have a one-page plan for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5-day doṣa-aware week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project, with a chosen target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tendency, three concrete daily changes, and the citation they will use.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051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brief printed (one per student)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assessments/project-brief.md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printed (one per student)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Lined paper for the plan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Coloured pens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aloud the project brief, top half. Take 2 student questions.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the end of today, every one of you walks out with a written plan paragraph + a list of three changes."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structure of the project — recap: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3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tendency you've noticed in yourself (from Day 3 worksheet — privately).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5 days of small, realistic changes that would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balance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Show: (a) what each change is, (b)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concept it relates to, (c) one citation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in 3 minutes on Day 10.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Realistic, not heroic.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"Don't write '5 am wake' if you currently wake at 7 am. The point is honest small adjustment — not transformation."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rubric.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through quickly. Highlight the "Use of sources" criterion — they must cite Caraka or Aṣṭāṅga Hṛdaya by reference. Paraphrase OK.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Plan writing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work individually (or in pairs if their target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the same).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 template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(write on the board for students to copy onto their plan page):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Plan writing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706234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0113" y="883593"/>
            <a:ext cx="0" cy="7062341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1627" y="101054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My target tendency (e.g. "I notice some Vāta excess in winter — dry skin, light sleep"):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1627" y="11851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__________________________________________________________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3426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Three qualities I'll lean toward to balance: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088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(e.g. for vāta: warm, oily, grounding)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834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__________________________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579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__________________________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2325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– __________________________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5817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Five days of small changes — ONE per day: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93087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1: _________________________________________________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1054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2: _________________________________________________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28002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3: _________________________________________________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45459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4: _________________________________________________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62917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5: _________________________________________________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9783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For each change, the underlying doṣa concept: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41529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concept: __________________________________________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327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2 concept: __________________________________________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50205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3 concept: __________________________________________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46766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4 concept: __________________________________________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627" y="485120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5 concept: __________________________________________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2003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Citation I'll use: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537492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(e.g. "Aṣṭāṅga Hṛdaya, Sūtrasthāna 1.6–7 — the doṣa-dhātu-mala framework")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54950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__________________________________________________________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89865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My presentation format: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1627" y="607322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Poster (A2)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62478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Live demo (2 min)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1627" y="642238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Short story (1 page)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1627" y="65969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90-sec video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1627" y="677153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Infographic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1627" y="694610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Original song / poem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31627" y="712068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☐ Other (teacher-approved): _____________________________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31627" y="74698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7. One thing I will NOT do (because it would be unsafe or unrealistic):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31627" y="764440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__________________________________________________________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06301" y="81109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(30 min) — Plan writing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walks around. Quick interventions: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writing extreme plans ("fast for 5 days") — redirect to small + realistic.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with no plan — sit with them, walk through one example.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who finish quickly — sketch the visual layout of their poster.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reads aloud their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change to a partner. Partner gives one piece of feedback.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or scan each plan before they leave. (Submitted as "draft 1.")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9: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refine and start building the actual artefact."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project, in one paragraph: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 a 5-day doṣa-aware week for yourself. Pick ONE doṣa tendency from your self-observation. Plan 5 small, realistic daily changes that would support balance for that doṣa. Explain each change with the underlying concept. Cite one classical source. Present in 3 minutes on Day 10.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principle behind the project: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doṣa framework is most useful when it changes what you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even a little. Designing a plan is the test of whether you've understood it.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your plan. Sleep on it. Cross out anything that won't fit your actual week. Bring two extra ideas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Day 6 — a "what I'll change if Day 5 doesn't work" contingency. Forces metacognition.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ONE change repeated daily. Five repetitions of the same change.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plans involving medication, fasting beyond skipping one snack, intense exercise programmes, or anything that touches existing care.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copy their friend's plan. Each plan must be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(anchored to their own self-observation). Pair-work is fine if both partners agree on the target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"one thing I will NOT do" prompt is important — it forces the safety lens.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new citations today. Students choose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2026-05-28T05:45:05Z</dcterms:created>
  <dcterms:modified xsi:type="dcterms:W3CDTF">2026-05-28T05:45:05Z</dcterms:modified>
</cp:coreProperties>
</file>