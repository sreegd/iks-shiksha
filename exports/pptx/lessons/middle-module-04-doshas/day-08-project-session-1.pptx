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have a one-page plan for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project, with a chosen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tendency, three concrete daily changes, and the citation they will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printed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 printed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Lined paper for the plan – Coloured pens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the project brief, top half. Take 2 student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the end of today, every one of you walks out with a written plan paragraph + a list of three changes."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of the project — recap: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Pick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 you've noticed in yourself (from Day 3 worksheet — privately). – Design 5 days of small, realistic changes that would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Show: (a) what each change is, (b)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it relates to, (c) one citation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Present in 3 minutes on Day 10.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9251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Realistic, not heroic.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write '5 am wake' if you currently wake at 7 am. The point is honest small adjustment — not transformation."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815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rubric.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quickly. Highlight the "Use of sources" criterion — they must cite Caraka or Aṣṭāṅga Hṛdaya by reference. Paraphrase OK.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Plan writing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individually (or in pairs if their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 onto their plan page):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06234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06234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My target tendency (e.g. "I notice some Vāta excess in winter — dry skin, light sleep"):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132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Three qualities I'll lean toward to balance: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2877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for vāta: warm, oily, grounding)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4623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369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8115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1606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Five days of small changes — ONE per day: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5098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1: _________________________________________________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6843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2: _________________________________________________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589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3: _________________________________________________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0335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4: _________________________________________________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2081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5: _________________________________________________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5572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For each change, the underlying doṣa concept: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7318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concept: __________________________________________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90641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concept: __________________________________________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508099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 concept: __________________________________________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2555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 concept: __________________________________________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4301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concept: __________________________________________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7792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Citation I'll use: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9538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"Aṣṭāṅga Hṛdaya, Sūtrasthāna 1.6–7 — the doṣa-dhātu-mala framework")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1284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4775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My presentation format: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6521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Poster (A2)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68267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Live demo (2 min)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70013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Short story (1 page)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71758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90-sec video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3504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Infographic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5250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Original song / poem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6996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Other (teacher-approved): _____________________________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1627" y="80487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One thing I will NOT do (because it would be unsafe or unrealistic):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1627" y="82233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06301" y="861372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walks around. Quick interventions: – Students writing extreme plans ("fast for 5 days") — redirect to small + realistic. – Students with no plan — sit with them, walk through one example. – Students who finish quickly — sketch the visual layout of their poster.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06301" y="94059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reads aloud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 to a partner. Partner gives one piece of feedback. – Photograph or scan each plan before they leave. (Submitted as "draft 1.")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refine and start building the actual artefact."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project, in one paragraph: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5-day doṣa-aware week for yourself. Pick ONE doṣa tendency from your self-observation. Plan 5 small, realistic daily changes that would support balance for that doṣa. Explain each change with the underlying concept. Cite one classical source. Present in 3 minutes on Day 10.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behind the project: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framework is most useful when it changes what you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even a little. Designing a plan is the test of whether you've understood 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Refine your plan. Sleep on it. Cross out anything that won't fit your actual week. Bring two extra ideas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Day 6 — a "what I'll change if Day 5 doesn't work" contingency. Forces metacognition.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change repeated daily. Five repetitions of the same 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Reject plans involving medication, fasting beyond skipping one snack, intense exercise programmes, or anything that touches existing care. – Some students will copy their friend's plan. Each plan must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(anchored to their own self-observation). Pair-work is fine if both partners agree on the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"one thing I will NOT do" prompt is important — it forces the safety lens.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 today. Students choose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2026-05-28T04:17:30Z</dcterms:created>
  <dcterms:modified xsi:type="dcterms:W3CDTF">2026-05-28T04:17:30Z</dcterms:modified>
</cp:coreProperties>
</file>