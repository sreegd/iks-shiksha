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Qualities Sort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sort 30 qualities/objects/events into the three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buckets with reasoned justification, defending borderline cases.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prepared cards (one quality, food, or event per card — see activity file)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paper trays / circles on the floor, each labelled with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 for the borderline-cases reflection (last 10 min)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refreshed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kapha, guṇa, prakṛti, 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new vocabulary today; this is consolidation.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Whole-class chorus: name the three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+ one quality of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the day we get fast at this. Cards, trays, 25 minutes. Go."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Qualities sort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activity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activities/activity-01-qualities-sort.md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Qualities sort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874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trays on the floor labelled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cards in a deck. Each card has a single phrase: "ice cream," "running," "dry wind," "stew," "shouting in anger," "deep sleep," etc.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works in pairs. Each pair draws 6 cards in turn. They place each card on a tray and write a 1-line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their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15 min, swap pairs. Each pair reads aloud one card placement that's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obvious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defends it. Other pairs can disagree.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keeps a tally on the board of cards where pairs disagreed.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debrief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cards were tricky?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Discuss the top 3 disagreed-on cards.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framework's limits.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 objects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hot chocolate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(hot)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(heavy, milky, sweet). That's fine. The framework doesn't claim a clean one-to-one match. Most real things are mixes.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(state the rule):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debrief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 increases like.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doṣa, use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quality.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debrief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(dry, cold) is increased by dry crackers and cold weather. Calmed by warm soup and oil massage.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(hot, sharp) is increased by spicy food and arguments. Calmed by cool milk and a walk in shade.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(heavy, slow) is increased by heavy oily meals and naps. Calmed by brisk walking and light food.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debrief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 the rest of Ayurveda is built 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is NOT.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prescription for what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should eat. Modern nutrition still applies (protein, vitamins, calories).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-aware adjustment is a small overlay on top.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One-word exit: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doṣa do you think you've been most around this week — in the room you're in most, the food you've eaten most, the weather?"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Sticky note.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day-clock. Which doṣa runs when."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principle: like increases like.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want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use its qualities. If you want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use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qualities.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Qualities | Calmed by | |------|-----------|-----------|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dry, cold, mobile | warm, moist, steady — warm soup, oil, rest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hot, sharp, oily | cool, mild, sweet — milk, coriander, walk in shade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heavy, slow, cool | light, dry, warm — ginger tea, brisk walk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these are observations about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qualities of things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prescriptions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should eat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Modern nutrition still applies.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down what you ate at dinner tonight. One line per item describing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qualities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(heavy/light, hot/cold, dry/oily). Don't worry about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just the qualities.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your dinner from homework and write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item is likely to increase. Then ask: did your meal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you, or push you one way?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three cards: ice cream (kapha), chili (pitta), windy day (vāta). Just those three patterns.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sort activity is high-energy. Set a timer.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pairs will park easy cards quickly and avoid the hard ones. Walk around and hand them a hard one ("here — try this").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cards with genuine ambiguity (e.g. "fresh fruit"), the right answer is "it depends on which fruit, when, and how." Don't force a single placement; let the discussion be the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only — no direct citation in this lesson.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 "like increases like" is stated across Caraka, Suśruta, and Aṣṭāṅga Hṛdaya; full citations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2026-05-28T05:44:35Z</dcterms:created>
  <dcterms:modified xsi:type="dcterms:W3CDTF">2026-05-28T05:44:35Z</dcterms:modified>
</cp:coreProperties>
</file>