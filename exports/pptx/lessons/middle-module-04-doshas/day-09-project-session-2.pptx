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Refine + Build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every student has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artefact (poster / script / draft video plan / infographic), citation visible, and a rehearsed 3-minute version of their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supplies: poster paper, markers, scissors, glue, printer access if needed – Each student's Day-8 plan – A visible timer for the 3-minute rehearsal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your partner your plan. In ONE word, tell them what you're going to make."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check — anyone missing yesterday? Pair them up with a willing teacher-helper.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Every student raises their artefact and shows the class for 5 seconds (no presenting, just visual). – Submit Day-8 plan + photograph of Day-9 artefact. – Preview Day 10: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summative quiz first, then 3-minute presentations. Bring everything."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Memorise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sentence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your presentation. Final tweaks. If video — finish recording.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modern-science parallel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(chronobiology / digestion / sleep research) to your presentation. One sentence.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three days, not five. Memorise the artefact's three key points.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freeze in the build phase. Hand them a poster paper and a marker and ask: "what's the first thing you'd draw?" Get them moving. – Watch for groups where one student does all the work. Equalise contribution. – Last-minute additions ("can I also include this herb?") — refuse politely. The scope was set.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citations.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2026-05-25T08:49:03Z</dcterms:created>
  <dcterms:modified xsi:type="dcterms:W3CDTF">2026-05-25T08:49:03Z</dcterms:modified>
</cp:coreProperties>
</file>