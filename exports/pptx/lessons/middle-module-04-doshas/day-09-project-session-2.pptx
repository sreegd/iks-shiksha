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Session 2: Refine + Build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every student has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artefact (poster / script / draft video plan / infographic), citation visible, and a rehearsed 3-minute version of their presentation.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supplies: poster paper, markers, scissors, glue, printer access if needed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student's Day-8 plan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visible timer for the 3-minute rehearsal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your partner your plan. In ONE word, tell them what you're going to make."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anyone missing yesterday? Pair them up with a willing teacher-helper.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Build + rehearse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working session. Teacher circulates.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98513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— Build (25 min)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6301" y="14969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work on their chosen format. Some guidance per format: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Build + rehearse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041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(A2 or larger):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Title in large font. 5 day-blocks visible. Each day-block: the change + the concept it touches. Citation in the bottom corner. Use coloured pens for the three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consistently (e.g. brown for vāta, red for pitta, green for kapha).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Script the 2-minute window. What's the visual? What's the spoken hook? What do you hand around the room?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story (1 page):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Character × situation ×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-aware change × what happened. End with the citation as a footnote.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90-sec video: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Storyboard 6 shots. Each ~15 seconds. Practice the script aloud. Recording happens at home tonight; submit by Day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Build + rehearse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Infographic: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clear visual flow — top to bottom or left to right. Use the day-clock (Day 5) or quality-table (Day 4) as a starting visual.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/ poem: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4 lines that name all three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Set them in a meter.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Build + rehearse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targets to intervene 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without a citation — flag immediately.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with prescriptive language ("you should eat X") — soften to observational ("I'll try X this week").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that miss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doṣa-aware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 — add a "concept" arrow.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69455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— Rehearse (10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Build + rehearse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pairs. Each student presents to their partner. Use the 3-minute timer.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gives ONE piece of feedback: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didn't catch your citation — say it slower."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Day 3 change wasn't connected to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concept — what was the reason?"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could end with a stronger line."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raises their artefact and shows the class for 5 seconds (no presenting, just visual).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Day-8 plan + photograph of Day-9 artefact.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10: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summative quiz first, then 3-minute presentations. Bring everything."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5738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95738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"done" looks like by end of Day 9: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Artefact is complete (or final draft if video).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is visible on the artefact.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days have a change AND a concept.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rehearsed once with a timer.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know your first sentence by heart.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sentence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your presentation. Final tweaks. If video — finish recording. Bring everything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modern-science parallel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(chronobiology / digestion / sleep research) to your presentation. One sentence.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three days, not five. Memorise the artefact's three key points.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freeze in the build phase. Hand them a poster paper and a marker and ask: "what's the first thing you'd draw?" Get them moving.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groups where one student does all the work. Equalise contribution.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Last-minute additions ("can I also include this herb?") — refuse politely. The scope was set.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citations.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2026-05-28T05:45:11Z</dcterms:created>
  <dcterms:modified xsi:type="dcterms:W3CDTF">2026-05-28T05:45:11Z</dcterms:modified>
</cp:coreProperties>
</file>