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The Six Tastes &amp; The Doṣas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name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ṣaḍ-rasa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(six tastes) in IAST with English meaning, identify which tastes calm and which aggravate each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articulate why food is a primary lever in Ayurvedic balance.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719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small samples (covered before the lesson starts):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Sweet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madhura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jaggery / a piece of date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lemon wedge / amla powder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Salty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lavaṇa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rock salt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Pungent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kaṭu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fresh ginger / a peppercorn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Bitter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methi leaf / a tiny bit of neem powder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Astringent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kaṣāya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unripe banana / strong black tea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paper plates / labelled cups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Toothpicks for sampling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glass of water per student for rinsing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Allergy/dietary check completed in advance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ṣaḍ-rasa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ṣaḍ-rasa; lit. "six tastes") — the Ayurvedic taste classification.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madhura, amla, lavaṇa, kaṭu, tikta, kaṣāya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(sweet, sour, salty, pungent, bitter, astringent) — the six tastes.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many tastes are there?"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answers. Most students will say 5 (sweet, sour, salty, bitter, umami). Some will say 4.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"Ayurveda counts six. The extras — pungent and astringent — are textural-chemical, not strictly the same as the modern taste-receptor 5."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six tastes — build the table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Sanskrit · English · Example · Elements that dominate · Increases · Calms.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madhura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sweet · sugar, ghee, rice, milk · earth + water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vāta, pitta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sour · lemon, yoghurt, vinegar · earth + fire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pitta, 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lavaṇa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salty · rock salt, sea salt · water + fire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pitta, 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kaṭu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pungent · chili, ginger, pepper, garlic · fire + air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pitta, 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bitter · neem, turmeric, methi, dark chocolate · air + space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pitta, kapha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kaṣāya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astringent · unripe banana, pomegranate, black tea · air + earth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pitta, kapha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"Notice the pattern. Each taste calms exactly two doṣas and aggravates one or two."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 of thumb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(state simply):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calmed by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sweet, sour, salty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warm, oily, grounding foods. Aggravated by bitter, astringent, pungent.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calmed by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sweet, bitter, astringent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cool, mild foods. Aggravated by sour, salty, pungent.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calmed by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pungent, bitter, astringent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light, dry, warm foods. Aggravated by sweet, sour, salty.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balanced meal includes all six.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This is the classical recommendation — a proper meal touches all six tastes, in proportions adjusted to the eater's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the season.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modern note.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Modern nutrition focuses on macronutrients (protein, fat, carbs) and micronutrients (vitamins, minerals). Ayurveda's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tastes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qualitative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sorting that pre-dates that vocabulary. Both can be true at once: a balanced meal needs both macro coverage AND qualitative variety.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Taste station rotation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protocol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activities/activity-02-taste-station.md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Summary: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Taste station rotation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small stations around the room. Each has the sample, a label, and a worksheet question.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rotate in pairs. 2 minutes per station.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each station: taste a small sample. Write (a) the IAST + English name; (b) one descriptor word (cooling, warming, sharp, mild); (c) which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you'd predict it calms.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Allergies / dietary restrictions: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opt-out at any station. No questions asked. Smell-only counts.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Whole-class share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taste surprised you? Which felt familiar from your home cooking?"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7: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what does imbalance look like, and when do you stop using this framework and call a doctor?"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0740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0740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six tastes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ṣaḍ-rasa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Taste | Example | Calms | Aggravates | |-------|---------|-------|------------|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madhura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(sweet) | rice, milk, jaggery | vāta, pitta | kapha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amla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(sour) | lemon, yoghurt | vāta | pitta, kapha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lavaṇa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(salty) | rock salt | vāta | pitta, kapha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kaṭu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(pungent) | chili, ginger | kapha | vāta, pitta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tikta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(bitter) | methi, neem | pitta, kapha | vāta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kaṣāya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(astringent) | unripe banana, black tea | pitta, kapha | vāta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3051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balanced meal touches all six. Indian thālīs often do this naturally (rice, dāl, vegetable, pickle, salad, raita, end-of-meal pān or yoghurt).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dinner tonight, count how many of the six tastes are on your plate. Note which are missing. (No need to "fix" anything — just observe.)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Pick a classic dish from any cuisine (your family's, or anyone's). Identify the six tastes in it. What balance is the recipe achieving?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Remember just three tastes — sweet, sour, salty (the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-calming three). They're the ones in most home meals.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Reminder: NOT a diet plan. Don't let students decide "I must eat bitter from now on." It's awareness.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kaṭu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(pungent) station can be a strong sample — let students opt for sniffing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discover they hate astringent or bitter. Note the cultural-conditioning point: most Indian cuisines train astringent (raw banana) and bitter (methi) deliberately, because they balance the heavy-sweet majority of the meal.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 talking about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-specific diets in detail. This isn't a meal-planning class.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ṣaḍ-rasa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enumeration appears in Caraka Saṁhitā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26 and Aṣṭāṅga Hṛdaya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10. Concept only — no direct quote in lesson.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2026-05-28T05:44:51Z</dcterms:created>
  <dcterms:modified xsi:type="dcterms:W3CDTF">2026-05-28T05:44:51Z</dcterms:modified>
</cp:coreProperties>
</file>