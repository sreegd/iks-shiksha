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The Six Tastes &amp; The Doṣas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Doṣas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name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ṣaḍ-rasa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(six tastes) in IAST with English meaning, identify which tastes calm and which aggravate each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articulate why food is a primary lever in Ayurvedic balance.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Six small samples (covered before the lesson starts): – Sweet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madhura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jaggery / a piece of date – Sour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lemon wedge / amla powder – Salty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lavaṇa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rock salt – Pungent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kaṭu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fresh ginger / a peppercorn – Bitter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methi leaf / a tiny bit of neem powder – Astringent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kaṣāya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unripe banana / strong black tea – 6 paper plates / labelled cups – Toothpicks for sampling – A glass of water per student for rinsing – Allergy/dietary check completed in advance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ṣaḍ-rasa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ṣaḍ-rasa; lit. "six tastes") — the Ayurvedic taste classification.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madhura, amla, lavaṇa, kaṭu, tikta, kaṣāya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(sweet, sour, salty, pungent, bitter, astringent) — the six tastes.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many tastes are there?"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answers. Most students will say 5 (sweet, sour, salty, bitter, umami). Some will say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"Ayurveda counts six. The extras — pungent and astringent — are textural-chemical, not strictly the same as the modern taste-receptor 5."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Taste station rotation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protocol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activities/activity-02-taste-station.md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Summary: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9938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Six small stations around the room. Each has the sample, a label, and a worksheet question. – Students rotate in pairs. 2 minutes per station. – At each station: taste a small sample. Write (a) the IAST + English name; (b) one descriptor word (cooling, warming, sharp, mild); (c) which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you'd predict it calms.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9860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Allergies / dietary restrictions: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opt-out at any station. No questions asked. Smell-only counts.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Whole-class share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taste surprised you? Which felt familiar from your home cooking?"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Preview Day 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what does imbalance look like, and when do you stop using this framework and call a doctor?"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0740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0740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tastes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ṣaḍ-rasa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Taste | Example | Calms | Aggravates | |-------|---------|-------|------------|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madhura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(sweet) | rice, milk, jaggery | vāta, pitta | kapha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amla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(sour) | lemon, yoghurt | vāta | pitta, kapha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lavaṇa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(salty) | rock salt | vāta | pitta, kapha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kaṭu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(pungent) | chili, ginger | kapha | vāta, pitta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tikta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(bitter) | methi, neem | pitta, kapha | vāta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kaṣāya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(astringent) | unripe banana, black tea | pitta, kapha | vāta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3051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balanced meal touches all six. Indian thālīs often do this naturally (rice, dāl, vegetable, pickle, salad, raita, end-of-meal pān or yoghurt).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At dinner tonight, count how many of the six tastes are on your plate. Note which are missing. (No need to "fix" anything — just observe.)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 a classic dish from any cuisine (your family's, or anyone's). Identify the six tastes in it. What balance is the recipe achieving?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Remember just three tastes — sweet, sour, salty (the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-calming three). They're the ones in most home meals.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Reminder: NOT a diet plan. Don't let students decide "I must eat bitter from now on." It's awareness. –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kaṭu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(pungent) station can be a strong sample — let students opt for sniffing only. – Some students will discover they hate astringent or bitter. Note the cultural-conditioning point: most Indian cuisines train astringent (raw banana) and bitter (methi) deliberately, because they balance the heavy-sweet majority of the meal. – Avoid talking about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-specific diets in detail. This isn't a meal-planning class.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ṣaḍ-rasa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enumeration appears in Caraka Saṁhitā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26 and Aṣṭāṅga Hṛdaya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10. Concept only — no direct quote in lesson.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2026-05-25T16:26:10Z</dcterms:created>
  <dcterms:modified xsi:type="dcterms:W3CDTF">2026-05-25T16:26:10Z</dcterms:modified>
</cp:coreProperties>
</file>