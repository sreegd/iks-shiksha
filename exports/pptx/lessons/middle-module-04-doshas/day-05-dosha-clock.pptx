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The Doṣa Day-Clock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name the six 4-hour windows of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day-clock with their dominant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explain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dominates at that time, and connect this to one modern observation about circadian biology.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Large clock-face diagram on the board, divided into 6 four-hour windows – Coloured chalk / markers (one per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Printed copy of the day-clock for each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kāla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kāla; lit. "time") — used in Ayurveda as "the time-of-day factor" in determining how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behave.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 what time of day do you feel most alert?"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quick show of hands.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 what time do you feel most slow / sleepy?"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we ask: is this random, or is there a pattern?"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clock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a 24-hour clock face. Divide into six 4-hour wedges. Label each with start-end time. Then assign each window its dominant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(colour-coded):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17701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"Each doṣa shows up twice — once during the day, once at night."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447913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classical principle.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 paraphrase: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84986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"The doṣas have their own times — kapha in the morning and early night, pitta at midday and midnight, vāta in the afternoon and pre-dawn." &gt; — paraphrased from Aṣṭāṅga Hṛdaya,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(Vāgbhaṭa)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53652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in practice (Ayurveda's claim):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5735985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Heavy meal 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(6–10 pm) sits heavy and disrupts sleep. – Heavy meal 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(10 am – 2 pm) digests well. – Trying to sleep deeply 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(2–6 am) is hard — that's why you wake at 4 am even if you went to bed late. – Skipping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morning window (sleeping in until 11 am) leaves you groggy — the body needed to wake before the kapha window closed.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667791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parallel — chronobiology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(state, don't overstate):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7048649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Modern science: the body has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circadian rhythm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controlled by the suprachiasmatic nucleus in the brain, driven by light exposure. – Insulin sensitivity (how well you handle sugar): higher in the morning, lower at night. Big dinner late = worse glucose handling. (Real effect; see Panda 2012.) – Cortisol (stress hormone): peaks ~6–8 am, drops through the day. That's why morning is mentally "harder to start" if you slept badly. – Body temperature: lowest around 4–5 am, peaks late afternoon. Matches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roughly.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819120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framing: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principle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body cycles through the day) is robust modern science.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doṣa-clock windows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an Ayurvedic codification — not a 1:1 match with modern timing studies, but a workable approximation.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877014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Map your 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printed day-clock. – Students annotate it with what they actually do at each window. (Wake 6:30, brush teeth, breakfast 7:30, school 8:30, lunch 12:30, etc.) – For each entry,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activity matched to the dominant doṣa at this time?"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Heavy lunch at noon (pitta time) — matched. – Heavy dinner at 9 pm (kapha time) — mismatched. – Heavy nap at 3 pm (vāta time) — mismatched.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picks ONE mismatch and writes a one-line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I change?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quiz, Part 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 questions, 4 min)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Collect.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six tastes. Yes, we will taste things."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741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741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doṣa day-clock: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Window | Time | Doṣa | Best for | |--------|------|-------|----------| | 1 | 6 am – 10 am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wake, light exercise, solid breakfast | | 2 | 10 am – 2 pm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main meal of the day, focused work | | 3 | 2 pm – 6 pm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quick work, short snacks | | 4 | 6 pm – 10 pm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light dinner, wind down | | 5 | 10 pm – 2 am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deep sleep (body's repair) | | 6 | 2 am – 6 am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wake at the end of this window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3051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principle: align activities with the dominant doṣa of the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paraphrased from Aṣṭāṅga Hṛdaya, Sūtrasthāna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43361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parallel: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chronobiology. The body has rhythms. Insulin works better in the morning. Cortisol peaks at dawn. Body temperature peaks late afternoon. The general shape matches; the exact timing doesn't precisely line up. Both frameworks point to the same underlying observation: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matters as much as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Tonight, note your bedtime. Tomorrow morning, note your wake time. Then write: which doṣa-window did each fall into? Was your sleep aligned with the recommended pattern?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up "circadian rhythm" and write one sentence on the mechanism (light → SCN → melatonin/cortisol). How does the modern picture differ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-clock?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the three midday/midnight windows: 10–2 (day) and 10–2 (night) — both pitta. That's the spine of the clock.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say their family's dinner is at 9 pm. Don't shame them. Note the principle; don't prescribe. – The clock is an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idealised pattern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rigid rule. Indian families dinner at all sorts of times for legitimate reasons. The point is to notice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to comply. – Don't conflate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clock with the modern circadian rhythm too tightly. They overlap in spirit, not in detail.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Aṣṭāṅga Hṛdaya,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(Vāgbhaṭa) — paraphrase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times of day.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Modern parallel: Panda et al. (2012) on meal-timing and glucose handling — teacher reference only; not student-facing citation.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2026-05-25T16:26:04Z</dcterms:created>
  <dcterms:modified xsi:type="dcterms:W3CDTF">2026-05-25T16:26:04Z</dcterms:modified>
</cp:coreProperties>
</file>