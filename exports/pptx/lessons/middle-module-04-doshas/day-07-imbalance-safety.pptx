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Imbalance and When to See a Doctor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Doṣas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name three observable signs of imbalance per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distinguish between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lifestyle observation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(where Ayurveda's framework can help)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medical symptom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(where a doctor must be consulted), and articulate the safety boundary in their own words.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class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poster – Whiteboard, divided into TWO columns: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"Lifestyle range — observe + adjust"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"Medical territory — see a doctor"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Scenario cards (in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activities/activity-03-scope-debate.md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refreshed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(imbalance) — reused from Day 3.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Recall: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is the difference between prakṛti and vikṛti?"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"Today: when is a vikṛti just a temporary tilt — and when is it something that needs a doctor?"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Scope debate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activities/activity-03-scope-debate.md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Summary: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9938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Pairs receive a scenario card describing a person and symptom. – Pair discusses: lifestyle range or medical territory? Why? – 5 scenario rounds. After each, brief class share. – Some cards are deliberately ambiguous — the discussion is the lesson.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question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(whole class, no slip needed):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"In your own words — when do you stop using doṣa language and call a doctor?"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Take 3 student answers. The frame to aim for: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"When the observation lasts longer than a week or is severe, or when someone is suffering. Doṣa language is for noticing patterns over time — not for treating something that's actually wrong."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Preview Day 8: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you start designing your own 5-day doṣa-aware week."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121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121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safety rule, in one sentence: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Doṣa language is for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noticing patterns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not for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treating illness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to use the framework: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Mild, brief, lifestyle-level: bit of dry skin, slow morning, late-night restlessness once. - You want to notice your patterns over weeks and months.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to STOP and see a doctor: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Severe, persistent, or worsening symptoms. - Any symptom lasting &gt; 1–2 weeks. - Anything that interferes with school, sleep, eating, or basic mood. - Blood, fever, sustained pain, fainting — immediately.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Look back at your week. Was there ONE thing where you said "my X is acting up" or "I'm too tired" — that you might have ignored too easily? Write one line.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Imagine you are an Ayurvedic clinician AND a modern doctor in conversation. Write a 3-line dialogue about a teenage patient with persistent dry cough. Who says what?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the two-column rule of thumb: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"persistent or severe → doctor; brief and mild → notice + adjust."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This is the safety lesson.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skip even if compressing the module.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Some students may have actual unmanaged symptoms. Be alert. Refer to school counsellor or nurse where needed. – Don't list specific herbs or remedies even casually. Module 4 is observation-only. – Some Indian families do consult Ayurvedic doctors. Honour that. The point is: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qualified clinician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Ayurvedic or modern — is who diagnoses.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with a wall poster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not.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Aṣṭāṅga Hṛdaya,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Sūtrasthāna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1.8 (paraphrase).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2026-05-25T16:26:17Z</dcterms:created>
  <dcterms:modified xsi:type="dcterms:W3CDTF">2026-05-25T16:26:17Z</dcterms:modified>
</cp:coreProperties>
</file>