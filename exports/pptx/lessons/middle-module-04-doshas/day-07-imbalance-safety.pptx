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Imbalance and When to See a Doctor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three observable signs of imbalance per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distinguish between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lifestyle observation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(where Ayurveda's framework can help)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symptom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(where a doctor must be consulted), and articulate the safety boundary in their own words.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Whiteboard, divided into TWO columns: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"Lifestyle range — observe + adjust"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"Medical territory — see a doctor"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cards (in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activities/activity-03-scope-debate.md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refreshed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(imbalance) — reused from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is the difference between prakṛti and vikṛti?"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"Today: when is a vikṛti just a temporary tilt — and when is it something that needs a doctor?"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signs of imbalance per 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build the table: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Doṣa · When excess (vitiated) · Common lifestyle observations.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dry, cold, wind · dry skin, constipation, insomnia, anxiety, joint cracking, gas, light-headedness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hot, sharp, oily · heartburn, acne, irritability, sharp anger, skin rashes, excess sweat, premature greying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heavy, cold, oily · congestion, mucus, lethargy, weight gain, swelling, slow digestion, oversleeping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75453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crucial framing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on the board, get students to copy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of these belong in lifestyle awareness. Some belong in a doctor's office. The skill is knowing which is which.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4901" y="182805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two-column table together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19878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Lifestyle range — observe + adjust · Medical territory — see a doctor.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Mildly dry skin in winter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Skin lesion that doesn't heal in 2 weeks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Occasional acidity after spicy food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Heartburn that wakes you at night, persistent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Feeling sluggish after a heavy meal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Persistent fatigue lasting weeks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congestion in monsoon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Cough lasting &gt; 2 weeks, blood in mucus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Restless sleep one night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Insomnia &gt; 2 weeks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Anxious before a test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Anxiety that interferes with daily life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Bowel a bit off for a day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Diarrhoea / constipation &gt; 1 week, blood in stool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Mild headache after late night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Severe headache, recurrent, with nausea or vision change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left column — the framework can help. Notice patterns, adjust routine, try the opposite quality. The right column — go to a doctor. Doṣa-language is not enough."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paraphrase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69715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4876" y="1769715"/>
            <a:ext cx="0" cy="8429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2051" y="196021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"Knowing the doṣas in both their natural and disturbed states is the foundation of medical practice." — paraphrased from Aṣṭāṅga Hṛdaya,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1.8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even Vāgbhaṭa's classical statement situates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knowledge as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the whole of medicine. Diagnosis is more than naming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misuse pattern to watch for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"It's just my Vāta acting up" — used to dismiss anxiety that needs help.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naturally Kapha so I can't lose weight" — used as a fixed-identity excuse.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"Eat this herb to balance your Pitta" — non-doctor giving medical advice. Refuse.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"Don't take that medicine; it'll make your Vāta worse" — dangerous. Never substitute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advice for prescribed treatment.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Scope debate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activities/activity-03-scope-debate.md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 receive a scenario card describing a person and symptom.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discusses: lifestyle range or medical territory? Why?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scenario rounds. After each, brief class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cards are deliberately ambiguous — the discussion is the lesson.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386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question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(whole class, no slip needed):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your own words — when do you stop using doṣa language and call a doctor?"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3 student answers. The frame to aim for: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the observation lasts longer than a week or is severe, or when someone is suffering. Doṣa language is for noticing patterns over time — not for treating something that's actually wrong."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8: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you start designing your own 5-day doṣa-aware week."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3371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33713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safety rule, in one sentence: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Doṣa language is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noticing patterns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not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treating illness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use the framework: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Mild, brief, lifestyle-level: bit of dry skin, slow morning, late-night restlessness once.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want to notice your patterns over weeks and months.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STOP and see a doctor: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Severe, persistent, or worsening symptoms.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29576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 symptom lasting &gt; 1–2 weeks.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051" y="322674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Anything that interferes with school, sleep, eating, or basic mood.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051" y="349582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Blood, fever, sustained pain, fainting — immediately.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back at your week. Was there ONE thing where you said "my X is acting up" or "I'm too tired" — that you might have ignored too easily? Write one 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Imagine you are an Ayurvedic clinician AND a modern doctor in conversation. Write a 3-line dialogue about a teenage patient with persistent dry cough. Who says what?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the two-column rule of thumb: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"persistent or severe → doctor; brief and mild → notice + adjust."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18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safety lesson.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skip even if compressing the module.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may have actual unmanaged symptoms. Be alert. Refer to school counsellor or nurse where needed.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list specific herbs or remedies even casually. Module 4 is observation-only.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Indian families do consult Ayurvedic doctors. Honour that. The point is: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qualified clinician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Ayurvedic or modern — is who diagnoses.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with a wall poster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not.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Aṣṭāṅga Hṛdaya,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 (paraphrase).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2026-05-28T05:44:58Z</dcterms:created>
  <dcterms:modified xsi:type="dcterms:W3CDTF">2026-05-28T05:44:58Z</dcterms:modified>
</cp:coreProperties>
</file>