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5 — Yajña — The Ecological Cycle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Indic Ecology — Vasudhaiva Kuṭumbakam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read bg 3.10–14; map yajña to natural-cycle reciprocity.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sthāvara-jaṅgama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sthāvara-jaṅgama; lit. "immobile (plants, rocks) and mobile (animals) life")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Gītā passage.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Bhagavad Gītā 3.10–14. Read the key verses: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annād bhavanti bhūtāni parjanyād anna-sambhavaḥ / &gt; yajñād bhavati parjanyo yajñaḥ karma-samudbhavaḥ //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&gt; "From food beings come, from rain food comes, from yajña rain comes, yajña comes from action." (3.14)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769715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Decode the cycle.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Yajña → rain → food → beings → action (work) → yajña (giving back). A closed loop where each takes AND gives. This is the ecological cycle in Sanskrit terms.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358777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parallel.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Carbon cycle: plants take CO2 → animals eat plants → animals exhale CO2 → plants take CO2. Water cycle: evaporation → condensation → rain → soil → evaporation. The Gītā verse abstracts this into a yajña frame.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947839"/>
            <a:ext cx="8102798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check.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Multiple Upaniṣads also discuss the give-and-receive principle. Cite verifiable references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555950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relevance.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Climate ethics.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"If we take from nature without giving back, the yajña is broken. What does 'giving back' look like in 2026?"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(Plant trees, reduce waste, restore water bodies, etc.)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Yajña — The Ecological Cycle.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2026-05-28T04:35:55Z</dcterms:created>
  <dcterms:modified xsi:type="dcterms:W3CDTF">2026-05-28T04:35:55Z</dcterms:modified>
</cp:coreProperties>
</file>