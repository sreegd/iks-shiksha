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— Pṛthivī Sūkta (AV 12.1)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Indic Ecology — Vasudhaiva Kuṭumbakam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read the earth-mother hymn and discuss imagery.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Vasudhaiva Kuṭumbakam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Vasudhaiva Kuṭumbakam; lit. ""the world is one family" — Mahā Upaniṣad 6.71")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text.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Atharva Veda 12.1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Pṛthivī Sūkta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(Hymn to the Earth). 63 verses. Most extensive ancient ecological text in the Vedic corpus.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verses.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aloud (in IAST + English):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84338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mātā bhūmiḥ putro ahaṁ pṛthivyāḥ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"Earth is my mother, I am her son." (12.1.12) 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yat te bhūme vikhanāmi kṣipraṁ tad api rohatu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"What I dig from the Earth, may it grow back swiftly." (12.1.35)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358777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Earth as mother. Resource extraction as legitimate but bounded by replenishment. Cleanliness, beauty, biodiversity as goods to preserve.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94783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Cross-cultural.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Earth-mother concept appears in many cultures: Pachamama (Andean), Gaia (Greek). The Atharva Veda articulation is older than most extant references.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536900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reading.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hymn is a religious text. It articulates an ETHIC, not an empirical claim.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"Does treating Earth as mother make us better stewards? Or does it sometimes lead to passive acceptance of destructive practices ('Earth will heal')?"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Both views exist.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Pṛthivī Sūkta (AV 12.1).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2026-05-28T04:36:00Z</dcterms:created>
  <dcterms:modified xsi:type="dcterms:W3CDTF">2026-05-28T04:36:00Z</dcterms:modified>
</cp:coreProperties>
</file>