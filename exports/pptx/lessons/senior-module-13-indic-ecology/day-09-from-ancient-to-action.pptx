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9 — From Ancient to Action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Indic Ecology — Vasudhaiva Kuṭumbakam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design one local environmental project applying an indic-ecology principle.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devarakāḍu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devarakāḍu; lit. "sacred grove (Karnataka, S. India)")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observable phenomenon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Whatever the day's idea is — a number trick, a celestial pattern, a herb's identifying feature — start with the thing students can see, hear, or do.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the Sanskrit term.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Once, in the triple format, then italicised only.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conceptual map.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 today's idea to prior modules (especially Module 2 if applicable) and prior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an example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the whole class on the 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or paired practice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~5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Sacred Grove (or Local Ecology) Mapping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From Ancient to Action.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2026-05-25T09:32:05Z</dcterms:created>
  <dcterms:modified xsi:type="dcterms:W3CDTF">2026-05-25T09:32:05Z</dcterms:modified>
</cp:coreProperties>
</file>