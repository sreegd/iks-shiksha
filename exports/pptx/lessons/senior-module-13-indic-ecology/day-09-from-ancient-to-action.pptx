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From Ancient to 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design one local environmental project applying an indic-ecology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design phase.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apply Module 13's principles to design ONE local environmental project: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Plant-a-tree drive (yajña reciprocity)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Sacred-grove documentation (biodiversity preservation)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 audit at school / home (resource consciousness)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Waste-sorting station (extending ahiṁsā to materials)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Local-language climate-awareness poster (cultural communication)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criteria.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Must (a) be achievable in 4 weeks, (b) cite at least ONE classical Indic principle, (c) document baseline and outcome data, (d) include a community/family component.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Pair-brainstorm.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spend 10 minutes generating project ideas, then sketch 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project must reference a specific verse, hymn, or principle from Modules 13's source list.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pitch.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project pitch in 3 minutes. Refine tonight.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From Ancient to Action.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2026-05-28T06:10:11Z</dcterms:created>
  <dcterms:modified xsi:type="dcterms:W3CDTF">2026-05-28T06:10:11Z</dcterms:modified>
</cp:coreProperties>
</file>