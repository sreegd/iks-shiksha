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Iṣopaniṣad — Non-Greed Ethic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Indic Ecology — Vasudhaiva Kuṭumbakam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translate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īśāvāsyam idaṁ sarvam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discuss its ecological implication.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yajña; lit. "cycle of giving and receiving (BG 3.10–14)")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text.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Iśāvāsya Upaniṣad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 short Upaniṣad, 18 verses), mantra 1: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īśāvāsyam idaṁ sarvaṁ yat kiñca jagatyāṁ jagat / &gt; tena tyaktena bhuñjīthā mā gṛdhaḥ kasya svid dhanam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"All this — whatever moves in this moving world — is enveloped by the Lord. Enjoy through renunciation. Do not covet anyone's wealth."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05918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ecological reading.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Tyaktena bhuñjīthā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"enjoy by renouncing." Use the world, but with restraint. Take only what you need; leave the rest. This is one of the strongest non-greed ethics in any wisdom tradition.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64824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parallel.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Steady-state economics (Herman Daly). Voluntary simplicity. Donut economics (Kate Raworth). The principle: don't grow beyond ecological limits.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23730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Iśāvāsya Upaniṣad is part of the Yajurveda. Translations: Eknath Easwaran, Stephen Phillips academic editions.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826371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does 'enjoy by renouncing' apply to your own life? Phone usage? Food? Clothes? Travel?"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3 sentences. NO right answer — the point is HONEST self-reflection.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789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Iṣopaniṣad — Non-Greed Ethic.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2026-05-28T04:36:04Z</dcterms:created>
  <dcterms:modified xsi:type="dcterms:W3CDTF">2026-05-28T04:36:04Z</dcterms:modified>
</cp:coreProperties>
</file>