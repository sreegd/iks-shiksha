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Climate Change — The Crisis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summarise key ipcc findings; what is changing and why.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ahiṁsā; lit. "non-violence; extended to non-human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Climate Change — The Crisis.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2026-05-25T09:31:59Z</dcterms:created>
  <dcterms:modified xsi:type="dcterms:W3CDTF">2026-05-25T09:31:59Z</dcterms:modified>
</cp:coreProperties>
</file>