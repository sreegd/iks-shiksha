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Climate Change — The Crisis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summarise key ipcc findings; what is changing and why.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ahiṁsā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ahiṁsā; lit. "non-violence; extended to non-human life")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science.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3 key IPCC AR6 graphs: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Global temperature anomaly since 1850 (~+1.2°C and rising).    – CO2 atmospheric concentration since 1900 (290 → 420+ ppm).    – Sea-level rise (~20 cm since 1900).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agreement.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99%+ of climate scientists agree: warming is human-caused, primarily fossil-fuel emissions. The IPCC reports synthesise thousands of studies.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58777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at stake for India.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Higher monsoon variability, glacier retreat in the Himalayas, sea-level rise threatening coastal cities, heat-stress in agriculture. NDCs (Nationally Determined Contributions) target net-zero by 2070.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94783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IPCC Sixth Assessment Report (Working Groups I, II, III; 2021–2023). NCERT Geography XI ch. 11.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331220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Bridge to Indic frameworks.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does vasudhaiva kuṭumbakam say about climate change? What does yajña-cycle suggest about our daily responses? What does īśopaniṣad teach about consumption?"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one paragraph connecting one ancient text to one modern climate response.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Climate Change — The Crisis.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2026-05-25T16:43:36Z</dcterms:created>
  <dcterms:modified xsi:type="dcterms:W3CDTF">2026-05-25T16:43:36Z</dcterms:modified>
</cp:coreProperties>
</file>