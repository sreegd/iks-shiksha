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8 — Climate Change — The Crisis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Indic Ecology — Vasudhaiva Kuṭumbakam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summarise key ipcc findings; what is changing and why.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Whiteboard / chart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Notebook, pen per student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ahiṁsā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ahiṁsā; lit. "non-violence; extended to non-human life")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check-in: one-sentence response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science.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Project 3 key IPCC AR6 graphs: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temperature anomaly since 1850 (~+1.2°C and rising).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CO2 atmospheric concentration since 1900 (290 → 420+ ppm).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Sea-level rise (~20 cm since 1900).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2137916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agreement.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99%+ of climate scientists agree: warming is human-caused, primarily fossil-fuel emissions. The IPCC reports synthesise thousands of studies.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at stake for India.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Higher monsoon variability, glacier retreat in the Himalayas, sea-level rise threatening coastal cities, heat-stress in agriculture. NDCs (Nationally Determined Contributions) target net-zero by 2070.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IPCC Sixth Assessment Report (Working Groups I, II, III; 2021–2023). NCERT Geography XI ch. 11.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Bridge to Indic frameworks.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does vasudhaiva kuṭumbakam say about climate change? What does yajña-cycle suggest about our daily responses? What does īśopaniṣad teach about consumption?"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writes one paragraph connecting one ancient text to one modern climate response.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Sacred Grove (or Local Ecology) Mapping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Climate Change — The Crisis.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One-sentence exit ticket: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Citations: at least one quoted verse with citation per module. Day 1 already includes one if applicable; you may add more.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2026-05-28T06:10:05Z</dcterms:created>
  <dcterms:modified xsi:type="dcterms:W3CDTF">2026-05-28T06:10:05Z</dcterms:modified>
</cp:coreProperties>
</file>