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Five Elements as Ecological Frame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link module 2 pañcabhūta to ecology — interconnection.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yajña; lit. "cycle of giving and receiving (BG 3.10–14)")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Five Elements as Ecological Frame.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2026-05-25T09:31:26Z</dcterms:created>
  <dcterms:modified xsi:type="dcterms:W3CDTF">2026-05-25T09:31:26Z</dcterms:modified>
</cp:coreProperties>
</file>