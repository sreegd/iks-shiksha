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5D1D2E"/>
                </a:solidFill>
                <a:latin typeface="Times New Roman" pitchFamily="34" charset="0"/>
                <a:ea typeface="Times New Roman" pitchFamily="34" charset="-122"/>
                <a:cs typeface="Times New Roman" pitchFamily="34" charset="-120"/>
              </a:rPr>
              <a:t>Day 2 — Five Elements as Ecological Frame</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Module:</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Indic Ecology — Vasudhaiva Kuṭumbakam · </a:t>
            </a:r>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Band:</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Senior · </a:t>
            </a:r>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Time:</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45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Learning objective</a:t>
            </a:r>
            <a:endParaRPr lang="en-US" sz="1800" dirty="0"/>
          </a:p>
        </p:txBody>
      </p:sp>
      <p:sp>
        <p:nvSpPr>
          <p:cNvPr id="6" name="Text 4"/>
          <p:cNvSpPr/>
          <p:nvPr/>
        </p:nvSpPr>
        <p:spPr>
          <a:xfrm>
            <a:off x="406301" y="163785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By the end of this lesson, students will: link module 2 pañcabhūta to ecology — interconnection.</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Materials</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Whiteboard / chart paper – Notebook, pen per student</a:t>
            </a:r>
            <a:endParaRPr lang="en-US" sz="1200" dirty="0"/>
          </a:p>
        </p:txBody>
      </p:sp>
      <p:sp>
        <p:nvSpPr>
          <p:cNvPr id="5" name="Text 3"/>
          <p:cNvSpPr/>
          <p:nvPr/>
        </p:nvSpPr>
        <p:spPr>
          <a:xfrm>
            <a:off x="634901" y="117306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(See lesson-plan.md for any day-specific materials)</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Vocabulary introduced today</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A1A1A"/>
                </a:solidFill>
                <a:latin typeface="Georgia" pitchFamily="34" charset="0"/>
                <a:ea typeface="Georgia" pitchFamily="34" charset="-122"/>
                <a:cs typeface="Georgia" pitchFamily="34" charset="-120"/>
              </a:rPr>
              <a:t>yajña</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(IAST: yajña; lit. "cycle of giving and receiving (BG 3.10–14)")</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Warm-up (5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Daily check-in: one-sentence response to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"What's one thing you remember about yesterday's lesson?"</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 Hook: introduce a phenomenon or question that motivates today's concept.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Core (20 min)</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Recall Module 2's pañcabhūta.</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Earth, water, fire, air, space — the five elements seen as both physical and pervasive.</a:t>
            </a:r>
            <a:endParaRPr lang="en-US" sz="1200" dirty="0"/>
          </a:p>
        </p:txBody>
      </p:sp>
      <p:sp>
        <p:nvSpPr>
          <p:cNvPr id="5" name="Text 3"/>
          <p:cNvSpPr/>
          <p:nvPr/>
        </p:nvSpPr>
        <p:spPr>
          <a:xfrm>
            <a:off x="634901" y="1266974"/>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The interconnection principle.</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No element exists alone. Earth needs water to support life. Water needs space to flow. Air needs warmth (fire) to circulate. Space contains all. This is the COSMOLOGICAL grounding for ecological ethics.</a:t>
            </a:r>
            <a:endParaRPr lang="en-US" sz="1200" dirty="0"/>
          </a:p>
        </p:txBody>
      </p:sp>
      <p:sp>
        <p:nvSpPr>
          <p:cNvPr id="6" name="Text 4"/>
          <p:cNvSpPr/>
          <p:nvPr/>
        </p:nvSpPr>
        <p:spPr>
          <a:xfrm>
            <a:off x="634901" y="2061716"/>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Modern translation.</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Ecosystems = elemental cycles (carbon, nitrogen, water cycles). The pañcabhūta framework essentially names: matter (earth), water cycle (ap), energy (tejas), atmosphere (vāyu), and the systemic interconnection (ākāśa).</a:t>
            </a:r>
            <a:endParaRPr lang="en-US" sz="1200" dirty="0"/>
          </a:p>
        </p:txBody>
      </p:sp>
      <p:sp>
        <p:nvSpPr>
          <p:cNvPr id="7" name="Text 5"/>
          <p:cNvSpPr/>
          <p:nvPr/>
        </p:nvSpPr>
        <p:spPr>
          <a:xfrm>
            <a:off x="634901" y="2856458"/>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Source.</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Bhagavad Gītā 13.5 lists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mahā-bhūtāni</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the gross elements — as one of the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kṣetra</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(field) categories. The conceptual frame is in place by ~2nd century BCE.</a:t>
            </a:r>
            <a:endParaRPr lang="en-US" sz="1200" dirty="0"/>
          </a:p>
        </p:txBody>
      </p:sp>
      <p:sp>
        <p:nvSpPr>
          <p:cNvPr id="8" name="Text 6"/>
          <p:cNvSpPr/>
          <p:nvPr/>
        </p:nvSpPr>
        <p:spPr>
          <a:xfrm>
            <a:off x="634901" y="3445520"/>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Discussion.</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"If we damage one element — pollute air, contaminate water, deforest land — what happens to the others?"</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Modern climate science answers concretely.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"Indic ecology says these aren't separate problems."</a:t>
            </a:r>
            <a:endParaRPr lang="en-US" sz="1200" dirty="0"/>
          </a:p>
        </p:txBody>
      </p:sp>
      <p:sp>
        <p:nvSpPr>
          <p:cNvPr id="9" name="Text 7"/>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Activity (15 min)</a:t>
            </a:r>
            <a:endParaRPr lang="en-US" sz="1800" dirty="0"/>
          </a:p>
        </p:txBody>
      </p:sp>
      <p:sp>
        <p:nvSpPr>
          <p:cNvPr id="4" name="Text 2"/>
          <p:cNvSpPr/>
          <p:nvPr/>
        </p:nvSpPr>
        <p:spPr>
          <a:xfrm>
            <a:off x="406301" y="870942"/>
            <a:ext cx="8498026" cy="43606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A scaled version of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Sacred Grove (or Local Ecology) Mapping</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(see </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activities/</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Today's slice: focus on the part of the activity that reinforces Five Elements as Ecological Frame.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Wrap-up (5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One-sentence exit ticket: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"What's one thing you learned today?"</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 Preview tomorrow.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Homework</a:t>
            </a:r>
            <a:endParaRPr lang="en-US" sz="1800" dirty="0"/>
          </a:p>
        </p:txBody>
      </p:sp>
      <p:sp>
        <p:nvSpPr>
          <p:cNvPr id="4" name="Text 2"/>
          <p:cNvSpPr/>
          <p:nvPr/>
        </p:nvSpPr>
        <p:spPr>
          <a:xfrm>
            <a:off x="406301" y="870942"/>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(See </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homework.md</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for today's task.)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Differentiation</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Extension:</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offer one open question or extra problem for fast finishers.</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Support:</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pair students who need scaffolds; offer partial outlines.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Teacher notes</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Citations: at least one quoted verse with citation per module. Day 1 already includes one if applicable; you may add more. – Connect to prior modules where natural (especially Module 2 pañcabhūta).</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Senior</dc:title>
  <dc:subject>PptxGenJS Presentation</dc:subject>
  <dc:creator>IKS Curriculum</dc:creator>
  <cp:lastModifiedBy>IKS Curriculum</cp:lastModifiedBy>
  <cp:revision>1</cp:revision>
  <dcterms:created xsi:type="dcterms:W3CDTF">2026-05-28T04:35:42Z</dcterms:created>
  <dcterms:modified xsi:type="dcterms:W3CDTF">2026-05-28T04:35:42Z</dcterms:modified>
</cp:coreProperties>
</file>