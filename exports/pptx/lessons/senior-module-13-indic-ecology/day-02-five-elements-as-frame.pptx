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2 — Five Elements as Ecological Frame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6" name="Text 4"/>
          <p:cNvSpPr/>
          <p:nvPr/>
        </p:nvSpPr>
        <p:spPr>
          <a:xfrm>
            <a:off x="406301" y="16378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link module 2 pañcabhūta to ecology — interconnection.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Whiteboard / chart paper – Notebook, pen per student</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yajña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yajña; lit. "cycle of giving and receiving (BG 3.10–14)")</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Daily check-in: one-sentence response to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Recall Module 2's pañcabhūta.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Earth, water, fire, air, space — the five elements seen as both physical and pervasive.</a:t>
            </a:r>
            <a:endParaRPr lang="en-US" sz="1200" dirty="0"/>
          </a:p>
        </p:txBody>
      </p:sp>
      <p:sp>
        <p:nvSpPr>
          <p:cNvPr id="5" name="Text 3"/>
          <p:cNvSpPr/>
          <p:nvPr/>
        </p:nvSpPr>
        <p:spPr>
          <a:xfrm>
            <a:off x="634901" y="126697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interconnection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No element exists alone. Earth needs water to support life. Water needs space to flow. Air needs warmth (fire) to circulate. Space contains all. This is the COSMOLOGICAL grounding for ecological ethics.</a:t>
            </a:r>
            <a:endParaRPr lang="en-US" sz="1200" dirty="0"/>
          </a:p>
        </p:txBody>
      </p:sp>
      <p:sp>
        <p:nvSpPr>
          <p:cNvPr id="6" name="Text 4"/>
          <p:cNvSpPr/>
          <p:nvPr/>
        </p:nvSpPr>
        <p:spPr>
          <a:xfrm>
            <a:off x="634901" y="2061716"/>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translation.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Ecosystems = elemental cycles (carbon, nitrogen, water cycles). The pañcabhūta framework essentially names: matter (earth), water cycle (ap), energy (tejas), atmosphere (vāyu), and the systemic interconnection (ākāśa).</a:t>
            </a:r>
            <a:endParaRPr lang="en-US" sz="1200" dirty="0"/>
          </a:p>
        </p:txBody>
      </p:sp>
      <p:sp>
        <p:nvSpPr>
          <p:cNvPr id="7" name="Text 5"/>
          <p:cNvSpPr/>
          <p:nvPr/>
        </p:nvSpPr>
        <p:spPr>
          <a:xfrm>
            <a:off x="634901" y="2856458"/>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Bhagavad Gītā 13.5 lists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mahā-bhūtāni</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the gross elements — as one of the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kṣetra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(field) categories. The conceptual frame is in place by ~2nd century BCE.</a:t>
            </a:r>
            <a:endParaRPr lang="en-US" sz="1200" dirty="0"/>
          </a:p>
        </p:txBody>
      </p:sp>
      <p:sp>
        <p:nvSpPr>
          <p:cNvPr id="8" name="Text 6"/>
          <p:cNvSpPr/>
          <p:nvPr/>
        </p:nvSpPr>
        <p:spPr>
          <a:xfrm>
            <a:off x="634901" y="3445520"/>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Discussion.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"If we damage one element — pollute air, contaminate water, deforest land — what happens to the others?"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Modern climate science answers concretely.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"Indic ecology says these aren't separate problems."</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Five Elements as Ecological Frame.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One-sentence exit ticket: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Citations: at least one quoted verse with citation per module. Day 1 already includes one if applicable; you may add more. – 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2026-05-25T16:42:51Z</dcterms:created>
  <dcterms:modified xsi:type="dcterms:W3CDTF">2026-05-25T16:42:51Z</dcterms:modified>
</cp:coreProperties>
</file>