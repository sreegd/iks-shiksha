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Sacred Groves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devarakāḍu and similar groves as biodiversity reserves.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devarakāḍu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devarakāḍu; lit. "sacred grove (Karnataka, S. India)")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sacred grove.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Patches of native forest preserved by community tradition, often associated with a deity, sage, or ancestor. Hunting, cutting, and even firewood collection are prohibited.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examples.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Devarakāḍu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(Karnataka)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Kāvu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(Kerala)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Devarakad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(Maharashtra)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(Jharkhand, Odisha, Bihar — tribal areas)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Ecological function.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Despite covering &lt;0.1% of India's forest area, sacred groves preserve disproportionate biodiversity: endemic species, medicinal plants, water-table recharge zones. Madhav Gadgil's research (1992 and onward) documented this.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Pṛthivī Sūkta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(Atharva Veda 12.1) — particularly verses 11–13 on forests. Modern source: Gadgil &amp; Guha,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Fissured Land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(1992).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researches one sacred grove (or biodiversity site) in their region and prepares a 1-page report. Map the grove, list flora/fauna, document traditional protection rules.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Sacred Groves.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2026-05-28T06:09:43Z</dcterms:created>
  <dcterms:modified xsi:type="dcterms:W3CDTF">2026-05-28T06:09:43Z</dcterms:modified>
</cp:coreProperties>
</file>