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Sacred Groves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Indic Ecology — Vasudhaiva Kuṭumbakam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identify devarakāḍu and similar groves as biodiversity reserves.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devarakāḍu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devarakāḍu; lit. "sacred grove (Karnataka, S. India)")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Sacred Groves.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2026-05-28T04:35:50Z</dcterms:created>
  <dcterms:modified xsi:type="dcterms:W3CDTF">2026-05-28T04:35:50Z</dcterms:modified>
</cp:coreProperties>
</file>