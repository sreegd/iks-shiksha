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 — Vasudhaiva Kuṭumbakam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Indic Ecology — Vasudhaiva Kuṭumbakam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identify the source verse and explain the principle.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Vasudhaiva Kuṭumbakam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Vasudhaiva Kuṭumbakam; lit. ""the world is one family" — Mahā Upaniṣad 6.71")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Primary source (today's reading)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Mahā Upaniṣad 6.71–73 — vasudhaiva kuṭumbakam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verse.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From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Mahā Upaniṣad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6.71–73: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61198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266974"/>
            <a:ext cx="0" cy="611981"/>
          </a:xfrm>
          <a:prstGeom prst="line">
            <a:avLst/>
          </a:prstGeom>
          <a:noFill/>
          <a:ln w="57150">
            <a:solidFill>
              <a:srgbClr val="99792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4574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ayaṁ nijaḥ paro veti gaṇanā laghu-cetasām / udāra-caritānāṁ tu vasudhaiva kuṭumbakam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//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6301" y="196780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Translation: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"'This is mine, that is another's' — such reckoning is for the narrow-minded. For the great-hearted, the entire earth is one family."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Etymology.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Vasudhā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earth (literally "wealth-holder").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indeed.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Kuṭumbakam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diminutive of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kuṭumba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(family), so "little family" or "the dear family."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 clarification.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Also widely cited as appearing in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Pañcatantra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Hitopadeśa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Mahā Upaniṣad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attestation is most commonly cited in academic contexts.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ecological reading.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Not just a humanist statement — it's a principle of moral inclusion that extends to all life, all of nature. Read with the modern climate crisis in view, it becomes a foundational text for Indian environmental ethics.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Critical caveat.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Pre-modern India was NOT universally eco-friendly. Forest clearance, soil degradation, and over-hunting also occurred. The TEXT articulates an ideal; the PRACTICE varied. Distinguish ethical framework from historical record.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Vasudhaiva Kuṭumbakam.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2026-05-28T06:09:25Z</dcterms:created>
  <dcterms:modified xsi:type="dcterms:W3CDTF">2026-05-28T06:09:25Z</dcterms:modified>
</cp:coreProperties>
</file>