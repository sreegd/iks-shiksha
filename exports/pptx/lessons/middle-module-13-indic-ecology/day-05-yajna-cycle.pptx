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Yajña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The Ecological Cycle (Gītā 3.10–14)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 Ecology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read Bhagavad Gītā 3.10–14 in translation, identify the four-stage circulation (action → sacrifice → rain → food → beings → action), and articulate why "give back"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optional.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handout: BG 3.10–14 in IAST with translation, one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Coloured markers (or four colours of sticky notes) — for diagramming the cycle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paper, one per pair, for the cycle-diagram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yajña; lit. "offering, sacrifice") — a reciprocal ritual or action of giving. In an ecological reading, every act that gives something back to the system from which we drew.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karma; lit. "action, work") — any deliberate action.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parjanya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parjanya; lit. "rain, rain-cloud") — rain treated as a being / process in the cycle.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anna; lit. "food") — food, sustenance.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bhūta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bhūta) — being, living creature. (Not the same use as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where it means element.)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on the board: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in nature gave you something today? Did you give anything back?"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Two students share.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"Today's text gives you a 3,000-year-old answer to that question — and the answer is: giving back is not extra. It's the cycle."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BG 3.14 first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line every student should walk out remembering):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134302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134302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annād bhavanti bhūtāni parjanyād anna-sambhavaḥ / yajñād bhavati parjanyo yajñaḥ karma-samudbhavaḥ //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9575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"Beings come from food. Food comes from rain. Rain comes from sacrifice. Sacrifice comes from action." — Bhagavad Gītā 3.14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the cycle on the board.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Draw four nodes in a circle, with arrows: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7423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2174230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(karma)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sacrifice (yajña)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rain (parjanya)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8834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0579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 (anna)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2325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4071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beings (bhūtāni)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258172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275629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(karma) — completes the circle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BG 3.10–13 as context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(handout). Key ideas: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 of creating beings included the act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they were created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being who eats food without offering it first "eats theft."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who eat the leftovers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freed of fault.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ecological re-reading.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classical reading is ritual: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meant a fire offering with specific Vedic formulae. But the structure of the verse is more general: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puts something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(work, energy, attention).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something has to be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 a god, to a guest, to the field, to the river) — not just consumed.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responds (rain comes; food grows; beings live).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beings act, closing the loop.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modern ecological language: every act of consumption must be balanced by an act of contribution, or the system runs down. Take more than you give → drought, depletion, climate change, soil exhaustion.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differs from "be sustainable."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Gītā does not say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 little less wasteful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says: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you take, give back deliberately, or the cycle breaks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verse is structural, not moralistic.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Cycle Diagrams for Real Things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pick one everyday consumption and draw the full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cycle for it: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glass of water from the tap.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plate of rice and dal.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5-minute scroll on a phone.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Cycle Diagrams for Real Things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draw four nodes: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action that started this.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 was given (or should be given) to produce this thing.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parjanya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natural process that sustains it (rain, sun, soil, electrical grid).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thing actually consumed.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Cycle Diagrams for Real Things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each, they answer: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 which point in the cycle do you, the consumer, give back?"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Cycle Diagrams for Real Things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to seed: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Water: someone has to maintain the source, the pipe, the treatment plant. Most consumers do nothing.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Rice: someone grew it; someone harvested it; the soil sustained it. The consumer's "yajña" is paying a fair price + not wasting food.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Phone-scroll: the algorithm consumed your attention. What did you give back? (Mostly nothing — that's a real problem.)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5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Mid-module check (formative quiz, 10 min if time allows; otherwise homework).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"One thing I consumed yesterday for which I gave nothing back: _______. One small giving back I will do this week: _______."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22659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22659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yajña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cycle.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"Beings come from food. Food comes from rain. Rain comes from sacrifice. Sacrifice comes from action." &gt; — Bhagavad Gītā 3.14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cycle has four stages: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deliberate action.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Yajña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giving something back from that action.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6504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Parjanya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natural processes (rain, sun, soil) that respond.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9195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food / sustenance that returns.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31886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...which feeds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bhūtāni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beings — who do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again. The circle closes.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051" y="345772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Gītā's claim is that the cycle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into how reality works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Take more than you give, and the cycle breaks. Climate change, soil exhaustion, water tables falling — these are descriptions of broken cycles.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own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diagram for one thing you consume regularly that we did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today (e.g. school uniform, electricity for fan, a packaged snack). Identify the point where you, the consumer, currently give nothing back — and propose one realistic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BG 3.10–14 alongside one paragraph from a modern ecological-economics source on "externalities" (you can use a Wikipedia summary). Where do the two frameworks describe the same thing in different words? Where do they differ?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just BG 3.14 in translation: "Beings come from food. Food comes from rain. Rain comes from sacrifice. Sacrifice comes from action." That's enough for now.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4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read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"religious sacrifice" and shut down. Push: the etymology is just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"to offer, to honour, to give." A meal you cook for a parent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Paying taxes that fund a sewage plant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Sharing food at a festival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ritual fire-offering is one form, not the only form.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teaching this as "the Gītā is about ecology." It's not — it's primarily about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karma-yoga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discipline of action). But the cosmological premise embedded in 3.10–14 happens to be ecological in form. We're reading one strand, not claiming the whole text.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for the "and that's why everything ancient was right" overswing. The verse is a useful frame; it does not, by itself, tell you how to fix sewage.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Bhagavad Gītā 3.14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quoted in IAST with translation. Text per standard editions; verse cluster 3.10–14 is uncontroversial across recensions.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context (3.10–13) summarised in the handout, not separately quoted here.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2026-05-28T05:55:40Z</dcterms:created>
  <dcterms:modified xsi:type="dcterms:W3CDTF">2026-05-28T05:55:40Z</dcterms:modified>
</cp:coreProperties>
</file>