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i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The Ecological Cycle (Gītā 3.10–14)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Indic Ecology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read Bhagavad Gītā 3.10–14 in translation, identify the four-stage circulation (action → sacrifice → rain → food → beings → action), and articulate why "give back"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optional.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handout: BG 3.10–14 in IAST with translation, one per student – Coloured markers (or four colours of sticky notes) — for diagramming the cycle – A4 paper, one per pair, for the cycle-diagram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yajña; lit. "offering, sacrifice") — a reciprocal ritual or action of giving. In an ecological reading, every act that gives something back to the system from which we drew.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karma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karma; lit. "action, work") — any deliberate action.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parjanya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parjanya; lit. "rain, rain-cloud") — rain treated as a being / process in the cycle.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anna; lit. "food") — food, sustenance.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bhūta) — being, living creature. (Not the same use as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pañcabhūta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where it means element.)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"Who in nature gave you something today? Did you give anything back?"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Two students share. – Bridge: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"Today's text gives you a 3,000-year-old answer to that question — and the answer is: giving back is not extra. It's the cycle."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BG 3.14 first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line every student should walk out remembering):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annād bhavanti bhūtāni parjanyād anna-sambhavaḥ / &gt; yajñād bhavati parjanyo yajñaḥ karma-samudbhavaḥ //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 &gt; &gt; "Beings come from food. Food comes from rain. Rain comes from sacrifice. Sacrifice comes from action." &gt; — Bhagavad Gītā 3.14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8298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 the cycle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Draw four nodes in a circle, with arrows: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66367"/>
            <a:ext cx="8331398" cy="217423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366367"/>
            <a:ext cx="0" cy="2174230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49331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(karma)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66789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84246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sacrifice (yajña)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301704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319161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rain (parjanya)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3661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54077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food (anna)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71534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88992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beings (bhūtāni)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406449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423907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(karma) — completes the circle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4901" y="464209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BG 3.10–13 as context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(handout). Key ideas: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06301" y="501282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act of creating beings included the act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they were created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The being who eats food without offering it first "eats theft." – Those who eat the leftovers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are freed of fault.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4901" y="5528221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ecological re-reading.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classical reading is ritual: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meant a fire offering with specific Vedic formulae. But the structure of the verse is more general: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06301" y="610463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Action puts something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(work, energy, attention). – That something has to be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(to a god, to a guest, to the field, to the river) — not just consumed. – The system responds (rain comes; food grows; beings live). – And the beings act, closing the loop.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06301" y="682064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modern ecological language: every act of consumption must be balanced by an act of contribution, or the system runs down. Take more than you give → drought, depletion, climate change, soil exhaustion.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4901" y="733603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differs from "be sustainable."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Gītā does not say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a little less wasteful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It says: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you take, give back deliberately, or the cycle breaks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verse is structural, not moralistic.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6301" y="798864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Cycle Diagrams for Real Things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pick one everyday consumption and draw the full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cycle for it: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glass of water from the tap.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plate of rice and dal.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C: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5-minute scroll on a phone.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They draw four nodes: 1.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karma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action that started this. 2.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what was given (or should be given) to produce this thing. 3.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parjanya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natural process that sustains it (rain, sun, soil, electrical grid). 4.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thing actually consumed.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8969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For each, they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"At which point in the cycle do you, the consumer, give back?"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379166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Examples to seed:   – Water: someone has to maintain the source, the pipe, the treatment plant. Most consumers do nothing.   – Rice: someone grew it; someone harvested it; the soil sustained it. The consumer's "yajña" is paying a fair price + not wasting food.   – Phone-scroll: the algorithm consumed your attention. What did you give back? (Mostly nothing — that's a real problem.)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Mid-module check (formative quiz, 10 min if time allows; otherwise homework).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quizzes/formative.md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Part 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790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"One thing I consumed yesterday for which I gave nothing back: _______. One small giving back I will do this week: _______."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65033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65033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cycle.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"Beings come from food. Food comes from rain. Rain comes from sacrifice. Sacrifice comes from action." &gt; — Bhagavad Gītā 3.14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cycle has four stages: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Karma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deliberate action.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Yajña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giving something back from that action.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Parjanya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natural processes (rain, sun, soil) that respond.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food / sustenance that returns.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...which feeds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bhūtāni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beings — who do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karma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again. The circle closes.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881461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Gītā's claim is that the cycle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into how reality works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Take more than you give, and the cycle breaks. Climate change, soil exhaustion, water tables falling — these are descriptions of broken cycles.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Make your own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diagram for one thing you consume regularly that we did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today (e.g. school uniform, electricity for fan, a packaged snack). Identify the point where you, the consumer, currently give nothing back — and propose one realistic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BG 3.10–14 alongside one paragraph from a modern ecological-economics source on "externalities" (you can use a Wikipedia summary). Where do the two frameworks describe the same thing in different words? Where do they differ?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just BG 3.14 in translation: "Beings come from food. Food comes from rain. Rain comes from sacrifice. Sacrifice comes from action." That's enough for now.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Some students will read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"religious sacrifice" and shut down. Push: the etymology is just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"to offer, to honour, to give." A meal you cook for a parent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Paying taxes that fund a sewage plant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Sharing food at a festival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yajña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ritual fire-offering is one form, not the only form. – Avoid teaching this as "the Gītā is about ecology." It's not — it's primarily about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karma-yoga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discipline of action). But the cosmological premise embedded in 3.10–14 happens to be ecological in form. We're reading one strand, not claiming the whole text. – Watch out for the "and that's why everything ancient was right" overswing. The verse is a useful frame; it does not, by itself, tell you how to fix sewage.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Bhagavad Gītā 3.14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quoted in IAST with translation. Text per standard editions; verse cluster 3.10–14 is uncontroversial across recensions.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Verse context (3.10–13) summarised in the handout, not separately quoted here. –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2026-05-25T08:55:47Z</dcterms:created>
  <dcterms:modified xsi:type="dcterms:W3CDTF">2026-05-25T08:55:47Z</dcterms:modified>
</cp:coreProperties>
</file>