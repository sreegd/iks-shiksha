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i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Iṣopaniṣad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Mantra 1: Use, Don't Grab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Indic Ecology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recite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Iṣopaniṣad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mantra 1, identify the three injunctions it contains (treat all as enveloped by the divine; enjoy by renouncing; do not covet), and apply the "use, don't grab" ethic to one specific consumption habit of their own.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Printed handout: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Iṣopaniṣad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mantra 1 in IAST + translation, one per student – Notebook – Whiteboard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155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īśa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īśa; lit. "lord, controller") — the supreme principle / divinity. The Upaniṣad is named after the first word of mantra 1.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īśāvāsya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īśāvāsya) — "to-be-enveloped-by-the-lord," i.e. permeated by the divine.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jagat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jagat; lit. "what moves") — the moving / changing world.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tyakta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tyakta; lit. "renounced, given up") — what is given up, set aside, surrendered.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bhuñjīthāḥ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bhuñjīthāḥ) — "you may enjoy / partake / use."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gṛdhaḥ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gṛdhaḥ; lit. "grasping, coveting") — greed, desire to grab.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ahiṁsā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ahiṁsā; lit. "non-harm") — non-injury to living beings; the first of Patañjali's five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(Bridge from Module 8.)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On the board: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"Name one thing you used today that wasn't yours."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(Air. Sunlight. The road. The bench. The teacher's time.) – Take 4–5 quick answers.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38633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"Now — did you 'grab' it, or 'use' it? What's the difference?"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Don't resolve. The mantra resolves it.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"What do I grab without asking?"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Each student takes 5 minutes alone with their notebook. –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"List five specific things you took today without asking — and decide, for each, whether you 'used' it or 'grabbed' it."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Examples to seed: – Took 5 sheets of printer paper for 2 sheets of work. ← Grab. – Drank a glass of water at the school cooler. ← Use. – Threw away half a plate of food at lunch. ← Grab. – Listened to a teacher's full explanation. ← Use. – Cut a flower off the plant for fun. ← Grab.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80022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Pairs share two from their list. Pairs help each other classify.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10234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Whole-class discussion (5 min):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"Of the grabs we listed — which is the easiest one to stop? Which is the hardest? Why?"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(slip of paper):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"My one specific habit-grab from now on will be a use, not a grab. Specifically: I will _______ instead of _______."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Preview Day 8: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 look at the biggest grab humanity is collectively making — climate change. Then we put the framework to work."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61223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61223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Iṣopaniṣad mantra 1: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īśāvāsyam idaṁ sarvaṁ yat kiñca jagatyāṁ jagat / &gt; tena tyaktena bhuñjīthā mā gṛdhaḥ kasya svid dhanam //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 &gt; &gt; "All this — whatever moves in this moving world — is enveloped by the Lord. &gt; By that renunciation, enjoy. Do not covet anyone's wealth."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verse gives three rules: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43299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Nothing is yours by default. 2. Use what is given. Don't claim more. 3. Don't grab from anyone — human, being, or planet.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843361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Indic tradition extended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ahiṁsā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(non-harm) to all of life. Don't harm what you don't need to harm. Don't waste what you took. Don't take from a being's last resource.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Pick one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your list today. For 24 hours, replace it with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Be specific. Bring tomorrow a 3-sentence note on whether it worked.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4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Compare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 tyaktena bhuñjīthāḥ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the modern concept of "the commons" (a resource shared by a community, with rules against private grabbing). Elinor Ostrom won the 2009 Nobel in Economics for showing how communities self-organise to manage commons. What does the Upaniṣad add that economics doesn't?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just the second half of the mantra: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"By renouncing, enjoy. Do not covet anyone's wealth."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That's the practical rule.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Sanskrit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bhuñjīthāḥ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optative form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bhuj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"to enjoy, eat, partake." Translators often use "enjoy"; "use" or "partake" works equally well. – Some students will ask, "But this is asking me to give up things — isn't that asceticism?" Push back gently: no, the verse says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enjoy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renunciation is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of using. You can enjoy your meal; the renunciation is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attitude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says "this is mine and only mine."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812875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gṛdhaḥ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second-person prohibition: "do not grab") shares a root with "vulture"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gṛdhra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The image is sharp. You can use it.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389287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Avoid moralising. The exercise is about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distinction between use and grab. Most adults haven't done this exercise. The students will do it more honestly than we will.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Īśa Upaniṣad mantra 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quoted in IAST with translation. Text per the standard Mādhyandina recension; identical to Śukla Yajur Veda 40.1.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editions used.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2026-05-25T16:33:32Z</dcterms:created>
  <dcterms:modified xsi:type="dcterms:W3CDTF">2026-05-25T16:33:32Z</dcterms:modified>
</cp:coreProperties>
</file>