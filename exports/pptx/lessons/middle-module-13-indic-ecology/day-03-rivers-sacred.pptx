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Rivers as Sacred: Protection by Reverence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 Ecology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explain how treating a river as sacred functioned (sometimes well, sometimes poorly) as a method of protection in the Indic tradition, name the seven traditionally sacred rivers, and locate the nearest river to their own home.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Map of India, paper or projected – Printed handout: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sapta-sindhu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invocation (a short stanza traditionally chanted at bathing) with translation – Two photographs: a clean stretch of a sacred river (upper Yamunā in Yamunotri, or the Gaṅgā at Devprayag) and a polluted stretch (Yamunā at Delhi, Gaṅgā at Kanpur) – Notebook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sindhu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sindhu) — "river, ocean." Also the name of the Indus river system.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sapta-sindhu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sapta-sindhu; lit. "seven rivers") — a traditional list of seven sacred rivers.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snāna) — "bath, ritual washing."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tīrtha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tīrtha; lit. "ford, crossing") — a sacred site, often on a river.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the two photographs side by side — same river, different stretches. – Ask: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religion. Same river. Same name. Why does one look sacred and the other look like a sewer?"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2–3 student responses. Don't resolve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rivers.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Gaṅgā · Yamunā · Sarasvatī · Sindhu · Godāvarī · Narmadā · Kāverī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invocation (read, don't memorise):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gaṅge ca yamune caiva godāvari sarasvati / &gt; narmade sindho kāveri jale 'smin sannidhiṁ kuru //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&gt; &gt; "O Gaṅgā, Yamunā, Godāvarī, Sarasvatī, Narmadā, Sindhu, Kāverī — be present in this water."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3600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verse is chanted while pouring even a glass of water before drinking, in many households. The idea: every drop of water carries the dignity of every great river.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85139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"sacred" did in 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a river is sacred: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322212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You don't urinate or defecate in it (taboo). – You don't dump bodies (well — you cremate, then immerse ash, with rules). – You don't drain it for one farmer's field at the cost of the village. – You build steps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ghāṭ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it; you maintain those steps.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3724870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river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sacred — or when the sacredness gets only ritual attention and not behavioural attention — you get the second photograph.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4240262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system worked and where it broke.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Sacred-status protected upper-stretch rivers and small streams in many villages for centuries. It did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 the urban stretches once cities grew, industry came, and population grew faster than the river could absorb. The Gaṅgā at Haridwar (upper) is still relatively clean; at Kanpur (urban industrial) it is among India's most polluted stretches.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52280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honest pattern: the tradition gave us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 attitude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solution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Both are needed.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901" y="5530155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contemporary state — quick numbers.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(Source: Central Pollution Control Board, government of India, annual river-water-quality reports.) Of India's major river stretches monitored, more than 100 are in the "polluted" category (Class C or worse). Sewage is the primary cause. Industrial effluent is the second.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6312247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remedy is being attempted — Namami Gange (the national clean-up programme) is one example. The tradition can supply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(this river is sacred — we must clean it); the engineers supply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(sewage treatment plants, monitoring, accountability).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710445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Find Your River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writes: 1.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nearest river / lake / large drain to your home. 2.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its current state (clean? polluted? trickle? full?). 3.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source of pollution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have noticed any (a particular drain, a particular factory, a particular dump). 4.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considered sacred locally?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(Yes / no / don't know.) – Pairs share. Two pairs are picked to share with the class. – The teacher catalogues the rivers / lakes that come up; this list is used on Day 9 for the walk planning.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on a slip of paper (5 questions, 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 for grading.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812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812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sacred rivers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Gaṅgā, Yamunā, Sarasvatī, Sindhu, Godāvarī, Narmadā, Kāverī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invocation chanted before bathing or pouring water: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"O Gaṅgā, Yamunā, Godāvarī, Sarasvatī, Narmadā, Sindhu, Kāverī — be present in this water."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Indic thought, sacred = protected. When a river is sacred, you do not pollute it, drain it, or treat it as private property.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sacred-status alone has not stopped industrial pollution in the urban stretches. The tradition supplies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attitude of care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modern science and policy must supply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and the accountability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Both are needed.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out one thing about your nearest river (or water body) that you didn't know yesterday. Examples: the river's name, where it starts, where it joins another river, whether it is monitored. Write 3 sentences.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Sarasvatī in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sapta-sindhu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 is a "lost river" — the riverbed has been mapped by satellite (Ghaggar-Hakra system) but the river no longer flows. Look up one source on this and bring it tomorrow. What does it mean to call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riverbed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sacred?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three river names — Gaṅgā, Yamunā, Kāverī (north, north, south). The other four can come over the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challenge the "sacred = protected" claim with the Gaṅgā being so polluted. Affirm the challenge. The lesson is precisely that ritual reverence without behavioural follow-through is insufficient. The tradition gave a strong starting point; we have not lived up to it. – Avoid politicising the Namami Gange programme. Focus on it as one effort, with whatever results it has had. – Some classes will have students whose families have done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a sacred river. Invite them to share if they want; do not single them out. The lesson is enriched by lived experience.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sapta-sindhu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invocation — a traditional prayer chanted across many Hindu households; the exact text is found in standard prayer manuals (e.g.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Nitya Karma Pūjā Prakāśa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Not from a single canonical scripture; treated here as a traditional liturgical verse.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665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Central Pollution Control Board (Government of India) annual reports on polluted river stretches — paraphrased, not cited verbatim.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2026-05-28T04:24:46Z</dcterms:created>
  <dcterms:modified xsi:type="dcterms:W3CDTF">2026-05-28T04:24:46Z</dcterms:modified>
</cp:coreProperties>
</file>