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Project Pitch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will: present project pitches;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pitches (3 min each).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presents their environmental-action project: problem identified, principle anchored, plan, expected outcome, measurement.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and feedback (1 min each).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Peers ask one question and offer one suggestion.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Class votes on 3 favourite projects. These will be amplified (school-wide, parent-day presentations).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Summative quiz (20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6940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"Of all the texts and ideas in this module, which one will stay with you the longest? Why?"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writes 2 sentences.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Today's slice: focus on the part of the activity that reinforces Project Pitch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Citations: at least one paraphrase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2026-05-28T05:56:20Z</dcterms:created>
  <dcterms:modified xsi:type="dcterms:W3CDTF">2026-05-28T05:56:20Z</dcterms:modified>
</cp:coreProperties>
</file>