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 — Five Elements Revisited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Indic Ecology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re-state the five elements from Module 2, and re-frame each one as a "family member" of the ecological family — so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vasudhaiva kuṭumbakam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ethic gets concrete, element by element.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Whiteboard – Each student's Module 2 notebook (if available); otherwise a five-row table on the board – Five posters or sheets, one per element, labelled in Sanskrit + English – Sticky notes from Day 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(All from Module 2 — review, do not introduce as new.)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1257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pṛthvī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(earth / solid)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jala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(water / liquid)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tejas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agni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(fire / heat / light)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vāyu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(air / gas / movement)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ākāśa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(space)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51891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today: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821037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bhūta-saṁskāra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bhūta-saṁskāra; lit. "element-care") — a working term we use for "the care we owe each element." This is not a classical compound; we use it as a teaching shorthand.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Read 3–4 anonymous exit slips from yesterday — students' "extended family" examples. – Quick chorus: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were the five elements from Module 2?"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class names them in order.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Re-draw the five-element chart on the board: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295855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reframe.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"In Module 2 we learned the five elements as categories of matter. Today we look at the same five as members of the family."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Each element gives us something; we owe each one something back.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3547616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is an ecological lens.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Modern environmental science uses categories like "atmosphere," "hydrosphere," "lithosphere," "biosphere," etc. The five-element framework is a sensory, everyday version of the same idea. It says: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place you live is made of these five. Notice them. Care for each.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329708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"Earth, water, fire, air, and sky — these five great elements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pañca-mahābhūta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sustain all beings." &gt; — paraphrase from Bhāgavata Purāṇa Canto 3.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83244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(Cited as paraphrase to satisfy Middle-band citation rule; the verse cluster is SB 3.26.40–51 covered in Module 2.)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5134570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"give back" idea.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does a family member do for another? They give, they take, and they don't pollute each other's spaces. We'll come back to this on Day 5 when we read the Bhagavad Gītā on the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yajña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cycle."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578718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Element-as-family poster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066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Group of 4. Each group gets one element-poster. – They fill in: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concrete way this element gives to us, near our school.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(E.g.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vāyu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the breeze through the open windows.)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concrete way we take from this element, near our school.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(E.g.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vāyu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the parents' cars idling outside the gate.)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concrete way to give back to this element, near our school.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(E.g.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vāyu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ask parents to switch off engines during pick-up.) – Posters go up on the wall. They stay up for the rest of the module.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ticket.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Each student writes on a slip: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 element I will pay closest attention to this week is _______, because _______."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6000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Preview Day 3: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we look at the element that has had the most religious attention in India — water, especially rivers."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305050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305050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five elements as family members.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11549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| Element | Gives us | We owe it | |---------|----------|-----------|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pṛthvī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(earth) | Food, ground, minerals | Less waste, less concrete, more compost 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(water) | Drink, growth, cleanness | Less waste, less pollution 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tejas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(fire / energy) | Warmth, light, cooking | Less fossil fuel, more efficiency 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vāyu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(air) | Breath, weather | Less burning, fewer engines 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ākāśa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(space) | Room to live, sound to travel | Less noise, less light at night, less stuff |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2536180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five elements are not five things "out there." They are five members of the family the verse calls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kuṭumba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Walk for 5 minutes anywhere near your home. Notice ONE specific way one element is being mistreated (the dump, the dust, the noise, the leaking tap). Write 3 sentences. Bring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Add a sixth row to the table for "biological diversity" (the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jīva-jantu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living creatures). Is biodiversity a sixth element? Or is it already covered by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pṛthvī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 Defend either position.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Stick to two elements that feel obvious to you (e.g. water and air). The others will sink in over the week.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279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Some students (correctly) will say "polluting space doesn't make sense — space is just space." Push: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"Have you ever been kept awake by a neighbour's loud TV? Have you been blinded by a glaring street light? That's polluting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ākāśa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five-element frame's strength is that it forces us to think about subtle pollutions too. – Don't let "fire" mean "we should stop using electricity." That's not the point. The point is that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tejas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we use is currently mostly from burning fossil fuels; the family relationship is to use less or use cleaner. – Some students will ask about climate change here. Hold them off — Day 8 is the proper place. Today is the framework, not the data.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Paraphrase of Bhāgavata Purāṇa Canto 3 element-cosmology (SB 3.26.40–51) — sourced from Module 2's RAG cache, not re-quoted in full here. – 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2026-05-25T16:33:01Z</dcterms:created>
  <dcterms:modified xsi:type="dcterms:W3CDTF">2026-05-25T16:33:01Z</dcterms:modified>
</cp:coreProperties>
</file>