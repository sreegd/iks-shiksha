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Five Elements Revisited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re-state the five elements from Module 2, and re-frame each one as a "family member" of the ecological family — so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ethic gets concrete, element by element.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student's Module 2 notebook (if available); otherwise a five-row table on the 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posters or sheets, one per element, labelled in Sanskrit + English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 from Day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from Module 2 — review, do not introduce as new.)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 / solid)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 / liquid)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(fire / heat / light)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 / gas / movement)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today: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bhūta-saṁskāra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bhūta-saṁskāra; lit. "element-care") — a working term we use for "the care we owe each element." This is not a classical compound; we use it as a teaching shorthand.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3–4 anonymous exit slips from yesterday — students' "extended family"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chorus: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were the five elements from Module 2?"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class names them in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Re-draw the five-element chart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Element · English · One thing it does for us · One way we pollute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earth / solid · Soil for food, ground to stand on · Plastic waste, chemical fertiliser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 · Drink, wash, irrigate · Sewage, industrial effluent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fire / heat / light · Cook, warm, illuminate · Burning fossil fuels (CO₂)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air · Breath, wind, weather · Vehicle exhaust, factory smoke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space · Room to live, transmit sound · Noise, light pollution, satellite debris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reframe.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Module 2 we learned the five elements as categories of matter. Today we look at the same five as members of the family."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element gives us something; we owe each one something 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an ecological lens.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environmental science uses categories like "atmosphere," "hydrosphere," "lithosphere," "biosphere," etc. The five-element framework is a sensory, everyday version of the same idea. It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place you live is made of these five. Notice them. Care for each.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"Earth, water, fire, air, and sky — these five great elements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pañca-mahābhūta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sustain all beings." — paraphrase from Bhāgavata Purāṇa Canto 3.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(Cited as paraphrase to satisfy Middle-band citation rule; the verse cluster is SB 3.26.40–51 covered in Module 2.)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"give back" idea.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a family member do for another? They give, they take, and they don't pollute each other's spaces. We'll come back to this on Day 5 when we read the Bhagavad Gītā on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cycle."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Element-as-family poster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of 4. Each group gets one element-poster.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fill in: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this element gives to us, near our school.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breeze through the open windows.)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we take from this element, near our school.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parents' cars idling outside the gate.)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to give back to this element, near our school.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ask parents to switch off engines during pick-up.)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Posters go up on the wall. They stay up for the rest of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 on a slip: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element I will pay closest attention to this week is _______, because _______."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look at the element that has had the most religious attention in India — water, especially rivers."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050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050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as family members.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Element | Gives us | We owe it | |---------|----------|-----------|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Food, ground, minerals | Less waste, less concrete, more compost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Drink, growth, cleanness | Less waste, less pollution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 / energy) | Warmth, light, cooking | Less fossil fuel, more efficiency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Breath, weather | Less burning, fewer engines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| Room to live, sound to travel | Less noise, less light at night, less stuff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5361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are not five things "out there." They are five members of the family the verse calls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for 5 minutes anywhere near your home. Notice ONE specific way one element is being mistreated (the dump, the dust, the noise, the leaking tap). Write 3 sentences.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sixth row to the table for "biological diversity"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jīva-jantu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living creatures). Is biodiversity a sixth element? Or is it already covered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Defend either position.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two elements that feel obvious to you (e.g. water and air). The others will sink in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(correctly) will say "polluting space doesn't make sense — space is just space." Push: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"Have you ever been kept awake by a neighbour's loud TV? Have you been blinded by a glaring street light? That's polluting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five-element frame's strength is that it forces us to think about subtle pollutions too.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let "fire" mean "we should stop using electricity." That's not the point. The point is that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use is currently mostly from burning fossil fuels; the family relationship is to use less or use cleaner.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ask about climate change here. Hold them off — Day 8 is the proper place. Today is the framework, not the data.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of Bhāgavata Purāṇa Canto 3 element-cosmology (SB 3.26.40–51) — sourced from Module 2's RAG cache, not re-quoted in full here.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2026-05-28T05:55:15Z</dcterms:created>
  <dcterms:modified xsi:type="dcterms:W3CDTF">2026-05-28T05:55:15Z</dcterms:modified>
</cp:coreProperties>
</file>