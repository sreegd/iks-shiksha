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70098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8 — Climate Change: What's Happening and Why</a:t>
            </a:r>
            <a:endParaRPr lang="en-US" sz="2400" dirty="0"/>
          </a:p>
        </p:txBody>
      </p:sp>
      <p:sp>
        <p:nvSpPr>
          <p:cNvPr id="4" name="Text 2"/>
          <p:cNvSpPr/>
          <p:nvPr/>
        </p:nvSpPr>
        <p:spPr>
          <a:xfrm>
            <a:off x="406301" y="124688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Indic Ecology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57445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98834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Students explain — in their own words — what climate change is, name three observable effects, distinguish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climate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from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weather</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and articulate what the Indic frameworks they've studied can (and cannot) add to a modern response.</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Whiteboard – A simple graph (printed or projected): global average temperature since 1850 (the "hockey stick"). Source: IPCC AR6 Working Group I. – Optional: a 2-minute video clip from the IPCC's outreach material or a reliable news source on a recent extreme-weather event – Notebook</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Vocabulary</a:t>
            </a:r>
            <a:endParaRPr lang="en-US" sz="1800" dirty="0"/>
          </a:p>
        </p:txBody>
      </p:sp>
      <p:sp>
        <p:nvSpPr>
          <p:cNvPr id="4" name="Text 2"/>
          <p:cNvSpPr/>
          <p:nvPr/>
        </p:nvSpPr>
        <p:spPr>
          <a:xfrm>
            <a:off x="634901" y="883593"/>
            <a:ext cx="8102798" cy="174456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climate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the long-term average of weather in a region; measured over decades.</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weather</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what's happening on a particular day or week.</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greenhouse gas (GHG)</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gases (CO₂, methane, N₂O, water vapour) that trap heat in the atmosphere.</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carbon dioxide (CO₂)</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the main long-lived greenhouse gas humans emit.</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anthropogenic</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caused by human activity.</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IPCC</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Intergovernmental Panel on Climate Change; the UN body that compiles climate science.</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SDG</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Sustainable Development Goals (UN, 2015). 17 goals; SDG 13 is "Climate Action."</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Quick poll, hands up: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"Who has heard the phrase 'climate change'? Who knows what it means in one sentence?"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Take 3 student definitions on the board, without correcting yet.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(10 min) — Pair brainstorm: pitch the principle</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Each pair picks ONE of the four Indic ideas they've studied: 1.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vasudhaiva kuṭumbakam</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(one family) 2.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yajña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cycle (give back) 3.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Pṛthivī sūkta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(Earth as mother) 4.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Iṣopaniṣad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mantra (use, don't grab)</a:t>
            </a:r>
            <a:endParaRPr lang="en-US" sz="1200" dirty="0"/>
          </a:p>
        </p:txBody>
      </p:sp>
      <p:sp>
        <p:nvSpPr>
          <p:cNvPr id="5" name="Text 3"/>
          <p:cNvSpPr/>
          <p:nvPr/>
        </p:nvSpPr>
        <p:spPr>
          <a:xfrm>
            <a:off x="406301" y="137368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They write 3 sentences: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"How does this idea help us think about climate change? What does it NOT solve?"</a:t>
            </a:r>
            <a:endParaRPr lang="en-US" sz="1200" dirty="0"/>
          </a:p>
        </p:txBody>
      </p:sp>
      <p:sp>
        <p:nvSpPr>
          <p:cNvPr id="6" name="Text 4"/>
          <p:cNvSpPr/>
          <p:nvPr/>
        </p:nvSpPr>
        <p:spPr>
          <a:xfrm>
            <a:off x="406301" y="166315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This is the precursor to the project pitch on Day 10. Pairs should pick whichever principle they want to anchor their project around.</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Project plan due tomorrow (Day 9 morning).</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Each pair must submit a paragraph stating:</a:t>
            </a:r>
            <a:endParaRPr lang="en-US" sz="1200" dirty="0"/>
          </a:p>
        </p:txBody>
      </p:sp>
      <p:sp>
        <p:nvSpPr>
          <p:cNvPr id="5" name="Text 3"/>
          <p:cNvSpPr/>
          <p:nvPr/>
        </p:nvSpPr>
        <p:spPr>
          <a:xfrm>
            <a:off x="406301" y="1254323"/>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1. Which Indic principle they will anchor on.   2. What local observation they will make on Day 9's walk.   3. What format (poster / audio / action plan) their pitch will take.</a:t>
            </a:r>
            <a:endParaRPr lang="en-US" sz="1200" dirty="0"/>
          </a:p>
        </p:txBody>
      </p:sp>
      <p:sp>
        <p:nvSpPr>
          <p:cNvPr id="6" name="Text 4"/>
          <p:cNvSpPr/>
          <p:nvPr/>
        </p:nvSpPr>
        <p:spPr>
          <a:xfrm>
            <a:off x="406301" y="1757065"/>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One-sentence exit ticket: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"The hardest thing about taking climate change seriously is _______."</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(Honest answers welcome.)</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634901" y="883593"/>
            <a:ext cx="8102798" cy="30093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Project plan paragraph due tomorrow morning.</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See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assessments/project-brief.md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5" name="Text 3"/>
          <p:cNvSpPr/>
          <p:nvPr/>
        </p:nvSpPr>
        <p:spPr>
          <a:xfrm>
            <a:off x="406301" y="1273373"/>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Also: pick one news headline from the last week that mentions climate change, weather extremes, or pollution. Bring a one-sentence summary.</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9370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Read the IPCC AR6 Synthesis Report's "Summary for Policymakers" — first 5 pages only (it's accessible online). Bring one fact tomorrow.</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Focus on one observable effect — the one most visible in your region (heatwaves, floods, monsoon shift). One effect, well understood, is enough.</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170616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Climate change is a politically loaded topic in some classrooms. Stick to the IPCC numbers; they are the consensus scientific source. Avoid the activist framing on either side. – Some students or parents may dispute the science. The classroom position is: "the IPCC is what we are teaching. If you disagree, the place to argue with the science is with peer-reviewed responses to the IPCC, not in this classroom." – Avoid catastrophising. Students at this age can become genuinely anxious about climate news. Frame it as: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this is real, this is serious, this is also being worked on by millions of people including engineers, farmers, and you.</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Avoid the opposite — false hope. Don't say "if we all just plant trees we'll be fine." Plant trees AND change energy systems AND change consumption AND change policy. The Indic frame supplies one thread of this; not the whole rope.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634901" y="883593"/>
            <a:ext cx="8102798" cy="9751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IPCC AR6 Synthesis Report (2023)</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for global temperature figures, the 1.5°C target, and CO₂ concentrations.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UN Sustainable Development Goals (2015)</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for the SDG 13 reference.</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National Action Plan on Climate Change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(Government of India, 2008, with 2022 updates) — for the 8 missions framework.</a:t>
            </a:r>
            <a:endParaRPr lang="en-US" sz="1200" dirty="0"/>
          </a:p>
        </p:txBody>
      </p:sp>
      <p:sp>
        <p:nvSpPr>
          <p:cNvPr id="5" name="Text 3"/>
          <p:cNvSpPr/>
          <p:nvPr/>
        </p:nvSpPr>
        <p:spPr>
          <a:xfrm>
            <a:off x="406301" y="1947565"/>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These are all open / government sources; full references in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2026-05-28T04:25:12Z</dcterms:created>
  <dcterms:modified xsi:type="dcterms:W3CDTF">2026-05-28T04:25:12Z</dcterms:modified>
</cp:coreProperties>
</file>