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700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9 — From Ancient to Action: The Neighbourhood Walk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124688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Indic Ecology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Middle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 (20 min walk + 25 min in-class)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57445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98834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conduct a 15-minute observation walk on or near the school campus, record one specific ecological observation, and draft a single concrete action they will lead — anchored on one Indic principle.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588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Each pair's project plan from yesterday – Notebook + pen – A printed observation sheet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activities/activity-02-eco-walk.md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– Permission slip already on file for off-campus walk (only if leaving campus; on-campus is fine without) – Smartphone with camera if available (one per pair maximum, used only for documentation, not for general phone use)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Vocabulary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(All previous; no new terms today. Today is application.)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walk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Pairs leave together with their sheet. – Teacher walks a perimeter to monitor; no specific guidance during the walk. – Pairs come back to the classroom at 25 min mark.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Each pair reads ONE line of their action plan aloud — the action sentence. – Teacher acknowledges each with a short response (clarify, narrow, encourage). – Tomorrow: 3-minute pitch + summative quiz.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Student-facing content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1612106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1612106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walk has three rules: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1. Stay with your partner. 2. Write down one specific observation — with time and place. 3. Draft one specific action you can actually do.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2051" y="1574155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action criteria: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- Specific (says exactly what you'll do). - Doable in 14 days. - Done by you, not "by someone."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2051" y="2074218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Indic principle anchors your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The observation anchors your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The action is the actual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yajña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Finalise your pitch:   – 3 minutes max.   – Both partners speak.   – Open with the principle. Show the observation. End with the action. – Bring your artefact (poster / audio file on a device / printed plan).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937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Add a "measurement" to your action — how will you know whether it worked? (E.g.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"By Day 14, 5 fewer cars idling at pick-up."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Measured actions are stronger.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Stick to one observation and one action. Skip the measurement. The principle + observation + action is enough.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1279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Some pairs will plan an action they can't actually do. Push back kindly during the post-walk drafting. "Who specifically will you talk to? When?" – Some pairs will plan an action that is too large to do in 14 days. Cut it. "What's the smallest version of this you can do this week?" The 14-day frame is non-negotiable; the rubric on Day 10 reflects this. – The "engine off" sign is the most common student action. Encourage variation — water saving, food waste, biodiversity (a pollinator-friendly corner), noise reduction. Module 13 is about the full five elements, not just air. – If the school is in a context where an outdoor walk isn't feasible (rain, unsafe neighbourhood), do a "windows and corridors" walk inside the building. Same rules.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 in this lesson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None new; today's anchor is the four principles already cited (Days 1, 5, 6, 7).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2026-05-25T16:33:45Z</dcterms:created>
  <dcterms:modified xsi:type="dcterms:W3CDTF">2026-05-25T16:33:45Z</dcterms:modified>
</cp:coreProperties>
</file>