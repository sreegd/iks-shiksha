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From Ancient to Action: The Neighbourhood Walk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(20 min walk + 25 min in-class)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conduct a 15-minute observation walk on or near the school campus, record one specific ecological observation, and draft a single concrete action they will lead — anchored on one Indic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7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pair's project plan from yesterday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+ pen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printed observation sheet (see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activities/activity-02-eco-walk.md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slip already on file for off-campus walk (only if leaving campus; on-campus is fine without)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Smartphone with camera if available (one per pair maximum, used only for documentation, not for general phone use)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 previous; no new terms today. Today is application.)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Pre-walk briefing (10 min — in class)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project plan paragraph.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pair confirms: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anchor Indic principle.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walk objective.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format (poster / 2-min audio / action plan).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Pre-walk briefing (10 min — in class)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rules.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stay together. No solo walkers.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minutes. The teacher's timer is final.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Phones in pocket except for one documentation photo per pair.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specific observation, written down on the sheet.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in silence for the first 5 minutes. Talk only after.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Pre-walk briefing (10 min — in class)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"observation" means here.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"There is pollution."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the south gate, between 8:00 and 8:15, twelve cars idled with engines running. The exhaust collected in the corner where the watchman sits."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71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Specificity makes the action possible.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walk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leave together with their sheet.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walks a perimeter to monitor; no specific guidance during the walk.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come back to the classroom at 25 min mark.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Post-walk action drafting (15 min — in class)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writes — on the sheet — their action plan.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Three lines: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observed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(specific, with time and place).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Indic principle this connects to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(one of the four).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action we will lead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(specific, doable in the next 14 days).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Post-walk action drafting (15 min — in class)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criteria.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 action is acceptable if: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specific (names a thing to do, a person to talk to, a place to fix).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be done within 14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pair can actually do it themselves (no "the government should...").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1379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of acceptable actions: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50864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Observation · Principle · Action.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Post-walk action drafting (15 min — in class)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2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idling cars at pick-up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give back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A hand-painted "Engine OFF While Parked" sign at the gate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leaking tap at the science block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Iṣopaniṣad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don't grab · Report to admin + remind every day until fixed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dust-heavy corner with no green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Pṛthivī 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Earth as mother · Plant two saplings + water for 2 weeks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pile of plastic at the canteen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family · Set up one labelled segregation bin + 1 week of monitoring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Post-walk action drafting (15 min — in class)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of unacceptable actions: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climate change."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(Too vague.)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"Plant 1 lakh trees."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(Not doable in 14 days.)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government should ban diesel."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(Not the pair's action.)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reads ONE line of their action plan aloud — the action sentence.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acknowledges each with a short response (clarify, narrow, encourage).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 3-minute pitch +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7646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7646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walk has three rules: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 with your partner.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down one specific observation — with time and place.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 one specific action you can actually 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action criteria: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 (says exactly what you'll do).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Doable in 14 days.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Done by you, not "by someone."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2267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Indic principle anchors your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observation anchors your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action is the actual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Finalise your pitch: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minutes max.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partners speak.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with the principle. Show the observation. End with the action.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artefact (poster / audio file on a device / printed plan).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"measurement" to your action — how will you know whether it worked?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"By Day 14, 5 fewer cars idling at pick-up."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Measured actions are stronger.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one observation and one action. Skip the measurement. The principle + observation + action is enough.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835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pairs will plan an action they can't actually do. Push back kindly during the post-walk drafting. "Who specifically will you talk to? When?"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pairs will plan an action that is too large to do in 14 days. Cut it. "What's the smallest version of this you can do this week?" The 14-day frame is non-negotiable; the rubric on Day 10 reflects this.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"engine off" sign is the most common student action. Encourage variation — water saving, food waste, biodiversity (a pollinator-friendly corner), noise reduction. Module 13 is about the full five elements, not just air.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school is in a context where an outdoor walk isn't feasible (rain, unsafe neighbourhood), do a "windows and corridors" walk inside the building. Same rules.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new; today's anchor is the four principles already cited (Days 1, 5, 6, 7).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2026-05-28T05:56:15Z</dcterms:created>
  <dcterms:modified xsi:type="dcterms:W3CDTF">2026-05-28T05:56:15Z</dcterms:modified>
</cp:coreProperties>
</file>