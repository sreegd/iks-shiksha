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 — Document the Process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Project Implementation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have written a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one-to-two-page documentation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captures the process, the sources, the final artefact's key features, and a short honest reflection on what worked and what didn't.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journal (with daily entries from Days 1–7)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 slips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artefact (mostly finished from Day 7)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 sheets (lined or plain), pen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Template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(see below)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prompt: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"What's one decision you made this module that you'd make differently if you started over?"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3 students share.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"Today is documentation. Your project is mostly done. The job today is to write up how you got here — honestly. The rubric specifically rewards honesty about what didn't work."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documentation matters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(3 min). Three reasons: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the part the audience can read AFTER your 4-minute share. It outlives the presentation.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the record of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just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Examiners can see your reasoning.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how you learn from this project for the next one.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sections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(5 min). Walk through the template: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row: Section · Length · What goes here.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 question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1–2 sentences · The driving question you set on Day 2 (and how, if at all, it changed)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The process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1 paragraph · A short narrative of Days 1–7 — what you did, in order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The sources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3–5 bullets · Each source with its identifier, what it contributed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The artefact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1 paragraph · What the final artefact is, in plain language, including its dimensions / format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The reflection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1 paragraph · What worked, what didn't, what you'd do with three more days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898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honesty rule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 min). The reflection section is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graded for honesty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for showing your project in the best light. A student who writes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"My calendar's first three days had wrong tithi values because I used the wrong reference; I corrected on Day 5; I'd start with a verified pañcāṅga next time"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gets full marks. A student who writes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"Everything went perfectly"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loses marks for vague self-praise.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(25 min) — Write the documentation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21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writing. 25 minutes.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may consult their journal, citation slips, and artefact constantly.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15-minute mark, the teacher prompts: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should be on Section 3 or later by now. If you're still on Section 1, condense — each section is at most one paragraph."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22-minute mark: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"Three minutes left. Whatever you have is what you submit. Finish a sentence and stop."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documentation into the in-tray.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 entry: "Writing this up made me realise ___ 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Day 9: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you rehearse your share. Bring the artefact and your documentation. You'll get one full run-through with peer feedback."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726531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726531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 you write the project up.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sections, one paragraph each (Section 3 can be bullets):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question.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did you set out to find / make? Did the question change?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1881336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process.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you did across Days 1–7, in order, as a short story.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1504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sources.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source: identifier + what it contributed.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051" y="2419499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artefact.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the final is, in plain words — its size, format, key features.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2051" y="2688580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reflection.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worked, what didn't, what you'd do with three more days.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2051" y="2957661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honesty rule: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Section 5 is graded for honesty. A reflection that says "everything went perfectly" loses marks. A reflection that names a specific thing that didn't work, and why, earns full marks.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your documentation aloud to a family member tonight. Ask: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"Does this make sense to someone who wasn't in the class?"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Note the answer.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anything didn't make sense, fix it before Day 9.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documentation + artefact tomorrow for rehearsal.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 a 100-word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note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a sixth optional section — explain what you would measure or check more carefully in a future version. This is good practice for the Senior band's critical reflection requirement.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the template literally — answer each prompt in one sentence rather than a paragraph. Quality of one sentence beats vague paragraphs.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hardest writing day of the module. Students who built well may now struggle to write about what they built. Sit with hesitant writers for 90 seconds: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"Tell me what you did Monday."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Then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"Now tell me Tuesday."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Once they're talking, they can write.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 Section 5 vagueness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learned a lot"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"It was fun"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Push: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"Name a specific thing that worked, and why."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142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8 (doṣa self-study) students have a special challenge: their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artefact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overlap heavily because the journal is the artefact. For them, Section 4 explains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the self-study (e.g. "a 7-day chart with 6 columns: date, sleep hours, appetite, mood, weather, observation"), and Section 5 reflects on what observation patterns they noticed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diagnosing themselves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each artefact + documentation pair into a single file per student. This is your marking record.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discipline of honest documentation is anchored in the curriculum's broader citation rule from Module 2 onwards: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"real sources, real findings, real reflection."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2026-05-28T05:58:31Z</dcterms:created>
  <dcterms:modified xsi:type="dcterms:W3CDTF">2026-05-28T05:58:31Z</dcterms:modified>
</cp:coreProperties>
</file>