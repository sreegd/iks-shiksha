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Project Share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Implementation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 min (extended from 45 if possible) or 2 × 45 if class is large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deliver a 4-minute share + 1-minute Q&amp;A to a small audience of peers and invited parents/staff, submit their final artefact and documentation, and complete the summative quiz and self+peer reflection.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presentation space — front of room or library / hall, set up by Day 9 evening – Timer visible to presenter (a large countdown on the screen helps) – The full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teacher carries the marking copy – Printed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summative quiz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one per student, distributed after the shares – Printed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peer-reflection slip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(see template below) – Water, chairs, programme handout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Brief the audience aloud: 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"Thank you for being here. The students have spent two weeks on their projects. Each will present for 4 minutes followed by 1 minute of questions. The shares are honest — students will say what didn't work as well as what did. Please applaud both. Hold any feedback for after the share; the goal of the questions is curiosity, not evaluation."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80022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the programme (the running order). Audience members get a peer-reflection slip with checkboxes — they're invited to write one positive observation per share.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Shares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per student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 share + 1 Q&amp;A). Strict.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timekeeper at the front (could be a student) gives a quiet "30 seconds left" signal. – After each share: 30 seconds of applause + the next student is up. No transition speeches.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class of 28, this fits in two 45-min slots (14 shares per slot) or one 70-minute extended slot. Plan accordingly with the timetable team.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598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marks each share in real time on the rubric. Notes only, no reactions.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6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After all shares are done — or, if the share day is extended, immediately after the share block — students sit and complete the summative quiz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15 minutes, closed book, no notes. – The quiz is short and focused on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module — not on content. (E.g.: "Name the six phases of the project sprint." "What does the term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abhyāsa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refer to in this module?")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close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+ self-reflection slip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4 minutes silent writing. – Final journal entry: "If I started Module 15 again, the one thing I would do differently is ___ ." – Closing: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you did over the past two weeks is the real thing — small, finished work delivered to a real audience. That's the practice we want you to carry into Module 16 and beyond. Well done."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84321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843213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is the share.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schedule: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Block | What happens | |-------|---------------| | Welcome (5 min) | Brief from teacher; audience seated | | Shares (35 min) | Each student: 4 min share + 1 min Q&amp;A | | Summative quiz (15 min) | Short, closed-book, process-focused | | Reflection + close (5 min) | Self + peer reflection slip, final journal |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 includes peers and a few invited parents and staff.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Speak to all of them, not just your teacher.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843361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remember: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1. Show the artefact early. Don't leave it as a reveal. 2. End with the reflection — one thing that worked, one that didn't. 3. If a question stumps you in Q&amp;A, say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don't know, but here's what I'd check…"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+ Peer Reflection Slip (template)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444371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4443710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 + PEER REFLECTION — Module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_________________________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 — MY OWN PROJECT (self-mark out of 4 on each, with one-line reason)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20579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Conceptual accuracy:  4 / 3 / 2 / 1   Reason: ____________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22325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Use of sources:        4 / 3 / 2 / 1   Reason: ____________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40714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c) Process documentation: 4 / 3 / 2 / 1   Reason: ____________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58172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d) Artefact quality:      4 / 3 / 2 / 1   Reason: ____________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75629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e) Honest reflection:     4 / 3 / 2 / 1   Reason: 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310544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B — TWO PEER SHARES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345459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 1: _______________  One thing I learned: ____________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362917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 2: _______________  One thing I learned: ____________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397832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C — ONE QUESTION I'M LEAVING WITH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43274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(Something you're still curious about, related to ANY framework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450205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any prior module that came up today):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627" y="485120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____________________________________________________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627" y="502577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____________________________________________________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6301" y="549235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homework after today.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Module is complete.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If your next module begins immediately, look at that module's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prerequisite reading. Otherwise, rest. – Keep your artefact at school for one week — the teacher will return it after marking and may share photos with families.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Volunteer to present early in the running order — by doing so you set a tone of honesty (especially in the reflection) that helps the room. Bonus marks: nil. Bonus learning: real.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Recorded video presentation accepted (sent by Day 10 morning). Same rubric, same Q&amp;A in writing (one peer asks one written question, you reply with two sentences).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63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timer strictly.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5:30 share embarrasses the next presenter who has only 4. The discipline of compression is one of the lessons.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in real time.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 clipboard with the rubric printed. Quick numbers, no comments yet — those come later.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Q&amp;A discipline is on the audience too.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a parent question goes too long, gently cut: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"Thank you, let's hold further questions for after."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summative quiz is not the grade-driver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project + rubric is. The quiz is a final check that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language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module landed (the six phases, the two new Sanskrit terms, the citation rule, the honesty rule).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602706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After class, photograph every artefact + the marked rubric + the documentation, one folder per student. This is your evidence for the school records and for next year's exemplars. – Within one week, return marked rubrics with one paragraph of written feedback each.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closing line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"small, finished work delivered to a real audience"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module's own phrasing — no external citation. The two Sanskrit terms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abhyāsa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vicāra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(from Day 1) are reinforced in the summative quiz.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2026-05-28T04:27:05Z</dcterms:created>
  <dcterms:modified xsi:type="dcterms:W3CDTF">2026-05-28T04:27:05Z</dcterms:modified>
</cp:coreProperties>
</file>