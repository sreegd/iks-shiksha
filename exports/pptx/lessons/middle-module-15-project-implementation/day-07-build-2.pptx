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Build Session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Implementation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have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substantially complete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 artefact — at least 80% finished, with only refinements (not rewrites) remaining for the documentation and rehearsal days.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Everything from Day 6 (students bring back their own) – Class supply bin – Timer visible – Small "finisher" supplies: laminating pouches (optional), card-binding rings, larger sheets for poster mounting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one sentence — what's the last thing your artefact needs?"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students share.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is the second build day. You should finish 80% by the end. If you're at 30% now, we have a problem to solve in the next 5 minutes — come see me."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/ Activity (35 min) — Quiet build, continued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protocol as Day 6: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Teacher walks the room. Unblocker / narrower / witness. – 18-minute mid-session check: hands up if 80% complete by end of class. – A short queue for the "finisher" station — students who are ready can laminate, bind, or mount.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 7 cut-line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at the 18-minute check a student is below 50% complete,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something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Sit with the student for 90 seconds: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smallest version of this artefact that still answers your driving question?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come out today, with no penalty, that won't change the answer?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cut into your journal — the cut itself becomes part of the reflection.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explicitly rewards finishing a smaller piece over not-finishing a larger one. Make this clear.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Mid-session "Show one thing" (built into the 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At the 25-minute mark, every student holds up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they made today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room to see for 5 seconds. No commentary. Just a silent gallery flash. (This generates collective momentum for the last 10 minutes.)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 minutes — pack up, photograph today's progress. – 3 minutes — daily journal:   &gt; "My artefact is now ___% complete. What I still need to do for documentation (Day 8): ___ . What I cut today, if anything: ___ ." – Submit journals.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812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812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7. You finish 80% today.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protocol as yesterday — quiet, focused, no new teaching.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Mid-session check: hands up if 80% will be done by the bell. If your hand goes down, come see me. We will cut something.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Cutting is fine.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rubric rewards a finished small thing over an unfinished big thing.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25-minute mark, everyone holds up one thing they made today for the room to see. Five seconds, silent. Then back to work.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8433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end of class — your artefact is 80% complete. Tomorrow you write it up.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Cap home-work 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Done-is-better-than-perfect. – If you have a partner, agree tonight (text or call) on who does what last bit. Don't duplicate. – Read tonight's journal entry aloud to a parent or sibling. This is good rehearsal of what you'll write up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you're at 100% by the 25-minute mark, start your Day 8 documentation today — open a fresh page and outline the process write-up.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 cut twice and still aren't at 80%, accept the cut artefact as your final. The reflection on what you cut is now part of your documentation — that reflection is worth marks.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91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hardest students today are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perfectionists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They will refuse to call themselves done at 80% because the last 20% isn't perfect. Tell them: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20% is what tomorrow is for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Honour the patience this requires. – Equally hard: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coasters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They will declare themselves done at 50% and pull out a phone. Walk over.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was your success criterion #2?"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them say it. Then ask,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that visible in what you have?"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Usually it isn't. Direct them to the next thing. – Project 7 (sustainability audit) students should have all data collected by end of today. If not, the audit becomes a "what I'd measure if I had more time" piece — acceptable but flagged in the rubric. – Project 8 (doṣa self-study) students who started their 7-day journal on Day 1 should have 7 entries by today. Students who started later have fewer — that's the cut, and they reflect on it. – Project 9 (multiplication comparison) students should have all timed problems done; today is for tabulating means and writing the one-paragraph conclusion.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stuck-points (continued from Day 6)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Stuck on · Quick unblock.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looks ugly"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Aesthetics are 1 line of the rubric, not 6. Move 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too many citations on one page"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Footnote them; only the strongest one needs to be in the body.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partner finished before me"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Re-divide. They help on the final 20% in a new role.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redo it"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No. The rubric rewards iteration on what exists, not restarts.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new citation. Build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2026-05-28T04:26:49Z</dcterms:created>
  <dcterms:modified xsi:type="dcterms:W3CDTF">2026-05-28T04:26:49Z</dcterms:modified>
</cp:coreProperties>
</file>