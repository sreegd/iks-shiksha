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Build Session 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 Implementation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have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substantially complete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final artefact — at least 80% finished, with only refinements (not rewrites) remaining for the documentation and rehearsal days.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from Day 6 (students bring back their own)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supply bin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Timer visible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"finisher" supplies: laminating pouches (optional), card-binding rings, larger sheets for poster mounting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 one sentence — what's the last thing your artefact needs?"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 students share.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is the second build day. You should finish 80% by the end. If you're at 30% now, we have a problem to solve in the next 5 minutes — come see me."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/ Activity (35 min) — Quiet build, continued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protocol as Day 6: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walks the room. Unblocker / narrower / witness.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18-minute mid-session check: hands up if 80% complete by end of class.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short queue for the "finisher" station — students who are ready can laminate, bind, or mount.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Day 7 cut-line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at the 18-minute check a student is below 50% complete,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 something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Sit with the student for 90 seconds: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the smallest version of this artefact that still answers your driving question?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can come out today, with no penalty, that won't change the answer?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cut into your journal — the cut itself becomes part of the reflection.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Day 7 cut-line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rubric explicitly rewards finishing a smaller piece over not-finishing a larger one. Make this clear.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Mid-session "Show one thing" (built into the 35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25-minute mark, every student holds up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thing they made today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room to see for 5 seconds. No commentary. Just a silent gallery flash. (This generates collective momentum for the last 10 minutes.)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minutes — pack up, photograph today's progress.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minutes — daily journal: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10754"/>
            <a:ext cx="8331398" cy="84296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510754"/>
            <a:ext cx="0" cy="842962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70125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"My artefact is now ___% complete. What I still need to do for documentation (Day 8): ___ . What I cut today, if anything: ___ ."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4901" y="245521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journals.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812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812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7. You finish 80% today.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protocol as yesterday — quiet, focused, no new teaching.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Mid-session check: hands up if 80% will be done by the bell. If your hand goes down, come see me. We will cut something.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Cutting is fine.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rubric rewards a finished small thing over an unfinished big thing.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 the 25-minute mark, everyone holds up one thing they made today for the room to see. Five seconds, silent. Then back to work.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8433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end of class — your artefact is 80% complete. Tomorrow you write it up.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 home-work at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minutes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Done-is-better-than-perfect.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have a partner, agree tonight (text or call) on who does what last bit. Don't duplicate.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tonight's journal entry aloud to a parent or sibling. This is good rehearsal of what you'll write up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you're at 100% by the 25-minute mark, start your Day 8 documentation today — open a fresh page and outline the process write-up.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you cut twice and still aren't at 80%, accept the cut artefact as your final. The reflection on what you cut is now part of your documentation — that reflection is worth marks.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592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hardest students today are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perfectionists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They will refuse to call themselves done at 80% because the last 20% isn't perfect. Tell them: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last 20% is what tomorrow is for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Honour the patience this requires.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Equally hard: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coasters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They will declare themselves done at 50% and pull out a phone. Walk over.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was your success criterion #2?"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Make them say it. Then ask,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"Is that visible in what you have?"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Usually it isn't. Direct them to the next thing.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7 (sustainability audit) students should have all data collected by end of today. If not, the audit becomes a "what I'd measure if I had more time" piece — acceptable but flagged in the rubric.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8 (doṣa self-study) students who started their 7-day journal on Day 1 should have 7 entries by today. Students who started later have fewer — that's the cut, and they reflect on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9 (multiplication comparison) students should have all timed problems done; today is for tabulating means and writing the one-paragraph conclusion.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Common stuck-points (continued from Day 6)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Stuck on · Quick unblock.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Common stuck-points (continued from Day 6)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"It looks ugly"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Aesthetics are 1 line of the rubric, not 6. Move 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have too many citations on one page"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Footnote them; only the strongest one needs to be in the body.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"My partner finished before me"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Re-divide. They help on the final 20% in a new role.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want to redo it"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No. The rubric rewards iteration on what exists, not restarts.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new citation. Build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2026-05-28T05:58:24Z</dcterms:created>
  <dcterms:modified xsi:type="dcterms:W3CDTF">2026-05-28T05:58:24Z</dcterms:modified>
</cp:coreProperties>
</file>