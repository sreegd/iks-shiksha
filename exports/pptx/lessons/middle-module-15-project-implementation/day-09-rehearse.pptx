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Rehearse the Share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rehearsed their 4-minute share at least once with structured peer feedback, and will have a clear, written list of refinements for the Day 10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Artefact + documentation (each student brings their own)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per pair (phone is fine)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Rehearsal Feedback Sheet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template below), 2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separate corner of the room set up as a "stage" — visible from front of the room (this surfaces who's comfortable presenting and who isn't, gently)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ONE sentence you most want the audience to remember tomorrow?"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 sentence is your through-line. Your whole share is in service of 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4-minute structure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 min).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Time · What you say.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(8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0:00–0:30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question + the project (your driving sentence)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0:30–1:30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process — quick narrative of what you did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1:30–2:30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sources — name them, show one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2:30–3:30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artefact — show it, walk through one key feature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3:30–4:00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reflection — one thing that worked, one that didn't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2294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1 minute of Q&amp;A after the 4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(8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rehearsal rules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can't fit in 4 minutes, you'll cut on stage. Cut now instead.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artefact early.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leave it as a reveal — the audience wants to see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on the reflection, not the artefact.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honesty is the last thing the audience hears.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(8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Q&amp;A move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 min). When a question is asked you don't know the answer to, say: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don't know, but here's what I'd check…"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This is honest and it shows you can reason.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(27 min) — Rehearse + feedback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activities/activity-03-rehearsal.md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activity. Quick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(27 min) — Rehearse + feedback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pairs from Day 5 (so the feedback builds on existing rapport).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direction: 4-minute share + 1-minute Q&amp;A + 5 minutes feedback. 10 minutes per direction × 2 = 20 minutes. Plus 5 minutes joint refinement.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students complete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Rehearsal Feedback Sheet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each other.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2 minutes of activity: each student writes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refinements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actual presentation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pre-Day-10 check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show of hands: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if your artefact is finished." (Should be all hands.)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if your documentation is written." (Should be all hands.)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if you've rehearsed at least once." (Should be all hands.)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9856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hand that stayed down — sit with that student for the next 5 minutes after class.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 entry: "Tomorrow I will start by saying ___. The thing I'm nervous about: ___. The thing I'm proud of: ___."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10: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is the share. The audience will include peers and a few parents and staff. You'll have 4 minutes + 1 minute Q&amp;A. Arrive 5 minutes early."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2265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2265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rehearse.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share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minutes + 1 minute Q&amp;A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Time | What you say | |------|---------------| | 0:00–0:30 | The question + the project | | 0:30–1:30 | The process | | 1:30–2:30 | The sources | | 2:30–3:30 | The artefact (show it, walk through one feature) | | 3:30–4:00 | The reflection (one win, one miss) |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rules: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it.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Cut now, not on stage.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31505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the artefact early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don't leave it as a reveal.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41962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on the reflection.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Honesty is the last thing they hear.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68870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a question stumps you in Q&amp;A: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don't know, but here's what I'd check…"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Rehearsal Feedback Sheet (template)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426913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4269135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REHEARSAL FEEDBACK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Presenter: _________________  Listener: 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Time: _____ : _____ (target 4 minutes, range 3:45 – 4:15)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LANDED (be specific):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UNCLEAR: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454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THING TO REFINE BEFORE TOMORROW: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 THE PRESENTER: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152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Open with the driving question?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327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Show the artefact within the first 2 minutes?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Name at least one source?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6766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End with a specific reflection (not "I learned a lot")?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Finish within 4 minutes (± 15 sec)?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6301" y="53177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final rehearsal at home tonight, in front of a parent or sibling. Time it. Aim for 4 minutes ± 15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everything tonight, not tomorrow morning: artefact + documentation + notes.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 on time. A clear-headed 4-minute share lands better than an over-rehearsed exhausted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Rehearse your 4-minute share once, then deliver it from memory without your notes for the second rehearsal. The memory pressure tightens the language. Bring notes tomorrow, but you may not need them.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cue cards tomorrow — one card per section (Question / Process / Sources / Artefact / Reflection). Five cards. Bigger writing if it helps you see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835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students who most resist rehearsing today are the ones who most need it. Don't permit "I'll wing it." Walk over and say: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me the first sentence. Now the second."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timing. Most students undershoot on Process and overshoot on Artefact. Re-balance during the feedback step.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"I don't know" move in Q&amp;A is a real teachable moment. Drop in on a few rehearsals and ask a deliberately hard question to surface how the student handles uncertainty. The handling is part of the rubric.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 students who really struggle to record their presentation as a video instead of presenting live. Same rubric. (Send the video by Day 10 morning.)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reminder: parents are coming tomorrow. Triple-check your invite went out by Day 5. If it didn't, send a same-day note tonight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is project share day, 11:00–11:45, please join if you can."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scripture citation. The rehearsal discipline echoes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(repeated practice, introduced Day 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2026-05-28T05:58:39Z</dcterms:created>
  <dcterms:modified xsi:type="dcterms:W3CDTF">2026-05-28T05:58:39Z</dcterms:modified>
</cp:coreProperties>
</file>