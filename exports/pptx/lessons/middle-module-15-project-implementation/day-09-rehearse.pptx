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Rehearse the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rehearsed their 4-minute share at least once with structured peer feedback, and will have a clear, written list of refinements for the Day 10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Artefact + documentation (each student brings their own) – Timer per pair (phone is fine)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 Feedback Sheet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below), 2 per student – A separate corner of the room set up as a "stage" — visible from front of the room (this surfaces who's comfortable presenting and who isn't, gently)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sentence you most want the audience to remember tomorrow?"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sentence is your through-line. Your whole share is in service of it."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(27 min) — Rehearse + feedback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activities/activity-03-rehearsal.md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activity. Quick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Same pairs from Day 5 (so the feedback builds on existing rapport). – Each direction: 4-minute share + 1-minute Q&amp;A + 5 minutes feedback. 10 minutes per direction × 2 = 20 minutes. Plus 5 minutes joint refinement. – Both students complete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 Feedback Sheet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each other. – Last 2 minutes of activity: each student writes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refinements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actual presentation tomorrow.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503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503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rehearse.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share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minutes + 1 minute Q&amp;A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Time | What you say | |------|---------------| | 0:00–0:30 | The question + the project | | 0:30–1:30 | The process | | 1:30–2:30 | The sources | | 2:30–3:30 | The artefact (show it, walk through one feature) | | 3:30–4:00 | The reflection (one win, one miss)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rules: 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it.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Cut now, not on stage.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the artefact early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don't leave it as a reveal.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on the reflection.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Honesty is the last thing they hear.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1124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a question stumps you in Q&amp;A: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don't know, but here's what I'd check…"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 Feedback Sheet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26913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269135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REHEARSAL FEEDBACK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Presenter: _________________  Listener: 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_____ : _____ (target 4 minutes, range 3:45 – 4:15)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LANDED (be specific):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UNCLEAR: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THING TO REFINE BEFORE TOMORROW: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 THE PRESENTER: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Open with the driving question?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Show the artefact within the first 2 minutes?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Name at least one source?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676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End with a specific reflection (not "I learned a lot")?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Finish within 4 minutes (± 15 sec)?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53177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final rehearsal at home tonight, in front of a parent or sibling. Time it. Aim for 4 minutes ± 15 seconds. – Pack everything tonight, not tomorrow morning: artefact + documentation + notes. – Sleep on time. A clear-headed 4-minute share lands better than an over-rehearsed exhausted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Rehearse your 4-minute share once, then deliver it from memory without your notes for the second rehearsal. The memory pressure tightens the language. Bring notes tomorrow, but you may not need them.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cue cards tomorrow — one card per section (Question / Process / Sources / Artefact / Reflection). Five cards. Bigger writing if it helps you see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students who most resist rehearsing today are the ones who most need it. Don't permit "I'll wing it." Walk over and say: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me the first sentence. Now the second."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Watch the timing. Most students undershoot on Process and overshoot on Artefact. Re-balance during the feedback step. – The "I don't know" move in Q&amp;A is a real teachable moment. Drop in on a few rehearsals and ask a deliberately hard question to surface how the student handles uncertainty. The handling is part of the rubric. – Permit students who really struggle to record their presentation as a video instead of presenting live. Same rubric. (Send the video by Day 10 morning.) – Final reminder: parents are coming tomorrow. Triple-check your invite went out by Day 5. If it didn't, send a same-day note tonight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is project share day, 11:00–11:45, please join if you can."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citation. The rehearsal discipline echoes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(repeated practice, introduced Day 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2026-05-25T09:16:20Z</dcterms:created>
  <dcterms:modified xsi:type="dcterms:W3CDTF">2026-05-25T09:16:20Z</dcterms:modified>
</cp:coreProperties>
</file>