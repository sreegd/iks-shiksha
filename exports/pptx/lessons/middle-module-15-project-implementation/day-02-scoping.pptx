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Scoping: The One-Page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lock in their project choice and submit a one-page plan that names the project, the anchor module, the question, two candidate sources, the artefact format, the materials, and success criteria.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One-Page Plan Template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(see below), one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wall-display of the project assignments (teacher confirmed overnight)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Notebook, pen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one sentence — what's the question your project will try to answer?"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students share.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you can't say it in a sentence, today is the day you'll find that sentence."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six fields of a plan.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Walk the class through the template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Field · What it answers.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chosen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Which option from the menu (or "open" with anchor module)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module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Which prior module's framework you'll apply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question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question this project tries to answer (1 sentence)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candidate sources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Where you'll get evidence from (one prior-module cache + one other)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Artefact format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What you'll actually produce (poster / deck / report / etc.)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criteria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Three things that, if present in the final, mean it worked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 needed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What you need to bring or have stocked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worked example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one project (e.g. Project 4 — herb deck) and fill in each field aloud: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81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chosen: Herb deck (10 herbs from my neighbourhood).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module: Module 10 — Auṣadhi.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question: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10 herbs grow within 200 m of my home, and what does the tradition say about each?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candidate sources: Module 10's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.rag-cache/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(for Ayurvedic uses); Pradip Krishen's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Trees of Delhi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identification (or a state forest-department field guide for your region).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Artefact format: 10 cards (postcard size), front = photo + sketch, back = Sanskrit name + English + use + part used.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criteria: (a) all 10 are real plants from my neighbourhood, (b) every card has a verifiable Ayurvedic note from the cache, (c) the deck is bound or stored together (not 10 loose pages).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Materials: cardstock or thick paper, glue, sketch pens, camera or phone.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over-scoping trap.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Three signs your plan is too big: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can't list the materials in 30 seconds.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can't say what's done in fewer than 5 sentences.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You'd need an extra week to finish.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1252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any of these are true,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your project in half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small finished piece beats a large half-finished one."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Write the plan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minutes silent writing on the template.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2 minutes: pair-swap. Read your partner's plan. On a sticky note, write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thing that's clear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thing that's unclear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Hand the sticky back.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plans into the in-tray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you leave. Teacher reads tonight; flagged plans get a 10-min check-in tomorrow morning.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Journal entry: "Today I chose ___ . The hardest part of the plan was ___ 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you start research. Bring your anchor module's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printout, and your notebook."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project without a plan is a hope.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 write the plan. Six fields. One page. Submit before you leave.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Field | Your answer | |-------|-------------| | Project chosen | | | Anchor module | | | Driving question (1 sentence) | | | Two candidate sources | | | Artefact format | | | Success criteria (3 bullets) | | | Materials needed | |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Cut, don't pad.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small finished project is better than a large unfinished one.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Locate your anchor module's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read it. Tag one source you'll definitely use.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all materials you have at home to class on Day 3.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forgot to submit your plan today, slide it under the staff-room door this evening.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your plan is solid, draft a "stretch goal" — one extra thing you'll add if the core artefact comes in by Day 7. Keep it small.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you're stuck on the question, ask: "What about this topic puzzles me?" That puzzle is your question. Write the puzzle, not a polished question.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24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every plan tonight. Mark each with: ✓ (good to go), ? (need a 5-min check-in tomorrow), or ✗ (re-scope required).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common over-scope: Project 7 (sustainability audit). It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school-wide audit. Pick ONE station (water at the canteen; paper waste in one classroom; light usage in one corridor). Cut hard.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common under-scope: Project 8 (doṣa self-study) reduced to "I will write about myself." Push them to specify what they'll observe each 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10 minutes at the end of the day to read all plans before leaving school. Don't take this home — it's class work.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Sanskrit term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used (from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_shared/glossary.md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); no scripture citation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2026-05-28T05:57:49Z</dcterms:created>
  <dcterms:modified xsi:type="dcterms:W3CDTF">2026-05-28T05:57:49Z</dcterms:modified>
</cp:coreProperties>
</file>