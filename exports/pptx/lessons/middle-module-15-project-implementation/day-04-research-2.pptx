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Research Continues + First Design Sketch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at least three citation slips on file (two minimum from Day 3 + at least one new today) and will have produced a first design sketch of the final artefact.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Anchor module's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.rag-cache/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(continue from Day 3) – Notebook / project journal – Plain paper or sketchbook (A4 minimum) – Pencils, erasers, ruler, compass (for geometric projects)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source you found yesterday surprised you the most?"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 – Teacher returns marked citation slips with one comment each. Address common patterns ("six of you cited X without a chunk reference — please add it").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out the sources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min). If you have two, add one more today. If you have three, deepen one — read the surrounding chunks, not just the one verse.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 design sketch?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 min) A sketch is a rough drawing of what the final artefact will look like. It is NOT the final. It's a thinking tool.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490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project type, a sketch looks different: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53598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rules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 min):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73062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Pencil only. You'll change it. – Label everything — even if you "know" what it is. – Annotate dimensions ("this card will be 4" × 6"", "the poster is A2"). – Leave white space for things you haven't figured out yet —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"TBD"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move 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63095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Research + sketch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10 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research. Add at least one new source slip. If you already have three, deepen one.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13 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sketch the first version of the final artefact.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2 min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pair-swap. Show your partner the sketch. They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 they have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piece of praise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sticky.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sketches into the in-tray (or photograph them on a phone if students want to keep working at home). – Journal entry: "My sketch is now ___ . Tomorrow's critique should help me with ___ ."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you'll get full peer critique. Bring a willingness to hear hard things. Tomorrow's critique is the most useful 45 minutes you'll spend in this module."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sketch is a thinking tool, not a final.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more research, then your first sketch.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of a sketch: - Pencil only. - Label everything. - Annotate dimensions. - Leave white space for what you haven't figured out — write "TBD" and move 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class: - At least 3 citation slips on file (2 from yesterday + 1 new). - One sketch of the artefact, with labels.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Refine your sketch at home if you want. Don't start a second sketch — keep iterating on the first. – Photograph your sketch and your three citation slips. Bring the photos or the originals to Day 5. – Read your partner's sticky-note comment. Don't react yet — just hold it for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two sketches showing two different layout options. Tomorrow's critique will help you choose. Mark each clearly as "Option A" and "Option B."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sketch feels overwhelming, sketch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one part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e.g. just one card of your herb deck, just one week of your calendar. The rest can follow the same template.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Journal check at end of class. Two ticks = on track. One tick = check in tomorrow. No tick = sit with that student for 5 minutes. – Watch for students sketching what they think looks "impressive" rather than what's achievable. A simpler sketch they can actually finish is better than an ambitious one they can't. – The Project 9 (multiplication comparison) students may have nothing visible to sketch yet. Their "sketch" is the data-collection sheet design and the chosen problem set. That's fine — annotate it the same way. – Project 7 (sustainability) students must have nailed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they'll audit by end of today. Walk over and verify.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scripture citation needed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2026-05-25T09:15:33Z</dcterms:created>
  <dcterms:modified xsi:type="dcterms:W3CDTF">2026-05-25T09:15:33Z</dcterms:modified>
</cp:coreProperties>
</file>