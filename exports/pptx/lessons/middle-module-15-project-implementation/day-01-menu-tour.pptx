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 — Why a Capstone? Tour the Menu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Project Implementation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name the 10 project options, identify the prior module each anchors to, and shortlist two options they're considering.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032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printed copy of the project menu per student (lifted from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README.md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large sheet of chart paper at the front of the room labelled "Choose Your Project"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Sticky notes, 2 per student, 2 colours (e.g. yellow for first choice, pink for second)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wall display or projector showing the icons/photos of the 14 prior modules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abhyāsa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abhyāsa; lit. "repeated practice") — the disciplined repetition that turns a draft into a finished artefact. The capstone is a sustained piece of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abhyāsa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vicāra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vicāra; lit. "inquiry, reflection") — the thinking-step that turns an observation into a question worth investigating. Every project begins with a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vicāra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75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the board: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"You've spent the last X months learning frameworks. Today you'll pick ONE and put it to work."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prompt: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"Name one framework from any prior module that stuck with you. Why?"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3 students share, 30 seconds each.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the running theme for the module: each class opens with a 30-second share, so everyone speaks by Day 10.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a capstone?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(4 min) Three things the module does that nothing else does: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asks you to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apply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 framework, not just learn it.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asks you to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finish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not start six things and abandon them.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asks you to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your work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including what didn't work.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"Many of you have done short activities in earlier modules. This is different. You'll spend ten classes on one piece of work, and the world will see the result."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Tour the menu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(12 min) — walk through all 10 options, ~70 seconds each. For each, name: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project,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prior module it anchors to,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realistic-scope example.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212526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Examples to give for each: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row: # · Project · One concrete example.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6683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Fermented-foods comparative study · Compare curd setting time at 3 different milk temperatures; document with photos and Ayurvedic tasting notes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Mandala /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pṛthvī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geometry · Design a 9-petal mandala using dot-method, colour each petal with one of the elements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Tithi + saṁkrānti + festival calendar · Make a one-month calendar showing tithi, paksa, and 4 family festivals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Herb deck · 10 cards: front = photo + sketch, back = name + use + part used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Magic-square art · A 5×5 magic square turned into a coloured grid (verify it's valid first!)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257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Yoga sequence design · A 10-min sequence for younger siblings, no inversions, 8 poses with rationale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Sustainability audit · Measure water at the school rinse-station for 3 mornings; propose one fix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Doṣa rhythm self-study · A 7-day chart of sleep / appetite / mood; observations only (not diagnosis)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Multiplication comparison · 20 problems × 2 methods; report mean time and error rate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Open design · Anything anchored to a prior module — pitch it tomorrow morning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Critical safety note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(3 min) — the pañcagavya pivot.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10663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"Some of you may have heard of pañcagavya — a traditional Ayurvedic preparation using five cow-derived substances. Two of those substances — cow urine and cow dung — are not safe for school students to handle or taste. So our version of that theme is the fermented-foods comparative study (Project 1), which carries the same intellectual lesson safely. If anyone is curious about pañcagavya itself, you can do a library-only research project with parent consent — no handling. Talk to me."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thing this module isn't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 min) — a competition. There's no "best project." The rubric rewards process honesty as much as polish.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(15 min) — Shortlist + sticky note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218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 out the printed menu. 2 minutes of silent reading.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minutes: pair-share — "Which two are you considering? Why?"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minutes: each student writes their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choice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on a yellow sticky and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second choice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on a pink sticky. Both go on the chart paper at the front of the room.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minutes: gallery walk. Students see the clusters that form. Teacher counts heads silently.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you'll commit and write a one-page plan. Tonight: skim the project menu one more time. Look at the sources.md for the module your top choice anchors to. Don't pick what you think is impressive — pick what you're actually curious about."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 ticket: a single sentence in their journal: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"My top choice is ___ because ___."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2188369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2188369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 you'll meet the project menu and shortlist two options.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capstone is not a final exam. It's a piece of sustained work — ten classes from question to share. You'll pick ONE project, anchored to ONE prior module, and run it from start to finish.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843236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new words for this module: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2112318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abhyāsa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repeated practice; what turns a draft into a finished piece.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92051" y="2381399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vicāra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inquiry, reflection; what turns an observation into a question.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92051" y="2650480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capstone is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abhyāsa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applied to a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vicāra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884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Skim the menu one more time at home.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of the prior module your top choice anchors to (or ask a parent to help locate it).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Bring your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shortlisted options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writing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If your top choice is Project 10 (open design), draft a one-paragraph pitch overnight — bring it tomorrow so I can approve at start of class.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If you're stuck between projects, pick by elimination — which one needs materials you can't get at home? Cross those off first.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1808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Resist the urge to suggest projects to specific students. Let them choose.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 the sticky-note clusters: if 8 students all want Project 4 (herbs), you'll need to cap and re-direct tomorrow. Have a quick plan for which projects you'll cap.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two new Sanskrit terms (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abhyāsa, vicāra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come back in Day 5 (critique) and Day 8 (documentation). Don't drill them today; introduce and move 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066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primary-source citation needed today — this is a process-orientation lesson. Sanskrit terms drawn from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_shared/glossary.md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2026-05-28T05:57:42Z</dcterms:created>
  <dcterms:modified xsi:type="dcterms:W3CDTF">2026-05-28T05:57:42Z</dcterms:modified>
</cp:coreProperties>
</file>