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Why a Capstone? Tour the Menu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name the 10 project options, identify the prior module each anchors to, and shortlist two options they're considering.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printed copy of the project menu per student (lifted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A large sheet of chart paper at the front of the room labelled "Choose Your Project" – Sticky notes, 2 per student, 2 colours (e.g. yellow for first choice, pink for second) – A wall display or projector showing the icons/photos of the 14 prior modules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abhyāsa; lit. "repeated practice") — the disciplined repetition that turns a draft into a finished artefact. The capstone is a sustained piece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vicāra; lit. "inquiry, reflection") — the thinking-step that turns an observation into a question worth investigating. Every project begins with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 the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spent the last X months learning frameworks. Today you'll pick ONE and put it to work."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one framework from any prior module that stuck with you.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students share, 30 seconds each. – This is the running theme for the module: each class opens with a 30-second share, so everyone speaks by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Shortlist + sticky note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printed menu. 2 minutes of silent reading. – 5 minutes: pair-share — "Which two are you considering? Why?" – 5 minutes: each student writes their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choice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yellow sticky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choice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pink sticky. Both go on the chart paper at the front of the room. – 3 minutes: gallery walk. Students see the clusters that form. Teacher counts heads silently.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you'll commit and write a one-page plan. Tonight: skim the project menu one more time. Look at the sources.md for the module your top choice anchors to. Don't pick what you think is impressive — pick what you're actually curious about."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65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ticket: a single sentence in their journal: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top choice is ___ because ___."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you'll meet the project menu and shortlist two options.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capstone is not a final exam. It's a piece of sustained work — ten classes from question to share. You'll pick ONE project, anchored to ONE prior module, and run it from start to finish.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new words for this module: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abhyāsa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repeated practice; what turns a draft into a finished piece. -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vicāra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inquiry, reflection; what turns an observation into a question.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capstone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abhyāsa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applied to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vicāra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Skim the menu one more time at home. – Open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prior module your top choice anchors to (or ask a parent to help locate it). – Bring your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shortlisted options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writing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your top choice is Project 10 (open design), draft a one-paragraph pitch overnight — bring it tomorrow so I can approve at start of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you're stuck between projects, pick by elimination — which one needs materials you can't get at home? Cross those off first.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Resist the urge to suggest projects to specific students. Let them choose. – Watch the sticky-note clusters: if 8 students all want Project 4 (herbs), you'll need to cap and re-direct tomorrow. Have a quick plan for which projects you'll cap. – The two new Sanskrit terms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abhyāsa, vicāra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come back in Day 5 (critique) and Day 8 (documentation). Don't drill them today; introduce and move 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primary-source citation needed today — this is a process-orientation lesson. Sanskrit terms drawn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_shared/glossary.md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2026-05-28T04:26:18Z</dcterms:created>
  <dcterms:modified xsi:type="dcterms:W3CDTF">2026-05-28T04:26:18Z</dcterms:modified>
</cp:coreProperties>
</file>