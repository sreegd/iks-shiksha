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Build Session 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Implementation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have made substantive progress on their final artefact — by teacher judgement, at least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artefact is in existence by the end of the period.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each student needs for their own project (responsibility lies with the student; teacher has a small supply bin for the inevitable forgetters)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supply bin: glue, scissors, sketch pens, tape, ruler, plain paper, cardstock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Timer at the front (visible)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Music (optional, low-volume, instrumental — keep it focus-friendly)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daily prompt today — we keep this short.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is a build day. I am NOT teaching. I'm walking the room. Sit down, take out your sketch and materials, and start. You have 35 minutes. Begin."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/ Activity (35 min) — Quiet build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bulk of the period is a quiet, focused work session. The teacher walks the room with three roles: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/ Activity (35 min) — Quiet build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unblocker.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student raises a hand because they're stuck — go over, ask "what's the next thing you'll do?", help them name it, walk away.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narrower.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student is trying to do too much. Ask: "If you had to ship by 4 pm today, what would you cut?" Hold them to the cut.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witness.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student is working well. Pause for 30 seconds. Note (silently) what they're doing well. Tell them at the end of class, briefly.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/ Activity (35 min) — Quiet build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does NOT teach today. No new content. No "let me show you." If a student needs a skill, point them at the relevant prior module's worked example.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Mid-session check (built into the 35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18-minute mark (halfway), call the room to attention for 90 seconds: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"Hands up if half your artefact will be done by the end of class."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Note who's at risk.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"Hands up if you've added something today that wasn't in your sketch."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Surface emerging ideas.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minutes — pack up, photograph today's progress.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minutes — daily journal: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10754"/>
            <a:ext cx="8331398" cy="61198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510754"/>
            <a:ext cx="0" cy="61198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70125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"Today I built: ___ . Tomorrow I will build: ___ . What's blocking me: ___ ."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4901" y="222423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journals into the in-tray. Teacher does a quick read; students at risk get a 5-minute morning check-in tomorrow.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30279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302794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is a quiet build day.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teacher is not teaching today. They're walking the room.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job: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 down, take out your materials and sketch, start within 60 seconds of the bell.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steadily for 35 minutes.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halfway point, half your artefact should exist in some form.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6885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End-of-class — photograph it. Journal it. Pack up.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051" y="29576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useful questions to ask yourself when stuck: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2051" y="322674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the next thing I'll do?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(Names the next action.)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2051" y="349582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would I cut if I had to ship by 4 pm today?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(Forces a priority.)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92051" y="376490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this match what I sketched?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(Pulls you back to plan.)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at home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what you couldn't finish in class today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Cap at 20 minutes and stop.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all materials again tomorrow. Day 7 finishes the build.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you're ahead of schedule, refine — don't add. Iterate on one panel that's already there rather than starting a new section.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you're behind, cut. Pair with the teacher at the 18-minute mark and identify the smallest version of the artefact that still answers your driving question. Build that version.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630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teach.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This is the hardest thing about today. If you start explaining things, you'll lose the focus the build needs.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18-minute mid-session is your single chance to course-correct. Use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each student's progress with a phone photo at end of class. This is your evidence for the documentation rubric and saves the journal from being the only record.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7 (sustainability audit) students may need to leave the classroom to do their data collection during the build period — check this morning what they need. Allow if they have parental and admin permission to be in a measurement location during class.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8 (doṣa self-study)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journaling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-as-artefact — these students may be sitting and writing, not making something visible. That's fine; verify they're actually writing.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9 (multiplication comparison) students should be doing actual timed problems today. Stopwatch in hand.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Common stuck-points (and fast unblockers)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Stuck on · Quick unblock.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Common stuck-points (and fast unblockers)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"My poster won't fit on one page"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Cut one section. Reload from sketch — which is the most essential section?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lost the verse reference"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Open the cache file together for 30 seconds. Find it. Move 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"My partner isn't doing their share"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Re-divide tasks for the remaining 30 minutes. Note in journal.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can't draw"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Use traced outlines, photos, or text-only. Skill is irrelevant; clarity is the goal.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don't know how to start"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Start with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easiest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element — the title block, one row of a table, one card of a deck. Momentum from the easy part.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new citation. Build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2026-05-28T05:58:17Z</dcterms:created>
  <dcterms:modified xsi:type="dcterms:W3CDTF">2026-05-28T05:58:17Z</dcterms:modified>
</cp:coreProperties>
</file>