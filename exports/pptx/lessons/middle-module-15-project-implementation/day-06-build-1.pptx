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6 — Build Session 1</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Project Implementation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have made substantive progress on their final artefact — by teacher judgement, at least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half</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artefact is in existence by the end of the period.</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Everything each student needs for their own project (responsibility lies with the student; teacher has a small supply bin for the inevitable forgetters) – Class supply bin: glue, scissors, sketch pens, tape, ruler, plain paper, cardstock – Timer at the front (visible) – Music (optional, low-volume, instrumental — keep it focus-friendly)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(3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 daily prompt today — we keep this short.</a:t>
            </a:r>
            <a:endParaRPr lang="en-US" sz="1200" dirty="0"/>
          </a:p>
        </p:txBody>
      </p:sp>
      <p:sp>
        <p:nvSpPr>
          <p:cNvPr id="5" name="Text 3"/>
          <p:cNvSpPr/>
          <p:nvPr/>
        </p:nvSpPr>
        <p:spPr>
          <a:xfrm>
            <a:off x="634901" y="117306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"Today is a build day. I am NOT teaching. I'm walking the room. Sit down, take out your sketch and materials, and start. You have 35 minutes. Begin."</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 Activity (35 min) — Quiet build</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 bulk of the period is a quiet, focused work session. The teacher walks the room with three roles:</a:t>
            </a:r>
            <a:endParaRPr lang="en-US" sz="1200" dirty="0"/>
          </a:p>
        </p:txBody>
      </p:sp>
      <p:sp>
        <p:nvSpPr>
          <p:cNvPr id="5" name="Text 3"/>
          <p:cNvSpPr/>
          <p:nvPr/>
        </p:nvSpPr>
        <p:spPr>
          <a:xfrm>
            <a:off x="634901" y="1173063"/>
            <a:ext cx="8102798" cy="13864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unblocker.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student raises a hand because they're stuck — go over, ask "what's the next thing you'll do?", help them name it, walk away.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narrower.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student is trying to do too much. Ask: "If you had to ship by 4 pm today, what would you cut?" Hold them to the cut.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witness.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student is working well. Pause for 30 seconds. Note (silently) what they're doing well. Tell them at the end of class, briefly.</a:t>
            </a:r>
            <a:endParaRPr lang="en-US" sz="1200" dirty="0"/>
          </a:p>
        </p:txBody>
      </p:sp>
      <p:sp>
        <p:nvSpPr>
          <p:cNvPr id="6" name="Text 4"/>
          <p:cNvSpPr/>
          <p:nvPr/>
        </p:nvSpPr>
        <p:spPr>
          <a:xfrm>
            <a:off x="406301" y="2648396"/>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 teacher does NOT teach today. No new content. No "let me show you." If a student needs a skill, point them at the relevant prior module's worked example.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Mid-session check (built into the 35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the 18-minute mark (halfway), call the room to attention for 90 seconds: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"Hands up if half your artefact will be done by the end of class."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Note who's at risk.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"Hands up if you've added something today that wasn't in your sketch."</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Surface emerging ideas. – Resume.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(7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 minutes — pack up, photograph today's progress. – 3 minutes — daily journal:   &gt; "Today I built: ___ . Tomorrow I will build: ___ . What's blocking me: ___ ." – Submit journals into the in-tray. Teacher does a quick read; students at risk get a 5-minute morning check-in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343150"/>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343150"/>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is a quiet build day.</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 teacher is not teaching today. They're walking the room.</a:t>
            </a:r>
            <a:endParaRPr lang="en-US" sz="1300" dirty="0"/>
          </a:p>
        </p:txBody>
      </p:sp>
      <p:sp>
        <p:nvSpPr>
          <p:cNvPr id="8" name="Text 6"/>
          <p:cNvSpPr/>
          <p:nvPr/>
        </p:nvSpPr>
        <p:spPr>
          <a:xfrm>
            <a:off x="692051" y="1612255"/>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Your job: 1. Sit down, take out your materials and sketch, start within 60 seconds of the bell. 2. Build steadily for 35 minutes. 3. By the halfway point, half your artefact should exist in some form. 4. End-of-class — photograph it. Journal it. Pack up.</a:t>
            </a:r>
            <a:endParaRPr lang="en-US" sz="1300" dirty="0"/>
          </a:p>
        </p:txBody>
      </p:sp>
      <p:sp>
        <p:nvSpPr>
          <p:cNvPr id="9" name="Text 7"/>
          <p:cNvSpPr/>
          <p:nvPr/>
        </p:nvSpPr>
        <p:spPr>
          <a:xfrm>
            <a:off x="692051" y="2343299"/>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Three useful questions to ask yourself when stuck: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What's the next thing I'll do?</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(Names the next action.)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 would I cut if I had to ship by 4 pm today?</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(Forces a priority.)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Does this match what I sketched?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(Pulls you back to plan.)</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Finish at home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only what you couldn't finish in class today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Cap at 20 minutes and stop. – Bring all materials again tomorrow. Day 7 finishes the build.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If you're ahead of schedule, refine — don't add. Iterate on one panel that's already there rather than starting a new section.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If you're behind, cut. Pair with the teacher at the 18-minute mark and identify the smallest version of the artefact that still answers your driving question. Build that version.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Don't teach.</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This is the hardest thing about today. If you start explaining things, you'll lose the focus the build needs.</a:t>
            </a:r>
            <a:endParaRPr lang="en-US" sz="1200" dirty="0"/>
          </a:p>
        </p:txBody>
      </p:sp>
      <p:sp>
        <p:nvSpPr>
          <p:cNvPr id="5" name="Text 3"/>
          <p:cNvSpPr/>
          <p:nvPr/>
        </p:nvSpPr>
        <p:spPr>
          <a:xfrm>
            <a:off x="406301" y="1254323"/>
            <a:ext cx="8498026" cy="1492895"/>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18-minute mid-session is your single chance to course-correct. Use it. – Document each student's progress with a phone photo at end of class. This is your evidence for the documentation rubric and saves the journal from being the only record. – Project 7 (sustainability audit) students may need to leave the classroom to do their data collection during the build period — check this morning what they need. Allow if they have parental and admin permission to be in a measurement location during class. – Project 8 (doṣa self-study)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journaling</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-as-artefact — these students may be sitting and writing, not making something visible. That's fine; verify they're actually writing. – Project 9 (multiplication comparison) students should be doing actual timed problems today. Stopwatch in hand.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Common stuck-points (and fast unblockers)</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 new citation. Build 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2026-05-25T16:35:31Z</dcterms:created>
  <dcterms:modified xsi:type="dcterms:W3CDTF">2026-05-25T16:35:31Z</dcterms:modified>
</cp:coreProperties>
</file>