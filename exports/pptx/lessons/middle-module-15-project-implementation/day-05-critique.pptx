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27788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5 — Mid-Project Critique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8963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Project Implementation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Band: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Middle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45 min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Learning objective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the end of this lesson, students will have given and received structured peer feedback on their project plan, sources, and first sketch — and will leave with a written list of at least three changes they'll make over Days 6–7.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Materials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10132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student brings: their plan, citation slips, and sketch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Printed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Critique Protocol Sheet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(see template below), 2 per student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Notebook / project journal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Sticky notes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Lesson flow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Warm-up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7313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 prompt: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"Yesterday's pair-share comment from your partner — what did they say? Did you agree?"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3 students share.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reframe: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"Critique is a gift, not an attack. The right response is 'thank you' and a question. Not defence."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 (10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critique rules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(3 min). Write on the board: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4901" y="1266974"/>
            <a:ext cx="8102798" cy="9751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 kind.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 other person worked hard. Open with what you noticed and admired.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 specific.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"I like it" is useless. "The colour key on your mandala helps me see the elements without reading text" is useful.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 helpful.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Don't just list problems — propose a fix.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 (10 min) (cont.)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protocol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(4 min). Pairs use this exact structure, ~15 minutes per direction (so each student presents once and listens once):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 (10 min) (cont.)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12570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Presenter shares (3 min)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walks through the plan, sources, sketch. No defending yet.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 asks clarifying questions (2 min)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only questions, no judgement yet.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 gives "I notice / I wonder" (4 min)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three "I notice…" observations, three "I wonder…" suggestions.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Presenter responds (3 min)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what they'll keep, what they'll change, what they'll think about overnight.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Switch.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 (10 min) (cont.)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down everything.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Both students' protocols are on paper. By end of class, every student has a written critique sheet to take home.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Activity (25 min) — Run the protocol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6493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activities/activity-02-paired-critique.md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for the full activity and forms. Pairs are pre-assigned (teacher decides last night based on project-type variety — pair a herb-deck student with a sustainability-audit student, not two herb-deck students).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596479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both directions, the pair takes 3 minutes for a quick joint reflection: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"What's one thing both our projects could use more of?"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Wrap-up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Pin the critique sheet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into the project journal — it's part of the documentation evidence.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student writes a three-item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 list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the journal: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510754"/>
            <a:ext cx="8331398" cy="1419225"/>
          </a:xfrm>
          <a:prstGeom prst="rect">
            <a:avLst/>
          </a:prstGeom>
          <a:solidFill>
            <a:srgbClr val="F4F8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434876" y="1510754"/>
            <a:ext cx="0" cy="1419225"/>
          </a:xfrm>
          <a:prstGeom prst="line">
            <a:avLst/>
          </a:prstGeom>
          <a:noFill/>
          <a:ln w="57150">
            <a:solidFill>
              <a:srgbClr val="FE444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92051" y="1701254"/>
            <a:ext cx="7973389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"Based on today's critique I will: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92051" y="1970336"/>
            <a:ext cx="7973389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___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92051" y="2239417"/>
            <a:ext cx="7973389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___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92051" y="2508498"/>
            <a:ext cx="7973389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___"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34901" y="3031480"/>
            <a:ext cx="8102798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Preview: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"Days 6 and 7 are quiet build sessions. I'll be walking the room, not teaching. Bring all your materials tomorrow."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Student-facing content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83593"/>
            <a:ext cx="8331398" cy="3302794"/>
          </a:xfrm>
          <a:prstGeom prst="rect">
            <a:avLst/>
          </a:prstGeom>
          <a:solidFill>
            <a:srgbClr val="F4F8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434876" y="883593"/>
            <a:ext cx="0" cy="3302794"/>
          </a:xfrm>
          <a:prstGeom prst="line">
            <a:avLst/>
          </a:prstGeom>
          <a:noFill/>
          <a:ln w="57150">
            <a:solidFill>
              <a:srgbClr val="FE444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92051" y="1074093"/>
            <a:ext cx="7973389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b="1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Critique is a gift, not an attack.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92051" y="1343174"/>
            <a:ext cx="7973389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rules: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92051" y="1612255"/>
            <a:ext cx="7973389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b="1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 kind.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Open with what you noticed and admired.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92051" y="1881336"/>
            <a:ext cx="7973389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b="1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 specific.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"I like it" is useless. "The colour key helps me see the elements without reading text" is useful.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92051" y="2150418"/>
            <a:ext cx="7973389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b="1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 helpful.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Propose a fix, not just a problem.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92051" y="2419499"/>
            <a:ext cx="7973389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protocol: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92051" y="2688580"/>
            <a:ext cx="7973389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Presenter shares (3 min).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92051" y="2957661"/>
            <a:ext cx="7973389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Critic asks clarifying questions (2 min).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92051" y="3226743"/>
            <a:ext cx="7973389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Critic gives "I notice / I wonder" (4 min) — three of each.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92051" y="3495824"/>
            <a:ext cx="7973389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Presenter responds (3 min) — keep, change, think about.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92051" y="3764905"/>
            <a:ext cx="7973389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Then switch.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Critique Protocol Sheet (template)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83593"/>
            <a:ext cx="8331398" cy="4443710"/>
          </a:xfrm>
          <a:prstGeom prst="rect">
            <a:avLst/>
          </a:prstGeom>
          <a:solidFill>
            <a:srgbClr val="F4F8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430113" y="883593"/>
            <a:ext cx="0" cy="4443710"/>
          </a:xfrm>
          <a:prstGeom prst="line">
            <a:avLst/>
          </a:prstGeom>
          <a:noFill/>
          <a:ln w="47625">
            <a:solidFill>
              <a:srgbClr val="27788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31627" y="1010543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C28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PROTOCOL SHEET — Mid-project critique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31627" y="1359694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C28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Presenter: ___________________  Critic: ___________________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31627" y="1708845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C28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PROJECT: ____________________________________________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31627" y="2057995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C28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CLARIFYING QUESTIONS (critic notes here):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31627" y="2232571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C28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 ________________________________________________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31627" y="2407146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C28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 ________________________________________________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31627" y="2756297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C28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"I notice…" (3 specific observations):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31627" y="2930872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C28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 ________________________________________________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31627" y="3105448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C28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 ________________________________________________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31627" y="3280023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C28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 ________________________________________________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31627" y="3629174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C28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"I wonder…" (3 specific suggestions):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31627" y="3803749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C28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 ________________________________________________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31627" y="3978325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C28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 ________________________________________________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31627" y="4152900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C28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 ________________________________________________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31627" y="4502051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C28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PRESENTER'S RESPONSE: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31627" y="4676626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C28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– I'll keep: __________________________________________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31627" y="4851202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C28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– I'll change: ________________________________________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31627" y="5025777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C28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– I'll think about: ___________________________________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06301" y="5492353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Homework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769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Re-read your critic's notes overnight.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Decide which three changes you'll make. Write them in your journal.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Bring ALL materials to class tomorrow. Build session starts the moment you sit down.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Differentiation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9370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tier up: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After the protocol, write a 50-word paragraph in your journal about what changed in your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thinking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not just your plan. Did the critique surface an assumption you didn't know you had?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tier down: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If giving "three notices and three wonders" feels like too much, give two of each. Quality of one specific observation beats quantity.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Teacher notes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13864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a formative checkpoint disguised as an activity. By the end of today every student should be visibly ready to build. If not, that student gets a 10-minute one-on-one tomorrow before class.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Listen at the doorway — you'll hear which pairs are doing the work and which are skating. Drop in on the skaters silently and ask one clarifying question.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critique that descends into mutual gushing is worthless. If you hear "your sketch is really nice" three times in a row, intervene and re-direct to specifics.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Teacher notes (cont.)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5066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today, mark every student's plan + sources + sketch on the Day 5 formative quiz checklist (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quizzes/formative.md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Part A). This is your gate to allowing them into the build phase.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Citation(s) used in this lesson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new scripture citation today; the term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vicāra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(inquiry, reflection) from Day 1 returns implicitly — critique is collective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vicāra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— Middle</dc:title>
  <dc:subject>PptxGenJS Presentation</dc:subject>
  <dc:creator>IKS Curriculum</dc:creator>
  <cp:lastModifiedBy>IKS Curriculum</cp:lastModifiedBy>
  <cp:revision>1</cp:revision>
  <dcterms:created xsi:type="dcterms:W3CDTF">2026-05-28T05:58:10Z</dcterms:created>
  <dcterms:modified xsi:type="dcterms:W3CDTF">2026-05-28T05:58:10Z</dcterms:modified>
</cp:coreProperties>
</file>