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Mid-Project Critique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given and received structured peer feedback on their project plan, sources, and first sketch — and will leave with a written list of at least three changes they'll make over Days 6–7.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brings: their plan, citation slips, and sketch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Critique Protocol Sheet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template below), 2 per student – Notebook / project journal – Sticky notes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"Yesterday's pair-share comment from your partner — what did they say? Did you agree?"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 – The reframe: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"Critique is a gift, not an attack. The right response is 'thank you' and a question. Not defence."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Run the protocol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activities/activity-02-paired-critique.md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activity and forms. Pairs are pre-assigned (teacher decides last night based on project-type variety — pair a herb-deck student with a sustainability-audit student, not two herb-deck students).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9647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both directions, the pair takes 3 minutes for a quick joint reflection: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both our projects could use more of?"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 the critique sheet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into the project journal — it's part of the documentation evidence.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writes a three-item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list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journal: &gt; "Based on today's critique I will: &gt; 1. ___ &gt; 2. ___ &gt; 3. ___" – Preview: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"Days 6 and 7 are quiet build sessions. I'll be walking the room, not teaching. Bring all your materials tomorrow."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Critique is a gift, not an attack.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rules: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kind.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 with what you noticed and admired.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"I like it" is useless. "The colour key helps me see the elements without reading text" is useful.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helpful.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Propose a fix, not just a problem.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protocol: 1. Presenter shares (3 min). 2. Critic asks clarifying questions (2 min). 3. Critic gives "I notice / I wonder" (4 min) — three of each. 4. Presenter responds (3 min) — keep, change, think about.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switch.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Critique Protocol Sheet (template)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444371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444371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 SHEET — Mid-project critique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Presenter: ___________________  Critic: ___________________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PROJECT: ____________________________________________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CLARIFYING QUESTIONS (critic notes here):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________________________________________________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notice…" (3 specific observations):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930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________________________________________________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2800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________________________________________________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wonder…" (3 specific suggestions):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8037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________________________________________________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________________________________________________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1529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________________________________________________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50205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PRESENTER'S RESPONSE: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6766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I'll keep: __________________________________________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8512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I'll change: ________________________________________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50257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I'll think about: ___________________________________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301" y="549235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Re-read your critic's notes overnight. – Decide which three changes you'll make. Write them in your journal. – Bring ALL materials to class tomorrow. Build session starts the moment you sit down.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 the protocol, write a 50-word paragraph in your journal about what changed in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your plan. Did the critique surface an assumption you didn't know you had?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giving "three notices and three wonders" feels like too much, give two of each. Quality of one specific observation beats quantity.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89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a formative checkpoint disguised as an activity. By the end of today every student should be visibly ready to build. If not, that student gets a 10-minute one-on-one tomorrow before class. – Listen at the doorway — you'll hear which pairs are doing the work and which are skating. Drop in on the skaters silently and ask one clarifying question. – A critique that descends into mutual gushing is worthless. If you hear "your sketch is really nice" three times in a row, intervene and re-direct to specifics. – After today, mark every student's plan + sources + sketch on the Day 5 formative quiz checklist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A). This is your gate to allowing them into the build phase.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scripture citation today; the term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(inquiry, reflection) from Day 1 returns implicitly — critique is collective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2026-05-25T09:15:43Z</dcterms:created>
  <dcterms:modified xsi:type="dcterms:W3CDTF">2026-05-25T09:15:43Z</dcterms:modified>
</cp:coreProperties>
</file>