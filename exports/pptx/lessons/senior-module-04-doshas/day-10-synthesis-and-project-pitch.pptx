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Synthesis and Project Pitch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Doshas — Vāta, Pitta, Kapha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pitch the 7-day self-observation project and answer assessment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kapha; lit. "structure principle (cohesion, ap+pṛthvī)")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the framework in 3 sentences.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Students take turns: someone explains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the next student explains the element-mapping; the third explains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Catch errors collaboratively.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pitch.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Hand out the project brief — 7-day doṣa self-observation. Students read silently for 5 minutes.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brainstorm.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pairs: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three things will you track each day? Why those?"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(Common picks: sleep, food, energy, mood, digestion, social interactions.)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44509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Source-anchoring.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Senior credit, every project must cite at least one Caraka or Aṣṭāṅga reference. Browse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index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03415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Critical-thinking close.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are the limits of this self-observation? What might it tell you? What might it MISS?"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Students draft one paragraph on these limits as part of their project journal Day 1.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Synthesis and Project Pitch.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2026-05-28T04:29:37Z</dcterms:created>
  <dcterms:modified xsi:type="dcterms:W3CDTF">2026-05-28T04:29:37Z</dcterms:modified>
</cp:coreProperties>
</file>