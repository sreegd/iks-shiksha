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Synthesis and Project Pitch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pitch the 7-day self-observation project and answer assessment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Synthesis and Project Pitch.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2026-05-25T09:25:45Z</dcterms:created>
  <dcterms:modified xsi:type="dcterms:W3CDTF">2026-05-25T09:25:45Z</dcterms:modified>
</cp:coreProperties>
</file>