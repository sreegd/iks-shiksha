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Vāta — The Motion Principle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vāta-style behaviours (quick, dry, cold, moving) in self and surroundings.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vāta; lit. "motion principle (wind, ākāśa+vāyu)")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Observe motion.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Watch a leaf in a draft, a flag on a breezy day, or a fan spinning.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do you notice about the air's qualities? Is it predictable or changeable?"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 Motion principle. Five subtypes are described in Caraka: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prāṇa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inhalation, heart, head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udāna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speech, exhalation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digestion, equilibrium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elimination, downward flow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vyāna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circulation, full-body movement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 qualities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guṇas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 dry, light, cold, rough, subtle, mobile, clear. Have students list one observation matching each quality.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Caraka Saṁhitā,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12 enumerates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vāta-prakopa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(vāta aggravation) signs: dry skin, restless sleep, anxiety, irregular digestion. Read one paragraph.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bridge.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maps loosely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autonomic nervous-system arousal patterns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peristaltic / circulatory rhythms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Be careful: this is a wellness lens — NOT diagnosis.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Vāta — The Motion Principle.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2026-05-28T06:01:17Z</dcterms:created>
  <dcterms:modified xsi:type="dcterms:W3CDTF">2026-05-28T06:01:17Z</dcterms:modified>
</cp:coreProperties>
</file>