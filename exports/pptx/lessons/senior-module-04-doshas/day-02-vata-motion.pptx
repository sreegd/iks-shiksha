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2 — Vāta — The Motion Principle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Doshas — Vāta, Pitta, Kapha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identify vāta-style behaviours (quick, dry, cold, moving) in self and surroundings.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Whiteboard / chart paper – Notebook, pen per student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vāta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vāta; lit. "motion principle (wind, ākāśa+vāyu)")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Daily check-in: one-sentence response to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a Doṣa Rhythm Clock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Vāta — The Motion Principle.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One-sentence exit ticket: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Citations: at least one quoted verse with citation per module. Day 1 already includes one if applicable; you may add more. – 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2026-05-28T04:29:01Z</dcterms:created>
  <dcterms:modified xsi:type="dcterms:W3CDTF">2026-05-28T04:29:01Z</dcterms:modified>
</cp:coreProperties>
</file>