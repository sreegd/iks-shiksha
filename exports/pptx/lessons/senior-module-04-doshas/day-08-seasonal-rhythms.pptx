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Doṣa Rhythms Across Seasons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map doṣa cycles to monsoon/summer/winter.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vāta; lit. "motion principle (wind, ākāśa+vāyu)")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Doṣa Rhythms Across Seasons.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2026-05-25T09:25:34Z</dcterms:created>
  <dcterms:modified xsi:type="dcterms:W3CDTF">2026-05-25T09:25:34Z</dcterms:modified>
</cp:coreProperties>
</file>