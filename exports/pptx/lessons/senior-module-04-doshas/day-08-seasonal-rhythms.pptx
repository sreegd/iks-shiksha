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Doṣa Rhythms Across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doṣa cycles to monsoon/summer/winter.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annual doṣa cycle.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Three seasonal phases dominate (varies by region):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Vasanta (spring) — kapha season: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snowmelt, congestion, allergies; kapha accumulates over winter and is released now.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Grīṣma + Varṣā (summer / monsoon) — pitta season: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heat, inflammation, digestive fire dips.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Śarad + Hemanta + Śiśira (autumn / winter) — vāta season: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dryness, cold, wind; circulatory and joint stiffness.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6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ṛtucaryā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(seasonal regimen).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to your region.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Indian classical descriptions correspond to North Indian climates.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do these doṣa-seasons map to YOUR local climate?"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Coastal, hill, and desert students will adapt differently.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bridge.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Hay-fever in spring (immune activation matching kapha-release), heat-stroke risk in summer (pitta), dry-skin and joint pain in winter (vāta) — all empirically documented in Indian medical literature.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seasonal adjustment would you make to your routine — sleep, food, exercise — based on today's doṣa-season?"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one specific adjustment.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Doṣa Rhythms Across Seasons.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2026-05-28T06:01:51Z</dcterms:created>
  <dcterms:modified xsi:type="dcterms:W3CDTF">2026-05-28T06:01:51Z</dcterms:modified>
</cp:coreProperties>
</file>