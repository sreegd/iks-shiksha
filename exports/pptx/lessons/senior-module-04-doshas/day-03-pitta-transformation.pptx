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pitta-style behaviours (warm, sharp, focused, transforming).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 transformation.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Light a candle (or use a torch).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candle's flame transforms wax to gas to light and heat. The stomach transforms food to energy. The eye transforms light into perception."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Pitta = transformation.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Five subtypes: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pācaka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digestive fire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rañjaka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blood and complexion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sādhaka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intellect, emotional fire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ālocaka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vision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bhrājaka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skin lustre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 qualities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hot, sharp, light, oily, slightly oily, spreading, liquid. Compare with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vāta*.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12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pitta-prakopa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irritability, inflammation, acid reflux, hot flashes, intense focus.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bridge.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maps loosely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metabolic rate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thermoregulation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inflammatory response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Wellness lens, not diagnosis. Class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might a 'pitta person' suit a cool, calm work environment?"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Pitta — The Transformation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2026-05-28T06:01:23Z</dcterms:created>
  <dcterms:modified xsi:type="dcterms:W3CDTF">2026-05-28T06:01:23Z</dcterms:modified>
</cp:coreProperties>
</file>