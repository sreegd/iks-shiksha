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Pitta — The Transformation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Doshas — Vāta, Pitta, Kapha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pitta-style behaviours (warm, sharp, focused, transforming).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pitta; lit. "transformation principle (fire, tejas+ap)")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Pitta — The Transformation Principle.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2026-05-25T09:17:08Z</dcterms:created>
  <dcterms:modified xsi:type="dcterms:W3CDTF">2026-05-25T09:17:08Z</dcterms:modified>
</cp:coreProperties>
</file>