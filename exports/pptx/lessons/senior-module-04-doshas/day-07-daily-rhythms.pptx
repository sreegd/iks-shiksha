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— Doṣa Rhythms in a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Doshas — Vāta, Pitta, Kapha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map the kapha-pitta-vāta cycle across morning/noon/evening hours.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doṣa; lit. "humour / functional principle")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the doṣa clock.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the board, draw a 24-hour ring divided into three two-period segments: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 hours: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6–10 am and 6–10 pm — heavy, slow start; calm wind-down.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 hours: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10 am–2 pm and 10 pm–2 am — sharp focus; metabolic peak.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 hours: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2–6 am and 2–6 pm — light, mobile, creative.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13791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Aṣṭāṅga Hṛdaya,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1.8 on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kāla-prabhāva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(time-of-day influence on doṣa).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observations to hours.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"When is your sharpest study time? When do you feel heaviest? When are dreams most active?"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this to the chart. Most students will recognise the pitta-noon peak and the kapha-morning slump.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bridge.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Map onto circadian-rhythm research: cortisol peaks ~8 am (kapha-clearance), core body temperature peaks ~mid-afternoon (pitta), REM sleep dominates ~3–5 am (vāta).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work.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sketches their own 24-hour clock and annotates which hours they feel each doṣa dominate. Compare in pairs.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Doṣa Rhythms in a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2026-05-28T06:01:46Z</dcterms:created>
  <dcterms:modified xsi:type="dcterms:W3CDTF">2026-05-28T06:01:46Z</dcterms:modified>
</cp:coreProperties>
</file>