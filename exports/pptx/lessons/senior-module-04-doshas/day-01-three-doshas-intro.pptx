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1 — Three Doshas Introduction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Doshas — Vāta, Pitta, Kapha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name vāta, pitta, kapha and recognise one observable trait of each.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doṣa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doṣa; lit. "humour / functional principle")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Primary source (today's reading)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Caraka Saṁhitā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Doṣa Rhythm Clock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Three Doshas Introduction.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2026-05-25T16:36:02Z</dcterms:created>
  <dcterms:modified xsi:type="dcterms:W3CDTF">2026-05-25T16:36:02Z</dcterms:modified>
</cp:coreProperties>
</file>