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vāta, pitta, kapha and recognise one observable trait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with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on the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"Describe three students you know — without naming them — in one sentence each, focusing on their energy, pace, and style."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discussion for 2 minutes; harvest descriptions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observation to category.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descriptions cluster around three patterns: quick / changeable / dry (motion); focused / sharp / warm (transformation); steady / slow / cool (structure). Classical Āyurveda calls these three patterns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three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each precisely.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Map to Module 2 elements: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wind-like, motion;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fire-like, transformation;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earth-like, structure;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vāyuḥ pittaṁ kaphaścoktaḥ śārīro doṣa-saṅgrahaḥ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"Wind, bile, phlegm — the summary of the bodily doṣas." — Caraka Saṁhitā, Sūtrasthāna 1.57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2114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clarification, repeated: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Doṣas are NOT diseases. They are patterns of internal rhythm. Every person has all three — the ratio differs. This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lens, NOT diagnosis.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Refer any health concern to a doctor.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Three Doshas Introduction.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2026-05-28T06:01:11Z</dcterms:created>
  <dcterms:modified xsi:type="dcterms:W3CDTF">2026-05-28T06:01:11Z</dcterms:modified>
</cp:coreProperties>
</file>