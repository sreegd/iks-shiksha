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380851"/>
            <a:ext cx="8498026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5D1D2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Day 5 — Mapping to the Five Elements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06301" y="89639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Module: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Doshas — Vāta, Pitta, Kapha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Band: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Senior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Time: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45 min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Learning objective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By the end of this lesson, students will: connect each doṣa to its two constituent elements (vāta=ākāśa+vāyu, pitta=tejas+ap, kapha=ap+pṛthvī).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Materials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7694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Whiteboard / chart paper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Notebook, pen per student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(See lesson-plan.md for any day-specific materials)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Vocabulary introduced today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prakṛti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(IAST: prakṛti; lit. "innate constitution")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Lesson flow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Warm-up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5256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Daily check-in: one-sentence response to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"What's one thing you remember about yesterday's lesson?"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Hook: introduce a phenomenon or question that motivates today's concept.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Core (20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Recall Module 2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pañcabhūta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ākāśa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(space),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vāyu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(air),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tejas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(fire),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ap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(water),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pṛthvī* (earth).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266974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Map doṣas to element pairs.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Caraka's framework: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634901" y="1650355"/>
            <a:ext cx="8102798" cy="7694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vāta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=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ākāśa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+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vāyu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(both light, mobile)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pitta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=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tejas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+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ap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(transformation + medium)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kapha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=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ap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+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pṛthvī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(cohesion + heaviness)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Core (20 min) (cont.)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4875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Why pairs, not single elements?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Each doṣa needs a quality AND a medium.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Vāyu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alone has no container;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tejas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alone burns without medium;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pṛthvī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alone is inert. The pair makes the doṣa functional.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472654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Source.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Aṣṭāṅga Hṛdaya,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Sūtrasthāna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1.7 — the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tridoṣa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are the gross outcome of the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pañcamahābhūta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Core (20 min) (cont.)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4875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Class exercise.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Pairs receive a list of 10 observations ("warm forehead," "dry skin," "feels heavy after lunch"). Classify each by likely doṣa AND the element pair that grounds the claim.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(15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360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scaled version of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Build a Doṣa Rhythm Clock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activities/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). Today's slice: focus on the part of the activity that reinforces Mapping to the Five Elements.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Wrap-up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5256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One-sentence exit ticket: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"What's one thing you learned today?"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Preview tomorrow.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Homework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227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(See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homework.md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for today's task.)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Differentiation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5256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Extension: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offer one open question or extra problem for fast finishers.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Support: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pair students who need scaffolds; offer partial outlines.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Teacher notes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7313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Citations: at least one quoted verse with citation per module. Day 1 already includes one if applicable; you may add more.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Connect to prior modules where natural (especially Module 2 pañcabhūta).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 — Senior</dc:title>
  <dc:subject>PptxGenJS Presentation</dc:subject>
  <dc:creator>IKS Curriculum</dc:creator>
  <cp:lastModifiedBy>IKS Curriculum</cp:lastModifiedBy>
  <cp:revision>1</cp:revision>
  <dcterms:created xsi:type="dcterms:W3CDTF">2026-05-28T06:01:34Z</dcterms:created>
  <dcterms:modified xsi:type="dcterms:W3CDTF">2026-05-28T06:01:34Z</dcterms:modified>
</cp:coreProperties>
</file>