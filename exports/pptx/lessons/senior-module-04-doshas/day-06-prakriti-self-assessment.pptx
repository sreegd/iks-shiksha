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Prakṛti Self-Assessment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use a worksheet to estimate own dominant doṣa(s) — emphasising not diagnosis.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vikṛti; lit. "current imbalance")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Distinguish prakṛti from vikṛti.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innate constitution (birth ratio of doṣas, stable through life).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current state (today's ratio, fluctuates). This distinction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it stops students treating self-assessment as labelling.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67833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Self-assessment worksheet.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Distribute a 30-question checklist (sleep, digestion, body frame, temperament, energy patterns). Students mark each on a 1–5 scale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true is this for me usually."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and discuss.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Tally for each doṣa.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students will be mixed.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That's the expected result. Mono-doṣic types are rare;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dvi-doṣa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(dual) is common.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 of the day, said three times: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is a self-observation exercise. NOT a diagnosis. NOT a prediction. Refer any health concern to a doctor.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Caraka cite.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Caraka Saṁhitā,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Vimāna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8.95–117 outlines the constitutional assessment method — historical context, NOT a clinical tool for school use.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Prakṛti Self-Assessment.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2026-05-28T06:01:40Z</dcterms:created>
  <dcterms:modified xsi:type="dcterms:W3CDTF">2026-05-28T06:01:40Z</dcterms:modified>
</cp:coreProperties>
</file>