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Prakṛti Self-Assessment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use a worksheet to estimate own dominant doṣa(s) — emphasising not diagnosis.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vikṛti; lit. "current imbalance")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Prakṛti Self-Assessment.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2026-05-25T09:25:22Z</dcterms:created>
  <dcterms:modified xsi:type="dcterms:W3CDTF">2026-05-25T09:25:22Z</dcterms:modified>
</cp:coreProperties>
</file>