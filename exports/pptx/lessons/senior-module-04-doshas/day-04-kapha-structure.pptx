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5D1D2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Day 4 — Kapha — The Structure Principle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Doshas — Vāta, Pitta, Kapha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Senior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45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By the end of this lesson, students will: identify kapha-style behaviours (steady, cool, moist, structured).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Whiteboard / chart paper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Notebook, pen per student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(IAST: kapha; lit. "structure principle (cohesion, ap+pṛthvī)")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Warm-up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Daily check-in: one-sentence response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remember about yesterday's lesson?"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Hook: introduce a phenomenon or question that motivates today's concept.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Observe structure.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Hold up a rock or thick block.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"This stays in shape. It is solid, cool, heavy. It holds its form."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Kapha = the structure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Define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Five subtypes: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avalambaka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lubrication of joints, chest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kledaka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stomach moisture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bodhaka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saliva, taste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tarpaka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brain cushioning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śleṣaka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joint cohesion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 qualities (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guṇas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* heavy, slow, cool, oily, smooth, soft, dense, stable, gross. Compare with vāta + pitta.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Caraka Saṁhitā,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Sūtrasthāna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12 on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kapha-prakopa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heaviness, sluggishness, congestion, weight gain, emotional attachment.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(20 min)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Modern bridge.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Kapha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maps loosely to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anabolic / structural metabolism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connective-tissue density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parasympathetic dominance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 Wellness lens, not diagnosis.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"Why might a 'kapha person' thrive in a stable, predictable routine?"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Activity (15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360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scaled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Doṣa Rhythm Clock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). Today's slice: focus on the part of the activity that reinforces Kapha — The Structure Principle.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Wrap-up (5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One-sentence exit ticket: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"What's one thing you learned today?"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Preview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227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for today's task.)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Extension: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offer one open question or extra problem for fast finishers.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pair students who need scaffolds; offer partial outlines.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5D1D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9792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Citations: at least one quoted verse with citation per module. Day 1 already includes one if applicable; you may add more.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 to prior modules where natural (especially Module 2 pañcabhūta).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Senior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Senior</dc:title>
  <dc:subject>PptxGenJS Presentation</dc:subject>
  <dc:creator>IKS Curriculum</dc:creator>
  <cp:lastModifiedBy>IKS Curriculum</cp:lastModifiedBy>
  <cp:revision>1</cp:revision>
  <dcterms:created xsi:type="dcterms:W3CDTF">2026-05-28T06:01:29Z</dcterms:created>
  <dcterms:modified xsi:type="dcterms:W3CDTF">2026-05-28T06:01:29Z</dcterms:modified>
</cp:coreProperties>
</file>