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9 — Balance and Imbalance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Doshas — Vāta, Pitta, Kapha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distinguish prakṛti (innate) from vikṛti (current state); recognise simple imbalance signs.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Whiteboard / chart paper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Notebook, pen per student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pitta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pitta; lit. "transformation principle (fire, tejas+ap)")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check-in: one-sentence response to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 the distinction.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Balance (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sāmya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 = each doṣa at its individual baseline. Imbalance (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vaiṣamya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 = a doṣa deviates from baseline.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Vikṛti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is the language for the deviated state.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472654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Recognise simple imbalance signs.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From Caraka,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Sūtrasthāna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18: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856036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Vāta excess — dryness, irregularity, anxiety, joint cracking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Pitta excess — heat, inflammation, irritability, acid reflux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Kapha excess — congestion, lethargy, attachment, fluid retention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five-stage progression (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samprāpti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* Doṣa imbalance progresses: accumulation → aggravation → spread → localisation → manifestation → chronicity. The earlier you notice, the easier to redirect. This is the framework's preventive logic.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678335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Critical limits.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What this module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not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claim: that you can self-diagnose serious illness, that you should self-medicate, or that doṣa balance replaces medical care. Repeat: WELLNESS LENS, NOT DIAGNOSIS.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Reflection.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"Identify one mild imbalance you experienced this week. Which doṣa? What likely drove it (diet, sleep, weather, stress)? What single adjustment might help?"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a Doṣa Rhythm Clock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Balance and Imbalance.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One-sentence exit ticket: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Citations: at least one quoted verse with citation per module. Day 1 already includes one if applicable; you may add more.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2026-05-28T06:01:56Z</dcterms:created>
  <dcterms:modified xsi:type="dcterms:W3CDTF">2026-05-28T06:01:56Z</dcterms:modified>
</cp:coreProperties>
</file>