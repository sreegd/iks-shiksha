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prakṛti (innate) from vikṛti (current state); recognise simple imbalance signs.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distinction.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Balance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sāmya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= each doṣa at its individual baseline. Imbalance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vaiṣamya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= a doṣa deviates from baseline.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language for the deviated state.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Recognise simple imbalance signs.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From Caraka,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18: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Vāta excess — dryness, irregularity, anxiety, joint cracking    – Pitta excess — heat, inflammation, irritability, acid reflux    – Kapha excess — congestion, lethargy, attachment, fluid retention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five-stage progression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samprāpti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Doṣa imbalance progresses: accumulation → aggravation → spread → localisation → manifestation → chronicity. The earlier you notice, the easier to redirect. This is the framework's preventive logic.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5351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this module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claim: that you can self-diagnose serious illness, that you should self-medicate, or that doṣa balance replaces medical care. Repeat: WELLNESS LENS, NOT DIAGNOSIS.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74258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"Identify one mild imbalance you experienced this week. Which doṣa? What likely drove it (diet, sleep, weather, stress)? What single adjustment might help?"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Balance and Imbalance.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2026-05-28T04:29:32Z</dcterms:created>
  <dcterms:modified xsi:type="dcterms:W3CDTF">2026-05-28T04:29:32Z</dcterms:modified>
</cp:coreProperties>
</file>