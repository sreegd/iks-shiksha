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summative quiz and reflect on which method works best.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day! We celebrate the ×11 trick.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best ×11 problem to a partner. Cheer for each 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small quiz with stickers (every child gets a "Number Magician" sticker).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284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class chant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"Split! Add! Middle! Magic!"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2026-05-28T04:08:53Z</dcterms:created>
  <dcterms:modified xsi:type="dcterms:W3CDTF">2026-05-28T04:08:53Z</dcterms:modified>
</cp:coreProperties>
</file>