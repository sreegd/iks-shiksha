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the summative quiz and reflect on which method works best.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Final Assessment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2026-05-25T08:41:58Z</dcterms:created>
  <dcterms:modified xsi:type="dcterms:W3CDTF">2026-05-25T08:41:58Z</dcterms:modified>
</cp:coreProperties>
</file>