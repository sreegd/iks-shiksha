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×11 Multiplication — Ekādhikena Pūrveṇa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the summative quiz and reflect on which method works best.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Ekādhikena Pūrveṇa; lit. ""by one more than the previous" — sūtra 1 in Tirthaji")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Final day! We celebrate the ×11 trick.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shows their best ×11 problem to a partner. Cheer for each one.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389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the small quiz with stickers (every child gets a "Number Magician" sticker).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284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End: class chant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"Split! Add! Middle! Magic!"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2026-05-25T16:19:15Z</dcterms:created>
  <dcterms:modified xsi:type="dcterms:W3CDTF">2026-05-25T16:19:15Z</dcterms:modified>
</cp:coreProperties>
</file>