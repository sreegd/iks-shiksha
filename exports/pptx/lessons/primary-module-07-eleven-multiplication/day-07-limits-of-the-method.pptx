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Limits of the Method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×11 Multiplication — Ekādhikena Pūrveṇa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Recognise when traditional long multiplication is faster than the sūtra method.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Ekādhikena Pūrveṇa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Ekādhikena Pūrveṇa; lit. ""by one more than the previous" — sūtra 1 in Tirthaji")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The trick is special! It works best for ×11 (and ×12). – For things like ×23 or ×47, the trick is hard. Then we use the regular way.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96274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Show: 23 × 47.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"Would the trick work?"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(No — 47 is too far from 10.)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"So we do it the long way."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25221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practice both methods on 24 × 11 vs 24 × 23 to feel the difference.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Mental Math Sprint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2026-05-28T04:08:41Z</dcterms:created>
  <dcterms:modified xsi:type="dcterms:W3CDTF">2026-05-28T04:08:41Z</dcterms:modified>
</cp:coreProperties>
</file>