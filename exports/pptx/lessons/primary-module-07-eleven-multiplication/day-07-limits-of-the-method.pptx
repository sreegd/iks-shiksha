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 — Limits of the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Recognise when traditional long multiplication is faster than the sūtra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Limits of the Method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2026-05-25T08:41:43Z</dcterms:created>
  <dcterms:modified xsi:type="dcterms:W3CDTF">2026-05-25T08:41:43Z</dcterms:modified>
</cp:coreProperties>
</file>