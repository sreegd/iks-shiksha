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7 — Limits of the Method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×11 Multiplication — Ekādhikena Pūrveṇa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Recognise when traditional long multiplication is faster than the sūtra method.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Notebook, pencils, drawing paper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Daily chant or breathing exercise.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recall (4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Briefly recall yesterday's lesson by asking: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"What's one thing you remember from yesterday?"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idea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Ekādhikena Pūrveṇa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(IAST: Ekādhikena Pūrveṇa; lit. ""by one more than the previous" — sūtra 1 in Tirthaji")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472654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 trick is special! It works best for ×11 (and ×12).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For things like ×23 or ×47, the trick is hard. Then we use the regular way.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idea (10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Show: 23 × 47.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"Would the trick work?"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(No — 47 is too far from 10.)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"So we do it the long way."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6041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Children practice both methods on 24 × 11 vs 24 × 23 to feel the difference.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(8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simplified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Mental Math Sprint Cards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). Draw, sing, or act it out.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shares one word that describes today.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Citations belong in teacher notes only, not in student-facing material at this band.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Keep new Sanskrit terms to one per lesson, repeated several times.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If energy is low, swap the activity for free drawing.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2026-05-28T05:34:13Z</dcterms:created>
  <dcterms:modified xsi:type="dcterms:W3CDTF">2026-05-28T05:34:13Z</dcterms:modified>
</cp:coreProperties>
</file>