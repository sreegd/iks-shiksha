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Speed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×11 Multiplication — Ekādhikena Pūrveṇa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Complete a 50-problem mental-math sprint in 5 minutes.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sūtra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sūtra; lit. "aphorism / formula")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Speed Day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Mental Math Sprint 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2026-05-25T08:41:32Z</dcterms:created>
  <dcterms:modified xsi:type="dcterms:W3CDTF">2026-05-25T08:41:32Z</dcterms:modified>
</cp:coreProperties>
</file>