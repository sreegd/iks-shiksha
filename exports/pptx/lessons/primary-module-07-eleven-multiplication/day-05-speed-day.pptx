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Complete a 50-problem mental-math sprint in 5 minutes.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Speed time! Today we play a quick ×11 game.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pairs: one child says a 2-digit number, the other shouts the answer × 11. Switch every 30 seconds. 5 rounds.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with class cheer: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"Split! Add! Middle! Done!"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2026-05-28T04:08:33Z</dcterms:created>
  <dcterms:modified xsi:type="dcterms:W3CDTF">2026-05-28T04:08:33Z</dcterms:modified>
</cp:coreProperties>
</file>