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3 — Why It Works — The Algebra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×11 Multiplication — Ekādhikena Pūrveṇa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Derive (10a+b)×11 = 100a + 10(a+b) + b and explain.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Anurūpyena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Anurūpyena; lit. ""proportionately" — sūtra used for ×12, ×13 extensions")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Why does the magic work?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23 × 11 with paper strips: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73063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One strip of 23 + ten strips of 23 = 11 strips.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Stack them: 230 + 23 = 253.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"230" gives the 2 and the 3 (separated). The "23" gives the +2 in the tens and +3 in the ones.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2 + 3 = 5 in the tens place. The 2 and 3 stay on the ends!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Magic? No — just adding! Children try with strips of 14: 14 × 11 = 140 + 14 = 154.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Mental Math Sprint Cards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2026-05-28T05:33:54Z</dcterms:created>
  <dcterms:modified xsi:type="dcterms:W3CDTF">2026-05-28T05:33:54Z</dcterms:modified>
</cp:coreProperties>
</file>