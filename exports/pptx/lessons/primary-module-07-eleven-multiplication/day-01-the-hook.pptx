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 — What Is the Trick?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23×11, 35×11 mentally using the split-and-sum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Watch this trick! 23 × 11 = 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on the board: "2 _ 3" with a gap. Whisper: "What's 2 + 3?" (Wait for "5".) Fill in: "2 5 3 → 253!"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practices: 12 × 11 = 132. 34 × 11 = 374. 25 × 11 = 275. Try 5 more.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284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Magic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"Split, add, put in middle!"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(Children chant 3 times.)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2026-05-28T04:08:16Z</dcterms:created>
  <dcterms:modified xsi:type="dcterms:W3CDTF">2026-05-28T04:08:16Z</dcterms:modified>
</cp:coreProperties>
</file>