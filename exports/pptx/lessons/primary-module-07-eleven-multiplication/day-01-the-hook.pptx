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 — What Is the Trick?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Compute 23×11, 35×11 mentally using the split-and-sum method.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Hook — What Is the Trick?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2026-05-25T08:41:11Z</dcterms:created>
  <dcterms:modified xsi:type="dcterms:W3CDTF">2026-05-25T08:41:11Z</dcterms:modified>
</cp:coreProperties>
</file>