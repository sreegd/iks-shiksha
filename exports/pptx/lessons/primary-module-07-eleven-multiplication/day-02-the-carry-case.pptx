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87×11, 65×11 correctly using the carry rule.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Carry Case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2026-05-25T08:41:16Z</dcterms:created>
  <dcterms:modified xsi:type="dcterms:W3CDTF">2026-05-25T08:41:16Z</dcterms:modified>
</cp:coreProperties>
</file>