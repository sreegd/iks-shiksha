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Carry 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Compute 87×11, 65×11 correctly using the carry rule.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sūtra; lit. "aphorism / formula")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What if the middle sum is too big? Like 87 × 11.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Show: "8 _ 7" with gap. 8 + 7 = 15. Whisper: "15 is two digits! Keep the 5, carry the 1."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Result: 8 + 1 = 9, then 5, then 7 →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957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Practice: 67 × 11 = 7 3 7. 95 × 11 = 1 0 4 5.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"Carry the tens, keep the ones!"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(Chant.)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2026-05-25T16:18:32Z</dcterms:created>
  <dcterms:modified xsi:type="dcterms:W3CDTF">2026-05-25T16:18:32Z</dcterms:modified>
</cp:coreProperties>
</file>