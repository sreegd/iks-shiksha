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Mixed Practice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×11 Multiplication — Ekādhikena Pūrveṇa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Solve a mixed problem set using best-fit method per problem.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Anurūpyena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Anurūpyena; lit. ""proportionately" — sūtra used for ×12, ×13 extensions")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Today we play a sorting game!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10 problems on cards. For each, children hold up a sign: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1845915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"Trick!" (for ×11 problems)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"Long!" (for harder problems)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460427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Then solve 5 ×11 problems for practice. End with applause.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Mental Math Sprint 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2026-05-25T16:19:09Z</dcterms:created>
  <dcterms:modified xsi:type="dcterms:W3CDTF">2026-05-25T16:19:09Z</dcterms:modified>
</cp:coreProperties>
</file>