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6 — Anurūpyena — ×12 to ×19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×11 Multiplication — Ekādhikena Pūrveṇa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Extend the method to ×12 and ×13 using one-more-digit adjustments.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Notebook, pencils, drawing paper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chant or breathing exercise.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recall (4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Briefly recall yesterday's lesson by asking: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"What's one thing you remember from yesterday?"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Anurūpyena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(IAST: Anurūpyena; lit. ""proportionately" — sūtra used for ×12, ×13 extensions")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Introduce the concept gently using a story, a drawing, or a sensory example. The concept for today: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Anurūpyena — ×12 to ×19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 Keep sentences short.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simplified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Mental Math Sprint Cards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). Draw, sing, or act it out.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shares one word that describes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Citations belong in teacher notes only, not in student-facing material at this band. – Keep new Sanskrit terms to one per lesson, repeated several times. – If energy is low, swap the activity for free drawing.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2026-05-25T08:41:37Z</dcterms:created>
  <dcterms:modified xsi:type="dcterms:W3CDTF">2026-05-25T08:41:37Z</dcterms:modified>
</cp:coreProperties>
</file>