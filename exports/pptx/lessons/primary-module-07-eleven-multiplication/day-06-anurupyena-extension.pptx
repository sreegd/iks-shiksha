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the method to ×12 and ×13 using one-more-digit adjustments.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We can do ×12 too! Just split into ×10 + ×2. – 15 × 12 = (15 × 10) + (15 × 2) = 150 + 30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in pairs: one says a number, the other doubles it for ×2, then adds a zero for ×10, then adds the two together for ×12.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×13, ×14 only if time. Most children stick to ×12 today.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2026-05-25T16:18:53Z</dcterms:created>
  <dcterms:modified xsi:type="dcterms:W3CDTF">2026-05-25T16:18:53Z</dcterms:modified>
</cp:coreProperties>
</file>