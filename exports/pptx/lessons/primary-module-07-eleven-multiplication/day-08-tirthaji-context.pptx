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Tirthaji and Historical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who Tirthaji was and why scholars debate the "Vedic" attribution.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trick comes from a book by Bharati Krishna Tirthaji, who lived about 100 years ago. – He named it after old Sanskrit ideas. Today, scholars are not sure if the methods are really thousands of years old. But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trick still works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and that's what matters for us!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photo (or drawing) of Tirthaji. Children put a thumbs-up if they like the trick.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2026-05-28T04:08:45Z</dcterms:created>
  <dcterms:modified xsi:type="dcterms:W3CDTF">2026-05-28T04:08:45Z</dcterms:modified>
</cp:coreProperties>
</file>