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3-Digit × 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×11 Multiplication — Ekādhikena Pūrveṇa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Compute 234×11 = 2_5_7_4 using the extended split method.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Ekādhikena Pūrveṇa; lit. ""by one more than the previous" — sūtra 1 in Tirthaji")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For 3-digit numbers: split with TWO gaps!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234 × 11 = ? – Write "2 _ _ 4" with two gaps. – Fill: 2+3 = 5 (first gap), 3+4 = 7 (second gap). –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2574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522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Practice: 123 × 11 = 1 (1+2) (2+3) 3 = 1353. 456 × 11 = 5016 (with carries — hard).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54168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Most children stick to no-carry cases this 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2026-05-28T04:08:29Z</dcterms:created>
  <dcterms:modified xsi:type="dcterms:W3CDTF">2026-05-28T04:08:29Z</dcterms:modified>
</cp:coreProperties>
</file>