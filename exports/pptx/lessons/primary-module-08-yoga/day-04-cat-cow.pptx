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Cat and Cow (mārjārī-bidalāsana)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Yoga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do the cat-cow spine wave with breath co-ordination.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Mats – Pictures of a cat (arched back) and a cow (sagging back)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opening tāḍāsana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have TWO poses that go together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mārjārī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(cat)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bidalāsana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(cow). We flow between them like waves."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pictures: cat with arched back, cow with belly down.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Cat-cow practice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"Come to your hands and knees on your mat. Hands under shoulders, knees under hips."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"COW: as you BREATHE IN, drop your belly. Lift your head and tailbone. Look slightly up. Moooo if you like."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"CAT: as you BREATHE OUT, round your back like a scared cat. Tuck your chin. Meow!"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"COW (inhale). CAT (exhale). COW. CAT."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1913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 5 slow rounds. Then 5 more, focusing on the breath.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Animal sound bonus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"Animal sounds are allowed. Cows say 'moo.' Cats say 'meow.' Try making the sound on each pose."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felt better — cat or cow?"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the breath help you move?"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(close)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Tāḍāsana. Namaste.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5 cat-cow waves before breakfast. Make the sounds!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10 rounds with deeper breathing.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Skip the sounds if shy. Just the movement.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breath-movement co-ordination is the actual skill. Cue: "breath leads, body follows." – Watch wrists — students with wrist issues can do this on forearms. – Some children will giggle uncontrollably at the animal sounds. Let them — it loosens the body.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2026-05-28T04:09:12Z</dcterms:created>
  <dcterms:modified xsi:type="dcterms:W3CDTF">2026-05-28T04:09:12Z</dcterms:modified>
</cp:coreProperties>
</file>