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Tree (vṛkṣāsana)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try the tree pose. Wobble is welcome.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Picture of a tree (and a flamingo)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breaths, then 30 sec mountain pose.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"Today's pose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vṛkṣāsana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tree pose. A tree stands tall on one root. Today YOU'll stand tall on one foot."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"Trees sway a little. So will you. That's totally OK."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practice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"Start in mountain. Move your weight onto your LEFT foot."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"Now bend your RIGHT knee. Put the SOLE of your right foot against the INSIDE of your LEFT calf. Or below the knee. NOT on the knee."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"Hands at heart — palms together. Or raise them like branches over your head."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"Look at one spot on the wall and keep looking at it."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"Breathe like a calm tree."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15 sec. Switch sides. Hold 15 sec.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Repeat 3 times each side.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practice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children wobble: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"Trees sway in the wind! Wobble is what balance feels like when it's learning."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children fall: laugh together.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"Try again."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side was easier?"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did your eyes look at?"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 on one leg at home for 10 seconds. Switch. Repeat. (Brush teeth while doing it!)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Hold for 30 sec. Try with eyes closed (briefly).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a wall behind you for support. Or rest the lifted foot on the floor next to the standing foot.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knee safety cue is critical. Foot above OR below the knee. NEVER ON the side of the knee.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Wobble is information. Falling is information. Both are fine. The skill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trying again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2026-05-28T05:34:38Z</dcterms:created>
  <dcterms:modified xsi:type="dcterms:W3CDTF">2026-05-28T05:34:38Z</dcterms:modified>
</cp:coreProperties>
</file>