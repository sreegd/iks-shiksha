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8 — Project Day 1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Yoga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finalises their invented pose, draws it, and names it.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Drawing paper + crayons – Mats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opening tāḍāsana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Project work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Each child decides their final pose name. – Draws a clear picture of the pose. – Writes: pose name, what part of the body it stretches/strengthens. – Practises the pose 3 times.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Buddy check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Find a partner. Show your pose. Partner tries it. Partner says ONE thing that worked.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Close (2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Tāḍāsana. Namaste.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Practise teaching your pose to a parent at home. Get them to try it!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Write 3 sentences of instructions for your pose.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Just a drawing + the name is enough.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Teacher's quick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Confirm pose safety for every child. Redirect any unsafe poses now. – Some children will struggle to invent — let them adapt an existing pose with a new name.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2026-05-28T04:09:29Z</dcterms:created>
  <dcterms:modified xsi:type="dcterms:W3CDTF">2026-05-28T04:09:29Z</dcterms:modified>
</cp:coreProperties>
</file>