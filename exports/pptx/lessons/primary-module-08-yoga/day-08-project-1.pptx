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Day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finalises their invented pose, draws it, and names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 + crayons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decides their final pose name.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Draws a clear picture of the pose.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Writes: pose name, what part of the body it stretches/strengthens.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Practises the pose 3 times.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check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a partner. Show your pose. Partner tries it. Partner says ONE thing that worked.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Practise teaching your pose to a parent at home. Get them to try it!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Write 3 sentences of instructions for your pose.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a drawing + the name is enough.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Confirm pose safety for every child. Redirect any unsafe poses now.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struggle to invent — let them adapt an existing pose with a new name.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2026-05-28T05:35:09Z</dcterms:created>
  <dcterms:modified xsi:type="dcterms:W3CDTF">2026-05-28T05:35:09Z</dcterms:modified>
</cp:coreProperties>
</file>