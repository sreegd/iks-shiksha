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Bumblebee Breath (bhrāmarī)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practise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bhrāmarī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humming breath — and notice the buzzing sensation.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Mats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(No props needed — just bodies and voices)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"Today's special practice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breath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not a pose. It's called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bhrāmarī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bumblebee breath. We hum like bees."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"Why bees? Because the humming feels like a buzzing in your head — it helps the mind feel quiet."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Bhrāmarī practice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"Sit cross-legged. Hands on your knees. Back tall."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"Take a slow breath IN."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"As you breathe OUT, hum. 'Mmmmmmmmm.' For as long as you can."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"Then breathe in again. Then hum again."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9856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 5 rounds together.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try ONE round with hands gently covering the ears (just close the ear flaps with fingers).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"Now your hum sounds extra loud — like bees inside your head!"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77787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 3 rounds with ears covered.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did your head feel after the buzzing?"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"Was it easier or harder than counting breaths?"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5 bumblebee breaths before bedtime tonight. Notice how you feel.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10 rounds. Try a deeper hum.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normal slow breathing if humming feels uncomfortable.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Asthma alert — if a child has asthma, they do natural breath, no bhrāmarī. – The "buzzing in the head" is a real sensation — vibration calms the nervous system. – Some children won't want to make sound in front of others. They can hum very quietly or just exhale slowly.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2026-05-28T04:09:16Z</dcterms:created>
  <dcterms:modified xsi:type="dcterms:W3CDTF">2026-05-28T04:09:16Z</dcterms:modified>
</cp:coreProperties>
</file>