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Yoga? (The Mountain)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yoga through a story and stand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(mountain pose).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Mats / floor space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picture of a mountain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mat, hands on knees. 5 natural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"Yoga is a very old practice from India. It uses our bodies, our breath, and our mind — all together.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means 'to join.' We join body, breath, and mind."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our pose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mountain pose. We stand still and tall, like a mountain."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Tāḍāsana practice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picture of a mountain.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a mountain like?"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(Tall. Strong. Still.)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BE a mountain."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at top of mat. Feet hip-width.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"Press your feet into the ground like roots."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"Stand TALL. Pretend a string is gently pulling the top of your head up."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3 deep breaths. Breathe like a calm mountain."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Tāḍāsana practice (12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for 30 sec. Release. Repeat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Between rounds, ask: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anyone feel taller?"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your feet feel heavier or lighter?"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"Why might mountains be the first pose we learn?"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(Steady. Strong. Doesn't move.)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"You're a mountain. You can come back to mountain anytime you need to feel steady."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 one more time. Then sit. Hands together at heart.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"Namaste"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 bow to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like a mountain for 30 seconds before brushing your teeth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Hold for 60 seconds. Add "soft eyes looking ahead."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Hold for 15 seconds. Lean on a wall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the foundational pose for the whole module. Use it to open and close every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fidget. Allow gentle sway — mountains in nature aren't perfectly still either.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2026-05-28T05:34:32Z</dcterms:created>
  <dcterms:modified xsi:type="dcterms:W3CDTF">2026-05-28T05:34:32Z</dcterms:modified>
</cp:coreProperties>
</file>