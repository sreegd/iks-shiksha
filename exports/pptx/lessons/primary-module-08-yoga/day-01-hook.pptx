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87A9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1 — What is Yoga? (The Mountain)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Module: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Yoga (Primary)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Time: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30 min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223963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Goal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06301" y="1637854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Children meet yoga through a story and stand in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tāḍāsana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(mountain pose).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Materials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– Mats / floor space – A picture of a mountain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flow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Settle (3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Sit on mat, hands on knees. 5 natural breaths.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Story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"Yoga is a very old practice from India. It uses our bodies, our breath, and our mind — all together. The Sanskrit word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yoga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means 'to join.' We join body, breath, and mind."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373684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"Today our pose is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tāḍāsana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— mountain pose. We stand still and tall, like a mountain."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Tāḍāsana practice (12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– Show the picture of a mountain.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"What's a mountain like?"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(Tall. Strong. Still.)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17306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"Now BE a mountain."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1543794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– Stand at top of mat. Feet hip-width.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34901" y="1845915"/>
            <a:ext cx="8102798" cy="769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"Press your feet into the ground like roots."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"Stand TALL. Pretend a string is gently pulling the top of your head up."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"Take 3 deep breaths. Breathe like a calm mountain."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06301" y="2704207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Hold for 30 sec. Release. Repeat 3 times.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06301" y="2993678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Between rounds, ask: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34901" y="3295799"/>
            <a:ext cx="8102798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"Did anyone feel taller?"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"Did your feet feel heavier or lighter?"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Reflection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"Why might mountains be the first pose we learn?"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(Steady. Strong. Doesn't move.)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"You're a mountain. You can come back to mountain anytime you need to feel steady."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Close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Tāḍāsana one more time. Then sit. Hands together at heart.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"Namaste"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—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"I bow to you."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Homework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– Stand like a mountain for 30 seconds before brushing your teeth tomorrow.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Differentiation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Tier up: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Hold for 60 seconds. Add "soft eyes looking ahead."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Tier down: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Hold for 15 seconds. Lean on a wall if needed.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Teacher's quick notes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– This is the foundational pose for the whole module. Use it to open and close every class. – Some children will fidget. Allow gentle sway — mountains in nature aren't perfectly still either.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— Primary</dc:title>
  <dc:subject>PptxGenJS Presentation</dc:subject>
  <dc:creator>IKS Curriculum</dc:creator>
  <cp:lastModifiedBy>IKS Curriculum</cp:lastModifiedBy>
  <cp:revision>1</cp:revision>
  <dcterms:created xsi:type="dcterms:W3CDTF">2026-05-28T04:08:58Z</dcterms:created>
  <dcterms:modified xsi:type="dcterms:W3CDTF">2026-05-28T04:08:58Z</dcterms:modified>
</cp:coreProperties>
</file>