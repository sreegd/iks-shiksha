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3 — Rest Like a Child (balāsana)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Yoga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30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Children rest in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balāsana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(child's pose) and notice how it feels in the body.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Mats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Optional: soft blanket for each child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opening tāḍāsana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"Today's pose is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balāsana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— child's pose. The name literally means 'child posture.' It's the way babies sometimes sleep — curled up, safe, resting."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37368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"This is a REST pose. Not a hard pose."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Child's pose practice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218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"Kneel on your mat. Knees wide apart. Big toes touching."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"Fold forward. Bring your forehead toward the mat. (If it doesn't reach — stack your fists and put your head on them.)"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"Arms forward or alongside your body — whichever feels nice."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"Breathe slowly. This is rest."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2191345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Hold for 60 seconds.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"Notice your breath."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Child's pose practice (15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Come up slowly.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"Did anything in your body feel different?"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6041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Repeat 2 more times (with brief activity between — try a different arm position each time).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Bumblebee preview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Sit cross-legged.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"Tomorrow we'll do a special breath called bumblebee. Just to start: hum like a bee for 3 seconds. Mmmmmm. Did you feel the buzz?"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Reflection (2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"Was child's pose more like resting or more like working?"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"What did you notice when you sat back up?"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Close (2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Tāḍāsana. Namaste.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When you feel tired tonight, try child's pose for 1 minute before bed.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Stay in child's pose for 2 minutes. Count your breaths.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If knees hurt, put a folded blanket between calves and thighs.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Teacher's quick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Child's pose is restorative. Don't rush.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If a child's forehead doesn't reach the mat (hip flexibility), stacked fists work fine.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This is also THE pose to offer when a child is overwhelmed mid-class.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2026-05-28T05:34:43Z</dcterms:created>
  <dcterms:modified xsi:type="dcterms:W3CDTF">2026-05-28T05:34:43Z</dcterms:modified>
</cp:coreProperties>
</file>