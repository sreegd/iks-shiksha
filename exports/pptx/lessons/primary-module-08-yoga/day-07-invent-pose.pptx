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Invent a Pose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invents ONE pose, gives it a name, and tries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 + crayons (to draw the pose)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"Yoga has thousands of poses, and people are still inventing new ones today. Today YOU invent ONE."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"It can be inspired by an animal, an object, a feeling — anything. The rules:"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must be SAFE (no jumping, no flips, no putting weight on your head).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must be HOLDABLE for 10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must have a NAME (any name — Sanskrit-sounding, animal, made-up).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 time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sit on their mats and think.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minutes: try poses quietly.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minutes: draw your favourite invented pose on paper, with the name above.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minutes: try the pose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brave volunteers demonstrate their invented pose for the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tries it together for 5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Practise your invented pose at home. Get a parent to try it!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Invent TWO poses. Pick the better one for project day.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Modify an existing pose (e.g. tree pose but with hands at a different position).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poses must be vetted for safety. Walk around during invent time.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Encourage creativity over imitation — but if a child copies tree pose with a different arm position, that's a creative achievement at this 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2026-05-28T05:35:05Z</dcterms:created>
  <dcterms:modified xsi:type="dcterms:W3CDTF">2026-05-28T05:35:05Z</dcterms:modified>
</cp:coreProperties>
</file>