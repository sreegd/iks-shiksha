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Invent a Pose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invents ONE pose, gives it a name, and tries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Mats – Drawing paper + crayons (to draw the pose)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"Yoga has thousands of poses, and people are still inventing new ones today. Today YOU invent 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 can be inspired by an animal, an object, a feeling — anything. The rules:"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It must be SAFE (no jumping, no flips, no putting weight on your head). – It must be HOLDABLE for 10 seconds. – It must have a NAME (any name — Sanskrit-sounding, animal, made-up).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 time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 sit on their mats and think. – 5 minutes: try poses quietly. – 5 minutes: draw your favourite invented pose on paper, with the name above. – 5 minutes: try the pose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brave volunteers demonstrate their invented pose for the class. – Class tries it together for 5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your invented pose at home. Get a parent to try it!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Invent TWO poses. Pick the better one for project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Modify an existing pose (e.g. tree pose but with hands at a different position).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All poses must be vetted for safety. Walk around during invent time. – Encourage creativity over imitation — but if a child copies tree pose with a different arm position, that's a creative achievement at this 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2026-05-28T04:09:25Z</dcterms:created>
  <dcterms:modified xsi:type="dcterms:W3CDTF">2026-05-28T04:09:25Z</dcterms:modified>
</cp:coreProperties>
</file>