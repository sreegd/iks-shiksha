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Animal Yoga Walk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Yoga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flow through all 5 poses + bhrāmarī as a sequence, animal-style.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Mats / open floor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opening tāḍāsana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the sequence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put EVERYTHING together. The Animal Yoga Walk."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"Mountain → Flamingo (Tree, both sides) → Sleeping Puppy (Child's pose) → Cat-Cow waves → Bumblebee → back to Mountain."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the flow (18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1: very slow, teacher calling each pose.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475929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1475929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Mountain — 20 sec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Flamingo (tree pose, right) — 15 sec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Flamingo (tree pose, left) — 15 sec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Sleeping Puppy (child's pose) — 60 sec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9983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Cat-Cow — 5 waves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1728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Bumblebee Breath — 3 rounds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34746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Mountain — 20 sec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06301" y="27378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Total: about 4 min per round.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30273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Round 2: slightly faster, children leading themselves.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301" y="33167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Optional Round 3: a brave child volunteers to call out the sequence.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animal felt best in your body?"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one was hardest?"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Close (1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Tāḍāsana.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Practice the full sequence at home — your favourite part TWICE.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Add 5 more cat-cow rounds OR 5 more bumblebee breaths.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Skip the bumblebee if shy or unwell. Replace with 3 natural breaths in seated.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This is the practice rehearsal for the project. Children should know the FLOW now. – Day 7 they'll INVENT a pose to add — preview it: "tomorrow, you'll make UP a pose and give it a name!"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2026-05-28T04:09:21Z</dcterms:created>
  <dcterms:modified xsi:type="dcterms:W3CDTF">2026-05-28T04:09:21Z</dcterms:modified>
</cp:coreProperties>
</file>