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 (Practise Teaching)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rehearses their 1-minute pose teaching.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Mats – Pose drawings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 pair up. – Each child teaches their pose to their partner for 1 minute:   – Name the pose.   – Show the pose.   – Give 2 cues (where to put hands, where to look, etc.).   – Hold for 10 seconds. – Swap. – Then change partners and rehearse again. (Aim for 3 different partners.)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was the best feedback I got?"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your teaching ONE more time at home. Tomorrow is the showcase!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Teach without your drawing — from memory.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Read off your drawing if you need to.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1-minute teach is the actual project. Practice the timing. – If a child is too shy to teach alone, they can co-teach with a buddy.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2026-05-28T04:09:34Z</dcterms:created>
  <dcterms:modified xsi:type="dcterms:W3CDTF">2026-05-28T04:09:34Z</dcterms:modified>
</cp:coreProperties>
</file>