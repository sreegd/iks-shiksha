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87A9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9 — Project Day 2 (Practise Teaching)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Yoga (Primary)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30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Goal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Each child rehearses their 1-minute pose teaching.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Mats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Pose drawings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Settle + opening tāḍāsana (3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Rehearsal (20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1988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Children pair up.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Each child teaches their pose to their partner for 1 minute: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Name the pose.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Show the pose.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Give 2 cues (where to put hands, where to look, etc.).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Hold for 10 seconds.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Swap.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Then change partners and rehearse again. (Aim for 3 different partners.)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Wrap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2 children share: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"What was the best feedback I got?"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Close (2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Tāḍāsana. Namaste.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Practise your teaching ONE more time at home. Tomorrow is the showcase!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Tier up: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Teach without your drawing — from memory.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Tier down: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Read off your drawing if you need to.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Teacher's quick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The 1-minute teach is the actual project. Practice the timing.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If a child is too shy to teach alone, they can co-teach with a buddy.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Primary</dc:title>
  <dc:subject>PptxGenJS Presentation</dc:subject>
  <dc:creator>IKS Curriculum</dc:creator>
  <cp:lastModifiedBy>IKS Curriculum</cp:lastModifiedBy>
  <cp:revision>1</cp:revision>
  <dcterms:created xsi:type="dcterms:W3CDTF">2026-05-28T05:35:14Z</dcterms:created>
  <dcterms:modified xsi:type="dcterms:W3CDTF">2026-05-28T05:35:14Z</dcterms:modified>
</cp:coreProperties>
</file>