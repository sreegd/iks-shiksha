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Pose Showcase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Yoga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 (extend if needed)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Every child teaches their invented pose to the class for 1 minute.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Mats laid out – Stickers – A bell / chime to mark 1 minute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opening tāḍāsana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biggest, most attentive mountain of the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Pose Showcase (24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1 child at a time. – 1 minute each (chime when time's up). – Each child:   1. Says their pose name.   2. Shows the pose.   3. Class tries it for 10 seconds. – Class claps. Sticker.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With ~24 children in 24 minutes, plan tight pacing OR extend into a buffer period.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ceremony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Whole class in tāḍāsana. – Teacher: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"You've all learned 5 poses, 1 breath, and INVENTED your own. You're yoga teachers now."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– Final namaste.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None. Module complete.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child who finishes can lead the class in mountain pose during the closing.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Co-teach with a buddy if too shy alone.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This is celebration day. Every pose is a success. – Take photos of every pose; send to parents. – Mark the chime gently — children sometimes need 90 seconds, that's fine.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2026-05-28T04:09:38Z</dcterms:created>
  <dcterms:modified xsi:type="dcterms:W3CDTF">2026-05-28T04:09:38Z</dcterms:modified>
</cp:coreProperties>
</file>