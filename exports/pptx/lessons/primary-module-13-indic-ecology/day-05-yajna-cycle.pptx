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Yajña — The Ecological 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 BG 3.10–14; map yajña to natural-cycle reciprocity.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sthāvara-jaṅgama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sthāvara-jaṅgama; lit. "immobile (plants, rocks) and mobile (animals) life")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(say "yug-nyah") means giving back — a circle of taking and giving.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the cycle: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939826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🌧️ Rain feeds 🌾 plants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🌾 Plants feed 🐮 animals (and us!)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🐮 Animals + us give back to soil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79811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Soil grows more plants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08758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"If we take but don't give back, the circle breaks!"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337705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the circle with arrows.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2026-05-25T16:23:20Z</dcterms:created>
  <dcterms:modified xsi:type="dcterms:W3CDTF">2026-05-25T16:23:20Z</dcterms:modified>
</cp:coreProperties>
</file>