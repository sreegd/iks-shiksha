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Yajña — The Ecological Cycle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BG 3.10–14; map yajña to natural-cycle reciprocity.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 — The Ecological Cycle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2026-05-25T08:45:55Z</dcterms:created>
  <dcterms:modified xsi:type="dcterms:W3CDTF">2026-05-25T08:45:55Z</dcterms:modified>
</cp:coreProperties>
</file>