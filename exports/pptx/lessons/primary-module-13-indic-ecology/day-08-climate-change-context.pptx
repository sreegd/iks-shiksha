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Climate Change — The Crisis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Summarise key IPCC findings; what is changing and why.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ahiṁsā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ahiṁsā; lit. "non-violence; extended to non-human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Earth is getting warmer because we burn too much fuel. – Ice is melting. Some animals lose their homes. Some farms have trouble.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simple graphics: a thermometer going up, an ice cube melting, a tree being planted.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can WE do?"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Children brainstorm: walk instead of drive, plant trees, save water, don't waste food. Pick one to try this week.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2026-05-25T16:23:37Z</dcterms:created>
  <dcterms:modified xsi:type="dcterms:W3CDTF">2026-05-25T16:23:37Z</dcterms:modified>
</cp:coreProperties>
</file>