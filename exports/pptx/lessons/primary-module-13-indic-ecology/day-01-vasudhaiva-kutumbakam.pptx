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Vasudhaiva Kuṭumbakam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the source verse and explain the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Today's BIG idea: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"The whole world is one family."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globe.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of us — and all animals, all plants, all rivers — are part of ONE big family."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make a "family tree" with themselves at the centre, then add: parents, siblings, neighbours, then a pet, a tree, a river. Each gets a small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2026-05-28T05:38:42Z</dcterms:created>
  <dcterms:modified xsi:type="dcterms:W3CDTF">2026-05-28T05:38:42Z</dcterms:modified>
</cp:coreProperties>
</file>