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Project Pitch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 project pitches;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sthāvara-jaṅgama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sthāvara-jaṅgama; lit. "immobile (plants, rocks) and mobile (animals)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Project share day! Each child shows their drawing and tells the class their plan.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Cheer for each one.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"Every project counts!"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Quiz with stickers — everyone gets an "Earth Friend" sticker.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hold hands in a big circle. Say together: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"Vasudhaiva Kuṭumbakam — one big family!"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2026-05-28T04:13:06Z</dcterms:created>
  <dcterms:modified xsi:type="dcterms:W3CDTF">2026-05-28T04:13:06Z</dcterms:modified>
</cp:coreProperties>
</file>