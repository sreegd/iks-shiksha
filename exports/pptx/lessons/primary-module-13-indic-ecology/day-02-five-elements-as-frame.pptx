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Five Elements as Ecological Frame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Link Module 2 pañcabhūta to ecology — interconnection.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yajña; lit. "cycle of giving and receiving (BG 3.10–14)")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5 elements are all FAMILY too! – Earth, water, fire, air, space — they need each other. – If we pollute water, earth gets hurt. If we cut trees, air gets hurt.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circle of friends: 🌍 💧 🔥 💨 🌌 (sun = fire, etc.). Connect them with lines.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friends, all family!"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2026-05-28T04:12:32Z</dcterms:created>
  <dcterms:modified xsi:type="dcterms:W3CDTF">2026-05-28T04:12:32Z</dcterms:modified>
</cp:coreProperties>
</file>