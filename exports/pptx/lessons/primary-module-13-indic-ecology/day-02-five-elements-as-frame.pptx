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2 — Five Elements as Ecological Frame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Indic Ecology — Vasudhaiva Kuṭumbakam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Link Module 2 pañcabhūta to ecology — interconnection.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yajña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yajña; lit. "cycle of giving and receiving (BG 3.10–14)")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Introduce the concept gently using a story, a drawing, or a sensory example. The concept for today: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Five Elements as Ecological Frame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 Keep sentences short.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45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Sacred Grove (or Local Ecology) Mapping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2026-05-25T08:45:40Z</dcterms:created>
  <dcterms:modified xsi:type="dcterms:W3CDTF">2026-05-25T08:45:40Z</dcterms:modified>
</cp:coreProperties>
</file>