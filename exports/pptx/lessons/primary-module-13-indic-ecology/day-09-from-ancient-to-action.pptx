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From Ancient to 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one local environmental project applying an Indic-ecology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Ancient to Action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2026-05-25T08:46:17Z</dcterms:created>
  <dcterms:modified xsi:type="dcterms:W3CDTF">2026-05-25T08:46:17Z</dcterms:modified>
</cp:coreProperties>
</file>