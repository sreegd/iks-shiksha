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From Ancient to 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one local environmental project applying an Indic-ecology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Time to PICK a project! – Some ideas: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Plant trees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our school garden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Save water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turn off the tap when brushing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Sort waste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separate paper, plastic, food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about saving Earth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project. Draws what they'll do. Names one Indian principle (Vasudhaiva Kuṭumbakam, Yajña, take-only-what-you-need).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2026-05-25T16:23:42Z</dcterms:created>
  <dcterms:modified xsi:type="dcterms:W3CDTF">2026-05-25T16:23:42Z</dcterms:modified>
</cp:coreProperties>
</file>