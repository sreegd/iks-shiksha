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 — From Ancient to Action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Indic Ecology — Vasudhaiva Kuṭumbakam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Design one local environmental project applying an Indic-ecology principle.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Notebook, pencils, drawing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devarakāḍu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devarakāḍu; lit. "sacred grove (Karnataka, S. India)")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500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 to PICK a project!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Some ideas: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Plant trees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 our school garden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Save water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turn off the tap when brushing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Sort waste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separate paper, plastic, food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Make a poster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about saving Earth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picks one project. Draws what they'll do. Names one Indian principle (Vasudhaiva Kuṭumbakam, Yajña, take-only-what-you-need).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Sacred Grove (or Local Ecology) Mapping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Citations belong in teacher notes only, not in student-facing material at this band.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Keep new Sanskrit terms to one per lesson, repeated several times.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2026-05-28T05:39:21Z</dcterms:created>
  <dcterms:modified xsi:type="dcterms:W3CDTF">2026-05-28T05:39:21Z</dcterms:modified>
</cp:coreProperties>
</file>