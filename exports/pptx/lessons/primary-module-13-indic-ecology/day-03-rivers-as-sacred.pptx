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Rivers as Sacred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Discuss the ecological function of river-worship traditions.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Rivers as Sacred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2026-05-25T08:45:45Z</dcterms:created>
  <dcterms:modified xsi:type="dcterms:W3CDTF">2026-05-25T08:45:45Z</dcterms:modified>
</cp:coreProperties>
</file>