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Discuss the ecological function of river-worship traditions.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Rivers are sacred in India! The Gaṅgā, Yamunā, Sarasvatī...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Why? Because rivers give us water, food, life!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picture of the Ganga.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say: don't pollute the river. The river is our mother."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river with fish, plants, and a small flower-offering. Discuss: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happens if rivers get dirty?"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2026-05-28T05:38:51Z</dcterms:created>
  <dcterms:modified xsi:type="dcterms:W3CDTF">2026-05-28T05:38:51Z</dcterms:modified>
</cp:coreProperties>
</file>