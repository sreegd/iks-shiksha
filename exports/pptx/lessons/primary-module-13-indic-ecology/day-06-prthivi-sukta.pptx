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Pṛthivī Sūkta (AV 12.1)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the Earth-mother hymn and discuss imagery.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Vasudhaiva Kuṭumbakam; lit. ""the world is one family" — Mahā Upaniṣad 6.71")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An old, old song says: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 Earth is my Mother!"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words on the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"mātā bhūmiḥ putro ahaṁ pṛthivyāḥ"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3894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"Long ago, people sang to the Earth like she was a mother. They asked: please give us food. And they said: I will care for you."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54168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the Earth with a smiling face. Around the edge, they draw what the Earth gives us (trees, water, food). Inside their drawing, they write one promise: "I will _______."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2026-05-28T04:12:49Z</dcterms:created>
  <dcterms:modified xsi:type="dcterms:W3CDTF">2026-05-28T04:12:49Z</dcterms:modified>
</cp:coreProperties>
</file>