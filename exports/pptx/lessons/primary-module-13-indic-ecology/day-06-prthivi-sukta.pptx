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Pṛthivī Sūkta (AV 12.1)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Read the Earth-mother hymn and discuss imagery.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Vasudhaiva Kuṭumbakam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Vasudhaiva Kuṭumbakam; lit. ""the world is one family" — Mahā Upaniṣad 6.71")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Pṛthivī Sūkta (AV 12.1)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2026-05-25T08:46:01Z</dcterms:created>
  <dcterms:modified xsi:type="dcterms:W3CDTF">2026-05-25T08:46:01Z</dcterms:modified>
</cp:coreProperties>
</file>