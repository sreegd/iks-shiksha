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Iṣopaniṣad — Non-Greed Ethic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Translate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īśāvāsyam idaṁ sarvam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discuss its ecological implication.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yajña; lit. "cycle of giving and receiving (BG 3.10–14)")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Iṣopaniṣad — Non-Greed Ethic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2026-05-25T08:46:06Z</dcterms:created>
  <dcterms:modified xsi:type="dcterms:W3CDTF">2026-05-25T08:46:06Z</dcterms:modified>
</cp:coreProperties>
</file>