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87A9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7 — Iṣopaniṣad — Non-Greed Ethic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Indic Ecology — Vasudhaiva Kuṭumbakam (Primary)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30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Goal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Translate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īśāvāsyam idaṁ sarvam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and discuss its ecological implication.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Notebook, pencils, drawing paper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(See lesson-plan.md for any day-specific materials)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Settle + chant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Daily chant or breathing exercise.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Story recall (4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Briefly recall yesterday's lesson by asking: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"What's one thing you remember from yesterday?"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Today's idea (10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yajña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(IAST: yajña; lit. "cycle of giving and receiving (BG 3.10–14)")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266974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An old wise verse says: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"Take only what you need!"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1637705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The verse: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"īśāvāsyam idaṁ sarvam..."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— "All this is one big home."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1927175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"If you take TOO much, others don't have enough. If you waste, the Earth gets sad."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Today's idea (10 min)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Children think of one thing they sometimes take too much of (food, water, time on screens). They draw it with a small heart, promising: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"I'll take just what I need."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Activity (8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455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 simplified version of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Sacred Grove (or Local Ecology) Mapping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activities/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). Draw, sing, or act it out.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Wrap-up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Each child shares one word that describes today.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323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homework.md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769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Citations belong in teacher notes only, not in student-facing material at this band.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Keep new Sanskrit terms to one per lesson, repeated several times.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If energy is low, swap the activity for free drawing.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Primary</dc:title>
  <dc:subject>PptxGenJS Presentation</dc:subject>
  <dc:creator>IKS Curriculum</dc:creator>
  <cp:lastModifiedBy>IKS Curriculum</cp:lastModifiedBy>
  <cp:revision>1</cp:revision>
  <dcterms:created xsi:type="dcterms:W3CDTF">2026-05-28T05:39:11Z</dcterms:created>
  <dcterms:modified xsi:type="dcterms:W3CDTF">2026-05-28T05:39:11Z</dcterms:modified>
</cp:coreProperties>
</file>