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Iṣopaniṣad — Non-Greed Ethic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Indic Ecology — Vasudhaiva Kuṭumbakam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Translate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īśāvāsyam idaṁ sarvam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and discuss its ecological implication.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yajña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yajña; lit. "cycle of giving and receiving (BG 3.10–14)")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An old wise verse says: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"Take only what you need!"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verse: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"īśāvāsyam idaṁ sarvam..."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"All this is one big home."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8332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"If you take TOO much, others don't have enough. If you waste, the Earth gets sad."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12273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think of one thing they sometimes take too much of (food, water, time on screens). They draw it with a small heart, promising: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"I'll take just what I need."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Sacred Grove (or Local Ecology) Mapping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2026-05-25T16:23:32Z</dcterms:created>
  <dcterms:modified xsi:type="dcterms:W3CDTF">2026-05-25T16:23:32Z</dcterms:modified>
</cp:coreProperties>
</file>