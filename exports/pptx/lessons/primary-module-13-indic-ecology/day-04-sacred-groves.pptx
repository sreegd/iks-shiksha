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4 — Sacred Groves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Indic Ecology — Vasudhaiva Kuṭumbakam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Identify devarakāḍu and similar groves as biodiversity reserves.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devarakāḍu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devarakāḍu; lit. "sacred grove (Karnataka, S. India)")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Sacred groves are special little forests that people DON'T cut. – Why? Because they believe a god, a sage, or an ancestor lives there. – Animals and plants live safely in these groves.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75706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Show a picture of a grove.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"This is a place where no one breaks a branch."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04653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draw a tiny forest with animals: birds, butterflies, deer. Add a small temple or shrine.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455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Sacred Grove (or Local Ecology) Mapping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2026-05-25T16:23:14Z</dcterms:created>
  <dcterms:modified xsi:type="dcterms:W3CDTF">2026-05-25T16:23:14Z</dcterms:modified>
</cp:coreProperties>
</file>