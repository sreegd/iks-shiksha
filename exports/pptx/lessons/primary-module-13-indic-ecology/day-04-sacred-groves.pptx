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Sacred Groves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devarakāḍu and similar groves as biodiversity reserves.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groves are special little forests that people DON'T cut.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Why? Because they believe a god, a sage, or an ancestor lives there.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Animals and plants live safely in these groves.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1252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picture of a grove.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is a place where no one breaks a branch."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tiny forest with animals: birds, butterflies, deer. Add a small temple or shrine.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2026-05-28T05:38:56Z</dcterms:created>
  <dcterms:modified xsi:type="dcterms:W3CDTF">2026-05-28T05:38:56Z</dcterms:modified>
</cp:coreProperties>
</file>