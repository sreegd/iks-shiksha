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The Hook: What Does "Indian Knowledge" Mean?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2468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IKS?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7445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98834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give an open-ended definition of "Indian Knowledge Systems" that mentions at least three distinct domains (e.g. mathematics, medicine, philosophy).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 – Sticky notes (3 per student) – Wall poster: "Indian contributions you've encountered THIS WEEK" (to be filled together)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"knowledge, learning"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śāstra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"treatise; systematic body of knowledge"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jñāna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"knowledge as understanding" (different shade than vidyā)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on board: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one Indian-origin idea you've encountered this week, outside this class?"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write on sticky notes. Post on the wall. Read aloud the variety: yoga, zero (in math), turmeric (kitchen), an Indian-named star (Rigel? actually Arabic — but the question is fertile), namaste at the start of a class, an Ayurvedic ingredient on a shampoo bottle.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Inventory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writes on 3 sticky notes: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they ALREADY KNEW about IKS (before today).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they WANT TO LEARN about IKS in this module.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they're SKEPTICAL of (any claim about IKS they doubt).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3135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on the wall. Cluster by theme during break.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Note out loud: "By Day 10 you'll each give a 5-minute presentation on ONE specific Indian contribution. Start thinking about which strand interests you most." – Preview Day 2: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the Vedas. Not the religious part you might have heard about. The intellectual part."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88118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881187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IKS?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Knowledge Systems = the intellectual traditions of the Indian subcontinent (~3000 years).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Includes: mathematics, astronomy, medicine, linguistics, philosophy, music, architecture.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example: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 zero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First documented as a number (not just a placeholder) in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Bakhshali manuscript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(~7th century CE). Used in Bhāskara II's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Līlāvatī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(1150 CE). Reached Europe by the 12th century via Arab mathematicians.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Read the project brief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assessments/project-brief.md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Think about which strand of IKS you might pick.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ONE thing you previously believed about IKS that turned out to be wrong (or oversold). Bring tomorrow.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remember the working definition: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 traditions of the Indian subcontinent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"what would you say?" prompt often reveals real diversity — some students will say "religion," some "yoga," some "math." All are partly right. – The "NOT only religion" framing is important early. Many students conflate IKS with Hinduism. They overlap; they are not identical.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day-01-intro.json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general framing.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7337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Plofker (2009) for the zero/Bakhshali reference.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2026-05-28T04:14:34Z</dcterms:created>
  <dcterms:modified xsi:type="dcterms:W3CDTF">2026-05-28T04:14:34Z</dcterms:modified>
</cp:coreProperties>
</file>