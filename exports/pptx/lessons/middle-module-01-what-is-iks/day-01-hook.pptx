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The Hook: What Does "Indian Knowledge" Mean?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12468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is IKS?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give an open-ended definition of "Indian Knowledge Systems" that mentions at least three distinct domains (e.g. mathematics, medicine, philosophy).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Sticky notes (3 per student)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 poster: "Indian contributions you've encountered THIS WEEK" (to be filled together)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"knowledge, learning"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śāstra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"treatise; systematic body of knowledge"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jñāna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"knowledge as understanding" (different shade than vidyā)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on board: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one Indian-origin idea you've encountered this week, outside this class?"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write on sticky notes. Post on the wall. Read aloud the variety: yoga, zero (in math), turmeric (kitchen), an Indian-named star (Rigel? actually Arabic — but the question is fertile), namaste at the start of a class, an Ayurvedic ingredient on a shampoo bottle.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— A working definition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someone said to you 'tell me about Indian knowledge,' what would you say?"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3–4 student answers. Don't correct. Note variety.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65035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working definition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the board: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— A working definition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073944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073944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Knowledge Systems (IKS)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the intellectual traditions developed on the Indian subcontinent over ~3000 years — including science, mathematics, astronomy, linguistics, philosophy, medicine, music, architecture, and more.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— A working definition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IKS is NOT: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only religion.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(Some IKS is religious; much is not.)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magical thinking dressed up as science.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(Real claims, real methods.)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competitor to modern science.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(Both can be true at the same time.)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— A working definition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IKS IS: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body of intellectual work with specific authors, dates, and texts.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Sometimes overlapping with, sometimes distinct from, religious tradition.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 studying as history of human inquiry.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— A working definition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specific example to anchor today: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Indian invention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a number (not just placeholder) is documented in Bakhshali manuscript (~7th c. CE), and used in Bhāskara II's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Līlāvatī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(12th c. CE). It travelled via Arab mathematicians to Europe by ~12th c.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a real, dated, sourceable contribution.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Inventory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writes on 3 sticky notes: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thing they ALREADY KNEW about IKS (before today).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thing they WANT TO LEARN about IKS in this module.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thing they're SKEPTICAL of (any claim about IKS they doubt).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3135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on the wall. Cluster by theme during break.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out loud: "By Day 10 you'll each give a 5-minute presentation on ONE specific Indian contribution. Start thinking about which strand interests you most."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2: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the Vedas. Not the religious part you might have heard about. The intellectual part."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8118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881187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IKS?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Knowledge Systems = the intellectual traditions of the Indian subcontinent (~3000 years).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Includes: mathematics, astronomy, medicine, linguistics, philosophy, music, architecture.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example: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number zero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First documented as a number (not just a placeholder) in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Bakhshali manuscript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(~7th century CE). Used in Bhāskara II's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Līlāvatī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(1150 CE). Reached Europe by the 12th century via Arab mathematicians.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project brief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assessments/project-brief.md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Think about which strand of IKS you might pick.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 ONE thing you previously believed about IKS that turned out to be wrong (or oversold). Bring tomorrow.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remember the working definition: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intellectual traditions of the Indian subcontinent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"what would you say?" prompt often reveals real diversity — some students will say "religion," some "yoga," some "math." All are partly right.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"NOT only religion" framing is important early. Many students conflate IKS with Hinduism. They overlap; they are not identical.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vidya-karana RAG cache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day-01-intro.json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general framing.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Plofker (2009) for the zero/Bakhshali reference.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2026-05-28T05:41:09Z</dcterms:created>
  <dcterms:modified xsi:type="dcterms:W3CDTF">2026-05-28T05:41:09Z</dcterms:modified>
</cp:coreProperties>
</file>