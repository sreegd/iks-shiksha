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The Four Upavedas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name the four Upavedas and one specific contribution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Visual cards or images (a surgical instrument, a vīṇā, a martial pose, a manuscript)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Upaveda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"subordinate Veda"; applied sciences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cikitsā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"treatment, therapy"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 + recall: name 3 of the 6 Vedāṅgas.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Match an Upaveda to a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gives 5 modern problems on the board. Students decide which Upaveda's tradition would have addressed each: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have a chronic skin issue, what would the tradition suggest?" (Āyurveda)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city needs a new defence strategy" (Dhanurveda + Arthaśāstra)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should taxes be calculated for the rainy season?" (Arthaśāstra)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learn a new rāga on the vīṇā" (Gandharvaveda)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"Our king wants to build a court of judges" (Arthaśāstra)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Discuss: where would Suśruta have fit? (Āyurveda — surgery is a subdomain of medicine in this scheme.)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quiz on everything we've covered so far."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Upavedas — the APPLIED sciences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# | Sanskrit | Domain | |---|----------|--------| | 1 | Āyurveda | Medicine | | 2 | Dhanurveda | Martial arts | | 3 | Gandharvaveda | Music | | 4 | Arthaśāstra | Governance &amp; economics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Standout achievement: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Suśruta's surgical procedures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(~6th c. BCE), including cataract surgery and nose reconstruction.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Look up "Kauṭilya's Arthaśāstra" online. Find ONE specific governance idea it contains (e.g. spy networks, foreign-policy doctrine, tax classifications).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first chapter of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translation. What does it claim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theatre?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the four Upavedas with one-line domains.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classification of Upavedas is somewhat traditional and not perfectly clean. Some sources include 5 (adding Sthāpatya-veda — architecture). Stick to 4 for clarity; mention the 5th briefly. – The Sushruta-nose-reconstruction history is genuine; European surgeons did learn the technique via 18th-century Bengali practitioners. It's a documented case of pre-modern Indian medical knowledge influencing modern medicine.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Wujastyk (2003) on Caraka &amp; Suśruta. – Boesche, R. (2003).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Great Political Realist: Kautilya and His Arthashastra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Lexington. – Bharata,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Nāṭyaśāstra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various editions.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2026-05-25T05:01:20Z</dcterms:created>
  <dcterms:modified xsi:type="dcterms:W3CDTF">2026-05-25T05:01:20Z</dcterms:modified>
</cp:coreProperties>
</file>