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The Four Upavedas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four Upavedas and one specific contribution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cards or images (a surgical instrument, a vīṇā, a martial pose, a manuscript)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"subordinate Veda"; applied sciences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cikitsā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"treatment, therapy"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name 3 of the 6 Vedāṅgas.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Upavedas — the APPLIED sciences: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Sanskrit · Domain · Primary text.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Āyurveda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Medicine · Caraka Saṃhitā (~2nd c. BCE), Suśruta Saṃhitā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Dhanurveda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Martial arts &amp; warfare · Various manuals; partial extant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Gandharvaveda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Music · Bharata's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Nāṭyaśāstra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(~2nd c. BCE)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Arthaśāstra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Governance &amp; economics · Kauṭilya's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Arthaśāstra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(~3rd c. BCE)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(Note: classifications vary.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Sthāpatya-veda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architecture — sometimes counted as a 5th. Stick to the standard 4 for clarity.)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Tour each briefly: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Āyurveda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Saṃhitā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lays out a full theory of health, the three doshas (vāta, pitta, kapha), diagnostic methods, and pharmacology. Module 3 covers this in depth.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Dhanurveda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(bow). Military training, weapon usage, fortification. Many texts lost; what survives is referenced in epics and later manuals.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Gandharvaveda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Music and performing arts. Bharata's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Nāṭyaśāstra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covers theatre, music, dance — the foundational text for Indian classical performing arts.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Arthaśāstra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Kauṭilya (a.k.a. Cāṇakya) wrote a treatise on statecraft, economics, and governance. Compared sometimes to Machiavelli's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but ~1800 years older and more systematic.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specific Upaveda achievement to remember: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Suśruta's surgery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(~6th c. BCE or earlier):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Suśruta Saṃhitā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describes 300+ surgical procedures including cataract surgery and rhinoplasty (plastic surgery on the nose). The "Sushruta nose" reconstruction technique was learned by European surgeons via translation in the 18th century.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Match an Upaveda to a problem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gives 5 modern problems on the board. Students decide which Upaveda's tradition would have addressed each: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Match an Upaveda to a problem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have a chronic skin issue, what would the tradition suggest?" (Āyurveda)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"Our city needs a new defence strategy" (Dhanurveda + Arthaśāstra)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should taxes be calculated for the rainy season?" (Arthaśāstra)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want to learn a new rāga on the vīṇā" (Gandharvaveda)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"Our king wants to build a court of judges" (Arthaśāstra)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Match an Upaveda to a problem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Discuss: where would Suśruta have fit? (Āyurveda — surgery is a subdomain of medicine in this scheme.)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mid-module quiz on everything we've covered so far."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Upavedas — the APPLIED sciences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# | Sanskrit | Domain | |---|----------|--------| | 1 | Āyurveda | Medicine | | 2 | Dhanurveda | Martial arts | | 3 | Gandharvaveda | Music | | 4 | Arthaśāstra | Governance &amp; economics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Standout achievement: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Suśruta's surgical procedures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(~6th c. BCE), including cataract surgery and nose reconstruction.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"Kauṭilya's Arthaśāstra" online. Find ONE specific governance idea it contains (e.g. spy networks, foreign-policy doctrine, tax classifications).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the first chapter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Nāṭyaśāstra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translation. What does it claim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theatre?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the four Upavedas with one-line domains.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classification of Upavedas is somewhat traditional and not perfectly clean. Some sources include 5 (adding Sthāpatya-veda — architecture). Stick to 4 for clarity; mention the 5th briefly.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Sushruta-nose-reconstruction history is genuine; European surgeons did learn the technique via 18th-century Bengali practitioners. It's a documented case of pre-modern Indian medical knowledge influencing modern medicine.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Wujastyk (2003) on Caraka &amp; Suśruta.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Boesche, R. (2003).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Great Political Realist: Kautilya and His Arthashastra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Lexington.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Bharata,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Nāṭyaśāstra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various editions.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2026-05-28T05:41:31Z</dcterms:created>
  <dcterms:modified xsi:type="dcterms:W3CDTF">2026-05-28T05:41:31Z</dcterms:modified>
</cp:coreProperties>
</file>