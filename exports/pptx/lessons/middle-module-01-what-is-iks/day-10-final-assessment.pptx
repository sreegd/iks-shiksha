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Presentations + Summative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(extend if possible)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mastery via 5-min presentations + short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Rubric copy per student – 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marks: MC + short answer + matching + one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min talk + 1 min Q&amp;A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~6–7 students fit. Book a second period for the rest.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During each:   – Teacher marks rubric in real time.   – 1 audience question per presentation.   - "I learned / I wonder" slips for the presenter.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Closing question: "Pick the ONE Indian contribution you'll keep talking about beyond this class." – 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Early-finishers help peer-edit a struggling student's slide.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Open-notebook quiz for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quizzes within 48 hours. – Capture photos of best slides for the BACKLOG of "exemplars" for next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2026-05-25T05:01:52Z</dcterms:created>
  <dcterms:modified xsi:type="dcterms:W3CDTF">2026-05-25T05:01:52Z</dcterms:modified>
</cp:coreProperties>
</file>