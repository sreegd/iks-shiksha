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 — Final Presentations + Summative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is IKS? (Middle)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60 min (extend if possible)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demonstrate mastery via 5-min presentations + short summative quiz.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Summative quiz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quizzes/summative.md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copy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Stopwatch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marks: MC + short answer + matching + one open response.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Presentations (40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50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 talk + 1 min Q&amp;A per student.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~6–7 students fit. Book a second period for the rest.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each: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marks rubric in real time.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audience question per presentation.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learned / I wonder" slips for the presenter.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question: "Pick the ONE Indian contribution you'll keep talking about beyond this class."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slip.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None. Module complete.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Early-finishers help peer-edit a struggling student's slide.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Open-notebook quiz for documented learning needs.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quizzes within 48 hours.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photos of best slides for the BACKLOG of "exemplars" for next year.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2026-05-28T05:42:06Z</dcterms:created>
  <dcterms:modified xsi:type="dcterms:W3CDTF">2026-05-28T05:42:06Z</dcterms:modified>
</cp:coreProperties>
</file>