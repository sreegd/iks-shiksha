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Four Vedas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the four Vedas, distinguish the four textual layers within each Veda, and identify what counts as "Vedic intellectual contribution" beyond ritual.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Wall chart: 4 Vedas × 4 layers grid – Printed extract: Ṛg Veda 1.1 (Agni hymn) with translation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Saṃhitā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"collection"; the hymn layer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Brāhmaṇa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ritual commentaries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Āraṇyaka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"forest texts"; intermediate philosophical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Upaniṣad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"sitting near"; philosophical dialogues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— 2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Layer mapping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draw their own version of the "4 Vedas × 4 layers" grid in their notebook. For each cell, they write one one-line description.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they pick ONE cell and write a 1-sentence answer to: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might someone studying THIS layer be trying to understand?"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exit ticket (oral): "Name one Veda and one layer." 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Vedangas, six auxiliary disciplines that grew up around the Vedas."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Vedas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Veda | What it contains | |------|------------------| | Ṛg | Hymns of praise (~1500–1200 BCE) | | Yajur | Ritual formulas | | Sāma | Chants and melody | | Atharva | Spells, early medicine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Veda has FOUR layers: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Saṃhitā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(hymns)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Brāhmaṇa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(ritual commentary)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Āraṇyaka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(forest texts)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Upaniṣad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(philosophical dialogues).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intellectual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contributions of the Veda include: Sanskrit grammar, early astronomy, early medicine, and Upanishadic philosophy.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ONE Upaniṣad name (e.g. Īśa, Kena, Kaṭha, Praśna, Muṇḍaka, Māṇḍūkya — there are 108 traditionally, with 13 considered "principal").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the Īśa Upaniṣad in translation (it's 18 verses; the shortest principal Upaniṣad).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four Vedas + the four layers.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dating "~1500–1200 BCE" for the Ṛg Veda is the mainstream scholarly view (Indo-European migration model). Some Indian scholars argue for earlier dates. Acknowledge both; this isn't the module to resolve the debate. – The four-Veda framing is itself a classification. Some Vedic texts don't fit cleanly. The grid is a useful first map, not the final word.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Ṛg Veda 1.1 — Jamison &amp; Brereton (2014) translation.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Pollock (2006) on Vedic transmission and linguistic precision.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2026-05-28T04:14:39Z</dcterms:created>
  <dcterms:modified xsi:type="dcterms:W3CDTF">2026-05-28T04:14:39Z</dcterms:modified>
</cp:coreProperties>
</file>