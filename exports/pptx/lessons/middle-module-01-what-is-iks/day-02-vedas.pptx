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Four Vedas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four Vedas, distinguish the four textual layers within each Veda, and identify what counts as "Vedic intellectual contribution" beyond ritual.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chart: 4 Vedas × 4 layers grid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extract: Ṛg Veda 1.1 (Agni hymn) with translation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Saṃhitā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"collection"; the hymn layer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Brāhmaṇa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ritual commentaries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Āraṇyaka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"forest texts"; intermediate philosophical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Upaniṣad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"sitting near"; philosophical dialogues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Vedas (write on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Veda · Focus.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Hymns of praise (~1500–1200 BCE)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Yajur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Ritual formulas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Sāma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Chants set to melody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Atharva 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Spells, incantations, early medical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layers within each Veda: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47592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147592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Saṃhitā (hymns)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35969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Brāhmaṇa (ritual commentary)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Āraṇyaka (intermediate philosophy)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Upaniṣad (philosophical dialogues — "Vedānta" = "end of the Vedas")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intellectual contributions (write on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phonetics &amp; grammar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Vedas demanded precise oral transmission, generating sophisticated linguistic analysis (peaking in Pāṇini, ~4th c. BCE).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astronomy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calendar calculation embedded in ritual texts.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Atharva Veda medicine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earliest documented Indian medical material; Ayurveda's roots.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Upanishadic philosophy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abstract metaphysical inquiry (later picked up by Sāṅkhya, Vedānta, etc.).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aloud: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opening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 Veda 1.1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Agni hymn) — 4 lines in Sanskrit + English.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hymn form, ritual purpose, also a window into 1500 BCE worldview.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Layer mapping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draw their own version of the "4 Vedas × 4 layers" grid in their notebook. For each cell, they write one one-line description.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they pick ONE cell and write a 1-sentence answer to: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might someone studying THIS layer be trying to understand?"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exit ticket (oral): "Name one Veda and one layer."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Vedangas, six auxiliary disciplines that grew up around the Vedas."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Vedas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Veda | What it contains | |------|------------------| | Ṛg | Hymns of praise (~1500–1200 BCE) | | Yajur | Ritual formulas | | Sāma | Chants and melody | | Atharva | Spells, early medicine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Veda has FOUR layers: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Saṃhitā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(hymns)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Brāhmaṇa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(ritual commentary)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Āraṇyaka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(forest texts)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Upaniṣad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(philosophical dialogues).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intellectual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contributions of the Veda include: Sanskrit grammar, early astronomy, early medicine, and Upanishadic philosophy.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ONE Upaniṣad name (e.g. Īśa, Kena, Kaṭha, Praśna, Muṇḍaka, Māṇḍūkya — there are 108 traditionally, with 13 considered "principal").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Īśa Upaniṣad in translation (it's 18 verses; the shortest principal Upaniṣad).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four Vedas + the four layers.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dating "~1500–1200 BCE" for the Ṛg Veda is the mainstream scholarly view (Indo-European migration model). Some Indian scholars argue for earlier dates. Acknowledge both; this isn't the module to resolve the debate.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four-Veda framing is itself a classification. Some Vedic texts don't fit cleanly. The grid is a useful first map, not the final word.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 Veda 1.1 — Jamison &amp; Brereton (2014) translation.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Pollock (2006) on Vedic transmission and linguistic precision.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2026-05-28T05:41:17Z</dcterms:created>
  <dcterms:modified xsi:type="dcterms:W3CDTF">2026-05-28T05:41:17Z</dcterms:modified>
</cp:coreProperties>
</file>