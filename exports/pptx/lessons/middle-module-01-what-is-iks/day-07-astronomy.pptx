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7 — Indian Astronomy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What is IKS? (Middle)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name 3 specific Indian astronomical contributions with their authors/dates and articulate what each got right and what it got wrong.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Whiteboard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Printed extract: 1 verse from Aryabhaṭīya in translation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Globe (if available) for the rotation demo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jyotiṣa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astronomy/astrology (Vedanga #6)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siddhānta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"established treatise; systematic astronomical text"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nakṣatra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"lunar mansion; star group"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 prompt + recall: 2 students name one Vedanga.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specific contributions: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(25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(a) Aryabhata (c. 476–550 CE)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wrote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Aryabhaṭīya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at age 23.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10132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Proposed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earth rotates on its axis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(this is correct). Most contemporaries believed the sky rotated.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Approximated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π to four decimal places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(3.1416).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Computed planetary periods and eclipse predictions.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Did NOT propose heliocentrism (the sun-centred model is Copernicus, 1500s).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(25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(b) Sūrya-siddhānta (early CE)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comprehensive astronomical text.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Detailed planetary calculations.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Earth's circumference computed with ~1% accuracy.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Eclipse predictions accurate enough to publish almanacs.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(25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(c) Varāhamihira (~6th c. CE)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Pañca-siddhāntikā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Compares 5 different astronomical systems including a Greek-derived one. Demonstrates that 6th-c. Indian astronomers were actively engaging with Greek (Yavana) astronomical work.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(25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Indian astronomy DID well: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975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Precise calendar (lunar + solar reconciliation).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Eclipse prediction (eclipses were correctly understood as caused by occlusion, not by the demon Rāhu — though the mythological framing co-existed).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Trigonometric tables (sines, not chords as in Greek tradition).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(25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DIDN'T do: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Did not develop heliocentrism (despite Aryabhata's hint, the geocentric model dominated until modern times).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Did not develop telescopic observation (no telescope until the 17th c. anywhere).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(25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interesting in-between: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Indian astronomical tradition kept astronomy and astrology TOGETHER under jyotiṣa. Calculation skills used to compute eclipses were the same skills used to compute horoscopes. Modern science separates these; the Indian tradition did not.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(10 min) — Aryabhata's earth-rotation argument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Demonstrate with a globe (or a ball with a marked point):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the ball spinning. From the spinner's point of view, the room "rotates" around them.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Aryabhata reasoned: maybe the stars don't rotate around us; maybe WE rotate.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was the correct answer. He was a thousand years ahead of European thinkers on this specific point.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Preview Day 8: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"Project work begins tomorrow."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2419350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2419350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Indian Astronomical Contributions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Aryabhata (~500 CE)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proposed earth rotates on its axis; computed π to 4 decimals; predicted eclipses.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843236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Sūrya-siddhānta (early CE)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planetary calculations + earth's circumference to ~1% accuracy.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2112318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Varāhamihira (~6th c. CE)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Pañca-siddhāntikā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compared 5 astronomical systems including Greek-derived ones.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92051" y="2612380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Aryabhata's earth-rotation claim was ~1000 years ahead of European thinkers on that specific point.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92051" y="2881461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Note: Indian astronomy did NOT develop heliocentrism (Copernicus, 1500s) or telescopes (17th c.).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Finalise project plan. Bring all materials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Read about the Yavana (Greek-Indian) interactions in astronomy. Was the influence one-way?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Memorise three names with one fact each.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37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"Aryabhata predicted earth rotation" claim is mainstream and well-supported. Don't oversell — he didn't propose heliocentrism.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Yavana-influence question is rich: Indian astronomy genuinely engaged Greek astronomy via the Pañca-siddhāntikā. Both traditions exchanged ideas. Honest history.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Aryabhaṭīya (499 CE) — Clark (1930) translation.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Plofker (2009), Chapter 4.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Pingree, D. (1996). "Astronomy in India" in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Astronomy Before the Telescope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2026-05-28T05:41:53Z</dcterms:created>
  <dcterms:modified xsi:type="dcterms:W3CDTF">2026-05-28T05:41:53Z</dcterms:modified>
</cp:coreProperties>
</file>