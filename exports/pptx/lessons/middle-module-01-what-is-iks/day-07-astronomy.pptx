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Indian Astronomy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name 3 specific Indian astronomical contributions with their authors/dates and articulate what each got right and what it got wrong.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Printed extract: 1 verse from Aryabhaṭīya in translation – Globe (if available) for the rotation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jyotiṣa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astronomy/astrology (Vedanga #6)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siddhānta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"established treatise; systematic astronomical text"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"lunar mansion; star group"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+ recall: 2 students name one Vedanga.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specific contributions: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Aryabhata (c. 476–550 CE)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wrote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Aryabhaṭīya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age 23. – Proposed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rotates on its axis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(this is correct). Most contemporaries believed the sky rotated. – Approximated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 to four decimal places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(3.1416). – Computed planetary periods and eclipse predictions. – Did NOT propose heliocentrism (the sun-centred model is Copernicus, 1500s).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97033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Sūrya-siddhānta (early CE)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comprehensive astronomical text. – Detailed planetary calculations. – Earth's circumference computed with ~1% accuracy. – Eclipse predictions accurate enough to publish almanacs.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47307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Varāhamihira (~6th c. CE)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Pañca-siddhāntikā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Compares 5 different astronomical systems including a Greek-derived one. Demonstrates that 6th-c. Indian astronomers were actively engaging with Greek (Yavana) astronomical work.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988469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Indian astronomy DID well: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359200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Precise calendar (lunar + solar reconciliation).    – Eclipse prediction (eclipses were correctly understood as caused by occlusion, not by the demon Rāhu — though the mythological framing co-existed).    – Trigonometric tables (sines, not chords as in Greek tradition).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4087862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DIDN'T do: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445859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Did not develop heliocentrism (despite Aryabhata's hint, the geocentric model dominated until modern times).    – Did not develop telescopic observation (no telescope until the 17th c. anywhere).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4901" y="4973985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interesting in-between: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Indian astronomical tradition kept astronomy and astrology TOGETHER under jyotiṣa. Calculation skills used to compute eclipses were the same skills used to compute horoscopes. Modern science separates these; the Indian tradition did not.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6301" y="583227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Aryabhata's earth-rotation argument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with a globe (or a ball with a marked point): – Set the ball spinning. From the spinner's point of view, the room "rotates" around them. – Aryabhata reasoned: maybe the stars don't rotate around us; maybe WE rotate. – This was the correct answer. He was a thousand years ahead of European thinkers on this specific point.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8: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"Project work begins tomorrow."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Indian Astronomical Contributions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Aryabhata (~500 CE)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proposed earth rotates on its axis; computed π to 4 decimals; predicted eclipses. 2.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Sūrya-siddhānta (early CE)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planetary calculations + earth's circumference to ~1% accuracy. 3.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Varāhamihira (~6th c. CE)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Pañca-siddhāntikā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compared 5 astronomical systems including Greek-derived ones.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3051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Aryabhata's earth-rotation claim was ~1000 years ahead of European thinkers on that specific point.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5742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Note: Indian astronomy did NOT develop heliocentrism (Copernicus, 1500s) or telescopes (17th c.).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Finalise project plan. Bring all materials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about the Yavana (Greek-Indian) interactions in astronomy. Was the influence one-way?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three names with one fact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"Aryabhata predicted earth rotation" claim is mainstream and well-supported. Don't oversell — he didn't propose heliocentrism. – The Yavana-influence question is rich: Indian astronomy genuinely engaged Greek astronomy via the Pañca-siddhāntikā. Both traditions exchanged ideas. Honest history.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Aryabhaṭīya (499 CE) — Clark (1930) translation. – Plofker (2009), Chapter 4. – Pingree, D. (1996). "Astronomy in India"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Astronomy Before the Telescope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2026-05-28T04:15:05Z</dcterms:created>
  <dcterms:modified xsi:type="dcterms:W3CDTF">2026-05-28T04:15:05Z</dcterms:modified>
</cp:coreProperties>
</file>