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The Six Vedangas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the six Vedāṅgas (auxiliary disciplines) and match each to its function in preserving and applying Vedic knowledge.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Matching-game cards (6 names + 6 functions, shuffled)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"limb of the Veda"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vyākaraṇa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"grammar; analysis"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"luminary; astronomy/astrology"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2 students name the 4 Vedas + 4 layers from yesterday.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Matching game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12 cards (6 Sanskrit names + 6 function descriptions) shuffled face-down. Memory-match game. First pair done writes their match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class discusses: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Vedāṅga surprised you most? Why?"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ticket: name 3 of the 6 Vedāṅgas with their functions.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Upavedas. Four APPLIED sciences."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430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430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Vedāṅgas — "limbs of the Veda"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# | Sanskrit | Function | |---|----------|----------| | 1 | Śikṣā | Pronunciation, phonetics | | 2 | Kalpa | Ritual procedure | | 3 | Vyākaraṇa | Grammar | | 4 | Nirukta | Etymology | | 5 | Chandas | Poetic metre | | 6 | Jyotiṣa | Astronomy &amp; astrology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Pāṇini's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Aṣṭādhyāyī*** (~4th c. BCE) — under Vyākaraṇa — is widely considered the first formal grammar of any language. ~4000 sūtras.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Look up ONE Sanskrit word in an online etymology resource. Note where it might appear in English vocabulary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mātṛ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mother).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the Chomsky-Pāṇini connection — find 1 specific example of Pāṇinian influence on modern linguistics.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3 Vedāṅgas: Vyākaraṇa, Jyotiṣa, Kalpa.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often confuse Jyotiṣa with horoscope-astrology. Distinguish: the discipline contained BOTH planetary calculation AND interpretive use. Modern science separates these. – The "first formal grammar" claim about Pāṇini is mainstream scholarly view (Cardona, Kiparsky, etc.). Defensible.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Pollock (2006) on Vedic disciplines. – Cardona, G. (1997).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Pāṇini: His Work and Its Traditions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Motilal Banarsidass.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2026-05-25T05:01:13Z</dcterms:created>
  <dcterms:modified xsi:type="dcterms:W3CDTF">2026-05-25T05:01:13Z</dcterms:modified>
</cp:coreProperties>
</file>