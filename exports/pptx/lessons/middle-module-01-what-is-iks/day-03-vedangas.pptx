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3 — The Six Vedangas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What is IKS?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name the six Vedāṅgas (auxiliary disciplines) and match each to its function in preserving and applying Vedic knowledge.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Whiteboard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Matching-game cards (6 names + 6 functions, shuffled)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Vedāṅga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"limb of the Veda"</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vyākaraṇa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"grammar; analysis"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jyotiṣa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"luminary; astronomy/astrology"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Daily prompt + recall: 2 students name the 4 Vedas + 4 layers from yesterday.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Six Vedāṅgas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(write on board, then build each row):</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 · Sanskrit · Function · Modern equivalent.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15007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1</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Śikṣā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Phonetics, pronunciation · Linguistics / phonology</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2</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Kalpa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Ritual procedure · Liturgy</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Vyākaraṇa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Grammar (peaks in Pāṇini ~4th c. BCE) · Formal grammar / parsing</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4</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Nirukta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Etymology · Lexicography</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5</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Chandas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Prosody (poetic metre) · Poetics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6</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Jyotiṣa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Astronomy / time-keeping · Astronomy + astrology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they exist.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Vedas had to be transmitted PRECISELY, orally, across millennia. Six disciplines grew up around the texts to ensure correct pronunciation, ritual use, grammatical understanding, etymological clarity, metrical recitation, and astronomical timing.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One stand-out: Pāṇini's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Aṣṭādhyāyī</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(~4th c. BCE)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634901" y="1266974"/>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~4000 sūtras describing Sanskrit grammar.</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Considered the first known formal grammar of any language.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Influenced modern formal-language theory (Chomsky's generative grammar acknowledges Pāṇinian inspiration).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single Vedāṅga (vyākaraṇa) produced one of the most important works in the history of linguistics.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more stand-out: Jyotiṣa.</a:t>
            </a:r>
            <a:endParaRPr lang="en-US" sz="1200" dirty="0"/>
          </a:p>
        </p:txBody>
      </p:sp>
      <p:sp>
        <p:nvSpPr>
          <p:cNvPr id="5" name="Text 3"/>
          <p:cNvSpPr/>
          <p:nvPr/>
        </p:nvSpPr>
        <p:spPr>
          <a:xfrm>
            <a:off x="634901" y="1266974"/>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astronomy/astrology pair. Distinguish: jyotiṣa contains BOTH calculation (astronomy) and interpretation (astrology). Modern science separates these; the Indian tradition kept them together.</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Matching game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Pairs. 12 cards (6 Sanskrit names + 6 function descriptions) shuffled face-down. Memory-match game. First pair done writes their match on the board.</a:t>
            </a:r>
            <a:endParaRPr lang="en-US" sz="1200" dirty="0"/>
          </a:p>
        </p:txBody>
      </p:sp>
      <p:sp>
        <p:nvSpPr>
          <p:cNvPr id="5" name="Text 3"/>
          <p:cNvSpPr/>
          <p:nvPr/>
        </p:nvSpPr>
        <p:spPr>
          <a:xfrm>
            <a:off x="406301" y="13736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Then class discusses: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"Which Vedāṅga surprised you most? Why?"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Exit ticket: name 3 of the 6 Vedāṅgas with their functions.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4: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 the Upavedas. Four APPLIED sciences."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1843088"/>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1843088"/>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The Six Vedāṅgas — "limbs of the Veda"</a:t>
            </a:r>
            <a:endParaRPr lang="en-US" sz="1300" dirty="0"/>
          </a:p>
        </p:txBody>
      </p:sp>
      <p:sp>
        <p:nvSpPr>
          <p:cNvPr id="7" name="Text 5"/>
          <p:cNvSpPr/>
          <p:nvPr/>
        </p:nvSpPr>
        <p:spPr>
          <a:xfrm>
            <a:off x="692051" y="1343174"/>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 # | Sanskrit | Function | |---|----------|----------| | 1 | Śikṣā | Pronunciation, phonetics | | 2 | Kalpa | Ritual procedure | | 3 | Vyākaraṇa | Grammar | | 4 | Nirukta | Etymology | | 5 | Chandas | Poetic metre | | 6 | Jyotiṣa | Astronomy &amp; astrology |</a:t>
            </a:r>
            <a:endParaRPr lang="en-US" sz="1300" dirty="0"/>
          </a:p>
        </p:txBody>
      </p:sp>
      <p:sp>
        <p:nvSpPr>
          <p:cNvPr id="8" name="Text 6"/>
          <p:cNvSpPr/>
          <p:nvPr/>
        </p:nvSpPr>
        <p:spPr>
          <a:xfrm>
            <a:off x="692051" y="2074218"/>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Pāṇini's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Aṣṭādhyāyī*** (~4th c. BCE) — under Vyākaraṇa — is widely considered the first formal grammar of any language. ~4000 sūtras.</a:t>
            </a:r>
            <a:endParaRPr lang="en-US" sz="13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Look up ONE Sanskrit word in an online etymology resource. Note where it might appear in English vocabulary (e.g.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mātṛ</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mother). Bring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about the Chomsky-Pāṇini connection — find 1 specific example of Pāṇinian influence on modern linguistics.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Memorise just 3 Vedāṅgas: Vyākaraṇa, Jyotiṣa, Kalpa.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Students often confuse Jyotiṣa with horoscope-astrology. Distinguish: the discipline contained BOTH planetary calculation AND interpretive use. Modern science separates these.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"first formal grammar" claim about Pāṇini is mainstream scholarly view (Cardona, Kiparsky, etc.). Defensible.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Pollock (2006) on Vedic disciplines.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Cardona, G. (1997).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Pāṇini: His Work and Its Traditions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Motilal Banarsidass.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2026-05-28T05:41:23Z</dcterms:created>
  <dcterms:modified xsi:type="dcterms:W3CDTF">2026-05-28T05:41:23Z</dcterms:modified>
</cp:coreProperties>
</file>