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Indian Mathematics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3 specific Indian mathematical contributions with dates and articulate why each matters.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Printed extract: 1 verse from Bhāskara II's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Līlāvatī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(12th c. CE) in translation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"calculation, mathematics"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śūnya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"zero, void"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aṅka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"digit"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recap: 2 students share one math fact they remember about India from prior knowledge.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specific contributions to remember: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Zero (śūnya) as a number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Bakhshali manuscript (~7th c. CE — older fragments possibly earlier). Distinct from "zero as placeholder" (which existed earlier in Babylonian and Maya systems). The Indian innovation: zero participates in arithmetic operations (you can add, subtract, multiply, divide... with zero).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Decimal place-value system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by 6th c. CE the Indian numeral system (with positional values for ones, tens, hundreds, etc.) was in widespread use. Adopted by Arab mathematicians (Al-Khwārizmī, ~825 CE), reached Europe by ~12th c. via Fibonacci (1202 CE).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686348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Infinite series (centuries before Newton)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Mādhava of Saṅgamagrāma (~14th c. CE, Kerala school) computed infinite series for π, sine, cosine. Specifically: $$\pi = 4 \left(1 - \frac{1}{3} + \frac{1}{5} - \frac{1}{7} + \dots\right)$$ (This is now called the "Leibniz series" but Mādhava had it 300 years earlier.)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15010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text — Bhāskara II's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Līlāvatī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(1150 CE).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 textbook on arithmetic and algebra written for his daughter (the name "Līlāvatī" is reportedly hers). Includes problems on geometry, sequences, equations, mensuration. Read one short problem aloud (in translation).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420975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modern math doesn't credit Indian sources for (but should):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58048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number zero as a number (not just placeholder).    – The "Leibniz" series for π (Mādhava had it).    – Several trigonometric identities.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509587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Indian math DIDN'T do: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46660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Did not develop full coordinate geometry (that's Descartes, 17th c. European).    – Did not develop calculus formally (though Mādhava came very close with the series).    – Did not develop modern algebraic notation.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596934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lists matter for honesty.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63350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Compute the Mādhava series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together. On the board: – Start at 1. – Subtract 1/3. Add 1/5. Subtract 1/7. Add 1/9. ... – After 4 terms: 1 − 0.333 + 0.2 − 0.143 = 0.724 – Multiply by 4: 2.896 (close to π = 3.14) – After 10 terms it gets closer.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converges SLOWLY — that's one reason it wasn't useful as a calculation method. But proving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a huge mathematical achievement.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Indian astronomy. Aryabhata."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502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502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Indian Mathematical Contributions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as a number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Bakhshali manuscript, ~7th c. CE. 2.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 place-value system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by 6th c. CE; adopted by Arab mathematicians (~825 CE); reached Europe (~12th c.). 3.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series for π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Mādhava of Saṅgamagrāma, ~14th c. 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$$\pi = 4 \left(1 - \frac{1}{3} + \frac{1}{5} - \frac{1}{7} + \dots\right)$$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(Now sometimes called the "Leibniz series" — Mādhava had it ~300 years before Leibniz.)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6123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text: 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Bhāskara II's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Līlāvatī*** (1150 CE).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Compute 10 terms of the Mādhava series for π. How close do you get?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the Madhava-Leibniz attribution debate. Why is the European name still standard?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three contributions + their approximate dates.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Leibniz-Mādhava attribution is a recurring honest-credit issue. Mainstream math history is increasingly correcting this; some textbooks now use "Madhava-Leibniz series." – Bhāskara II's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Līlāvatī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problems are charming — many are presented as little stories. If time permits, read one or two more.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Plofker (2009), Chapters 4–7. – Bhāskara II,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Līlāvatī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(1150 CE) — translation by Colebrooke (1817) or Patwardhan, Naimpally, Singh (2001). – Hayashi (1995) on the Bakhshali manuscript.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2026-05-28T04:14:59Z</dcterms:created>
  <dcterms:modified xsi:type="dcterms:W3CDTF">2026-05-28T04:14:59Z</dcterms:modified>
</cp:coreProperties>
</file>