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Refine and Rehearse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rehearses their 5-min presentation end-to-end with timed feedback from a buddy.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in-progress materials – Stopwatch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today is refine + rehearse.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Sprints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(15 min) — Refine.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 rotates with focused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your strongest 60 seconds."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interventions: – Missing the "honest limitation" — must include. – Source cited but not actually engaged — push for a quote or paraphrase. – Specific claim vague — sharpen.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(15 min) — Buddy rehearsal.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rehearse to each other. 5 min talk + 2 min feedback. Swap.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526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(5 min) — Adjust.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decides one change.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 students share what they're changing. – Final touches at home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Finalise.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Anticipate the toughest audience question and prepare a 30-sec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from notes during presentation if needed.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buddy rehearsal is the most useful feedback. Encourage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and specific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2026-05-28T04:15:12Z</dcterms:created>
  <dcterms:modified xsi:type="dcterms:W3CDTF">2026-05-28T04:15:12Z</dcterms:modified>
</cp:coreProperties>
</file>