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9 — Project Session 2: Refine and Rehearse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What is IKS? (Middle)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student rehearses their 5-min presentation end-to-end with timed feedback from a buddy.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All in-progress materials – Stopwatch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Brief: today is refine + rehearse.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Sprints (35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Sprint 1 (15 min) — Refine.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Teacher rotates with focused question: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"Show me your strongest 60 seconds."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Common interventions: – Missing the "honest limitation" — must include. – Source cited but not actually engaged — push for a quote or paraphrase. – Specific claim vague — sharpen.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6631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Sprint 2 (15 min) — Buddy rehearsal.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Pairs rehearse to each other. 5 min talk + 2 min feedback. Swap.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195262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Sprint 3 (5 min) — Adjust.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Each student decides one change.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(7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3 students share what they're changing. – Final touches at home tonight.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Finalise. Bring everything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Anticipate the toughest audience question and prepare a 30-sec answer.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Read from notes during presentation if needed.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The buddy rehearsal is the most useful feedback. Encourage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kind and specific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feedback.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2026-05-25T05:01:48Z</dcterms:created>
  <dcterms:modified xsi:type="dcterms:W3CDTF">2026-05-25T05:01:48Z</dcterms:modified>
</cp:coreProperties>
</file>