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Mid-Module Check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consolidate Days 1–4 via a formative quiz and commit to a project topic.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Part B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brief handouts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sticky notes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prompt. Brief recap chorus: 4 Vedas, 4 layers, 6 Vedangas (just names).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notebook. 10 questions covering Vedas / layers / Vedangas / Upavedas / one named contribution.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walk-through of common errors. Don't grade now; mark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commitment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project brief.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picks ONE strand: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Mathematics (zero, decimal place-value, infinite series, Bhāskara, Brahmagupta, Mādhava)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Astronomy (Aryabhata, Sūrya-siddhānta)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Medicine (Caraka, Suśruta, Āyurveda doshas)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Linguistics (Pāṇini's grammar)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Nāṭyaśāstra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rāga system)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/ Sthāpatya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(Kauṭilya)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(with teacher approval)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commitment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topic on a sticky note + post on the wall under their chosen domain.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"Some domains will have 5+ students, some will have 1. Each will be different. That's fine."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6: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deep on Indian mathematics. Zero. Place value. Infinite series."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project plan paragraph (working title + thesis sentence + 2 sources) by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a less common topic (Pāṇini, Mādhava). The research is harder; the project will stand out.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a well-documented topic (zero, Aryabhata, Suśruta). Easier research.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formative quiz tonight. Note any student who scored below 50% — schedule a 10-min check-in by Day 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 topic choice often surfaces what students are curious about. Adjust the depth of Days 6 (math) and 7 (astronomy) based on the distribution.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sources covered to date.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2026-05-28T05:41:37Z</dcterms:created>
  <dcterms:modified xsi:type="dcterms:W3CDTF">2026-05-28T05:41:37Z</dcterms:modified>
</cp:coreProperties>
</file>