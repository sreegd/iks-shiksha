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Mid-Module 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consolidate Days 1–4 via a formative quiz and commit to a project topic.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Formative quiz Part B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Project brief handouts – Topic sticky notes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prompt. Brief recap chorus: 4 Vedas, 4 layers, 6 Vedangas (just names).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Closed notebook. 10 questions covering Vedas / layers / Vedangas / Upavedas / one named contribution.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walk-through of common errors. Don't grade now; mark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commitment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project brief. – Each student picks ONE strand: – Mathematics (zero, decimal place-value, infinite series, Bhāskara, Brahmagupta, Mādhava) – Astronomy (Aryabhata, Sūrya-siddhānta) – Medicine (Caraka, Suśruta, Āyurveda doshas) – Linguistics (Pāṇini's grammar) – Music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Nāṭyaśāstra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rāga system) – Architecture / Sthāpatya – Governance (Kauṭilya) – Other (with teacher approval)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Write topic on a sticky note + post on the wall under their chosen domain.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Note: "Some domains will have 5+ students, some will have 1. Each will be different. That's fine."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deep on Indian mathematics. Zero. Place value. Infinite series."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Submit project plan paragraph (working title + thesis sentence + 2 sources) by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a less common topic (Pāṇini, Mādhava). The research is harder; the project will stand out.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a well-documented topic (zero, Aryabhata, Suśruta). Easier research.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Mark the formative quiz tonight. Note any student who scored below 50% — schedule a 10-min check-in by Day 7. – The project topic choice often surfaces what students are curious about. Adjust the depth of Days 6 (math) and 7 (astronomy) based on the distribution.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sources covered to date.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2026-05-28T04:14:54Z</dcterms:created>
  <dcterms:modified xsi:type="dcterms:W3CDTF">2026-05-28T04:14:54Z</dcterms:modified>
</cp:coreProperties>
</file>