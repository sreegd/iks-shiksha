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Research and Outline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commits to a specific topic, drafts a thesis sentence, and outlines a 5-minute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 books / curated reading list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brief + rubric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today's project work. Show the rubric on the wall. Cover the key criteria.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sprints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(10 min) — Thesis.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writes: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title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One-sentence thesis (specific claim about their topic)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sources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rotates: 60 sec per student, asking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specific claim? Not 'X is interesting' — what specifically are you arguing?"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sprints (35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(10 min) — Outline.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5-slide / 5-section outline: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topic + named practitioner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claimed / did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specific source (primary verse, theorem, or text)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view / parallel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limitation (what the tradition didn't do)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sprints (35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 (15 min) — Begin slides / notes.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starts drafting their actual presentation content.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submitted at door.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9: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rehearse and refine."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drafting at home. Tomorrow is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starting.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counter-argument: "Some scholars dispute X" with citation.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5-section outline as your full structure.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"specific claim" filter is the most useful intervention. Many students start with "Indian math is interesting" — push to "Mādhava's series converges to π but converges slowly; here's why that mattered."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2026-05-28T05:41:58Z</dcterms:created>
  <dcterms:modified xsi:type="dcterms:W3CDTF">2026-05-28T05:41:58Z</dcterms:modified>
</cp:coreProperties>
</file>