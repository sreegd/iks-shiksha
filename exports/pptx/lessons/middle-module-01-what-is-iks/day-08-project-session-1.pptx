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 — Project Session 1: Research and Outline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is IKS? (Middle)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student commits to a specific topic, drafts a thesis sentence, and outlines a 5-minute presentation.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Library books / curated reading list – Project brief + rubric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Brief: today's project work. Show the rubric on the wall. Cover the key criteria.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sprints (35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 (10 min) — Thesis.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student writes: – Working title – One-sentence thesis (specific claim about their topic) – 2 sources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rotates: 60 sec per student, asking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the specific claim? Not 'X is interesting' — what specifically are you arguing?"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87642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 (10 min) — Outline.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5-slide / 5-section outline: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178546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topic + named practitioner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claimed / did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specific source (primary verse, theorem, or text)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view / parallel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limitation (what the tradition didn't do)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352439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 (15 min) — Begin slides / notes.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student starts drafting their actual presentation content.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Plan submitted at door. – Preview Day 9: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rehearse and refine."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Continue drafting at home. Tomorrow is for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starting.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a counter-argument: "Some scholars dispute X" with citation.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the 5-section outline as your full structure.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"specific claim" filter is the most useful intervention. Many students start with "Indian math is interesting" — push to "Mādhava's series converges to π but converges slowly; here's why that mattered."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2026-05-25T05:01:43Z</dcterms:created>
  <dcterms:modified xsi:type="dcterms:W3CDTF">2026-05-25T05:01:43Z</dcterms:modified>
</cp:coreProperties>
</file>