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Adraka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(Ginger)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Zingiber officinale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as a rhizome, distinguish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(fresh)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sūnṭhī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(dried) and explain that the active compound shifts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gingerol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shogaol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drying, and describe ginger's traditional classification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(heating) with one well-supported modern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Fresh ginger rhizome – Small jar of dried ground ginger powder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sūnṭhī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Optional: a thumb-size lump of jaggery for the heating-demo – Optional, for demo: a small kettle, ginger slices, water, lemon, jaggery — ginger tea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adraka; lit. "ginger") — fresh ginger rhizome.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sūnṭhī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sūnṭhī; lit. "dried ginger") — same plant, dried rhizome.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Gingerol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principal pungent compound in fresh ginger ([6]-gingerol).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Shogaol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formed when gingerol loses a water molecule during drying or heating. More pungent. The dominant pungent compound in dried ginger.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the fresh ginger and the dried ginger powder.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plant. Same rhizome. One fresh, one dried. Which one will be more pungent?"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 vote.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tiny crumb of dried ginger and a tiny shaving of fresh ginger to each student (separate plates). Smell only. Discuss.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Ginger tea demo + Formative Quiz 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7 min — Tea demo: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Teacher slices a 1 cm piece of fresh ginger, drops into 200 ml hot water, lets steep 3–4 minutes. – Optional: add a tiny pinch of jaggery and a drop of lemon. – Pour into a clear cup. Pass around so students can see the colour (very pale yellow) and smell the aroma (sharp, pungent, citrus-warm). – Discussion: which compound dominates here — gingerol or shogaol? (Since the ginger is fresh and only briefly heated: mostly gingerol.) If the ginger had been dried first and then steeped: more shogaol.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3496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8 min — Formative Quiz Part 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Hand out the 10-question slip. Pencils only. Collect at end of class.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safety rule + the anti-nausea note ("ginger has more clinical evidence than most herbs, but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uses").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meet a seed that takes the digestive role even further — ajwain."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41947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41947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Zingiber officinale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known in English as ginger.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rhizome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(underground stem), related to turmeric. Pale tan outside, pale yellow inside.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vs dried — same plant, different chemistry: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Form | Sanskrit name | Dominant compound | |------|----------------|--------------------| | Fresh rhizome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gingerol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Dried rhizome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sūnṭhī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shogaol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(more pungent) 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ginger dries or heats, gingerol loses a water molecule and becomes shogaol.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Well-supported modern uses: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Anti-nausea, especially motion sickness and pregnancy-related (under medical supervision). - Mild warming effect (activates TRPV1 receptors — same as chilli's capsaicin). - Digestive support in culinary amounts.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33815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Ayurvedic classification: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(pungent) in taste,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(heating) in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vīrya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365060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Cautions: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Large doses → heartburn or stomach upset; pregnancy doses need a doctor; interactions with blood-thinning medications.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301" y="44681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Watch what ginger is used in your home over the next two days. List 3 dishes / drinks that contain it. For each, guess: fresh or dried? Heating or just flavour?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the chemical structure of gingerol and shogaol. Identify the difference (one OH group + one double bond gain). Sketch both in your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identifying ginger by sight and smell, and remembering "fresh = gingerol, dried = shogaol."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chemistry sketch (gingerol → shogaol) is the headline. If a student remembers nothing else from today, they should know that drying ginger changes its chemistry, and the change is well-defined. – The "ginger has real clinical evidence for nausea" point is important — students often don't realise that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specific herbal uses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clinical evidence is genuinely strong. It builds the right kind of nuance: not blanket scepticism, not blanket endorsement, but herb-by-herb, use-by-use evaluation. – If a student in your class is pregnant (older Middle band, occasionally) or has a pregnant family member raising questions, redirect gently: clinical dosing is for clinicians.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Gingerol → shogaol dehydration on drying: standard pharmacognosy textbook content. – Ginger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(fresh)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sūnṭhī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(dried) — distinguished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Caraka Saṁhitā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standard Ayurvedic nighantus (lexicons). Chapter-level reference only. – Anti-nausea clinical evidence: multiple systematic reviews exist; teachers can search "ginger nausea systematic review" in PubMed.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2026-05-25T08:52:45Z</dcterms:created>
  <dcterms:modified xsi:type="dcterms:W3CDTF">2026-05-25T08:52:45Z</dcterms:modified>
</cp:coreProperties>
</file>