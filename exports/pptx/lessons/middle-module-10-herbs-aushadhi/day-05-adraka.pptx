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(Ginger)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Zingiber officinale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as a rhizome, distinguish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(fresh)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sūnṭhī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(dried) and explain that the active compound shifts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gingerol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shogaol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drying, and describe ginger's traditional classification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(heating) with one well-supported modern use.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ginger rhizome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jar of dried ground ginger powder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sūnṭhī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a thumb-size lump of jaggery for the heating-demo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Optional, for demo: a small kettle, ginger slices, water, lemon, jaggery — ginger tea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adraka; lit. "ginger") — fresh ginger rhizome.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sūnṭhī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sūnṭhī; lit. "dried ginger") — same plant, dried rhizome.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Gingerol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principal pungent compound in fresh ginger ([6]-gingerol).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Shogaol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formed when gingerol loses a water molecule during drying or heating. More pungent. The dominant pungent compound in dried ginger.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 the fresh ginger and the dried ginger powder.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plant. Same rhizome. One fresh, one dried. Which one will be more pungent?"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 vote.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tiny crumb of dried ginger and a tiny shaving of fresh ginger to each student (separate plates). Smell only. Discuss.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it.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Like turmeric, ginger is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rhizome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underground stem. The two plants are related (same family: Zingiberaceae). Differences: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Ginger: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pale tan skin; pale yellow-white interior; spicy-pungent smell.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Turmeric: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pale brown skin; bright orange interior; earthy-pepper smell.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Leaves above ground: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very similar — long, blade-like, alternating up a stem.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fresh-vs-dried switch.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This is the chemistry of the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ginger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dominated by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[6]-gingerol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phenolic compound with a long carbon side-chain ending in a hydroxyl (–OH).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ginger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(loses water content) or heated, gingerol undergoes a dehydration reaction. The hydroxyl group is lost as water, leaving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[6]-shogaol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Shogaol is more pungent than gingerol — it's why dried ginger powder is sharper on the tongue than fresh ginger.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Ayurveda, this same transformation is noticed: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(fresh) is described as somewhat less heating than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sūnṭhī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(dried). The classical text and the modern molecule agree.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on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gingerol  →  (drying / heating)  →  shogaol  +  H₂O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(fresh)                            (dried, more pungent)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ginger does — well-supported uses.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Anti-nausea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of the few traditional herbs with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positive clinical trials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especially for: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Pregnancy-related nausea (under doctor supervision — pregnancy dosing is not a school question).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sickness — small ginger doses (1–2 g, e.g. a chewed slice) have outperformed placebo in some trials.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Post-surgical nausea — used in some hospital protocols.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Warming feeling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ginger does cause a measurable rise in skin and body temperature ("thermogenic" effect). Activates TRPV1 receptors — the same receptor activated by capsaicin in chillies.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Digestive support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culinary use after meals (a slice in tea, or ginger pickle) has a long tradition; mechanism includes stimulation of saliva and gastric secretions.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Ayurvedic frame.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kaṭu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(pungent) in taste,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(heating)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Used in: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 / decoction for cold, congestion, light fever (small culinary amounts).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with jaggery for a sore throat (folk remedy; some mechanistic justification through the soothing/warming pairing).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doses can cause heartburn or stomach upset.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Pregnancy — doses higher than culinary need supervision.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blood-thinning medications (warfarin) interact with high ginger intake. Not a school-dose concern but worth knowing.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Ginger tea demo + Formative Quiz Part B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7 min — Tea demo: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42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slices a 1 cm piece of fresh ginger, drops into 200 ml hot water, lets steep 3–4 minutes.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add a tiny pinch of jaggery and a drop of lemon.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into a clear cup. Pass around so students can see the colour (very pale yellow) and smell the aroma (sharp, pungent, citrus-warm).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Discussion: which compound dominates here — gingerol or shogaol? (Since the ginger is fresh and only briefly heated: mostly gingerol.) If the ginger had been dried first and then steeped: more shogaol.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Ginger tea demo + Formative Quiz Part B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8 min — Formative Quiz Part 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Hand out the 10-question slip. Pencils only. Collect at end of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Restate safety rule + the anti-nausea note ("ginger has more clinical evidence than most herbs, but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uses").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6: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meet a seed that takes the digestive role even further — ajwain."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76475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76475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Zingiber officinale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known in English as ginger.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rhizome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(underground stem), related to turmeric. Pale tan outside, pale yellow inside.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Fresh vs dried — same plant, different chemistry: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Form | Sanskrit name | Dominant compound | |------|----------------|--------------------| | Fresh rhizome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gingerol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Dried rhizome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sūnṭhī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shogaol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(more pungent) |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ginger dries or heats, gingerol loses a water molecule and becomes shogaol.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Well-supported modern uses: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9195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Anti-nausea, especially motion sickness and pregnancy-related (under medical supervision).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31886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Mild warming effect (activates TRPV1 receptors — same as chilli's capsaicin).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051" y="345772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Digestive support in culinary amounts.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2051" y="372680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Ayurvedic classification: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kaṭu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(pungent) in taste,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(heating) in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vīrya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2051" y="399588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Cautions: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Large doses → heartburn or stomach upset; pregnancy doses need a doctor; interactions with blood-thinning medications.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06301" y="481339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what ginger is used in your home over the next two days. List 3 dishes / drinks that contain it. For each, guess: fresh or dried? Heating or just flavour?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the chemical structure of gingerol and shogaol. Identify the difference (one OH group + one double bond gain). Sketch both in your notebook.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ginger by sight and smell, and remembering "fresh = gingerol, dried = shogaol."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chemistry sketch (gingerol → shogaol) is the headline. If a student remembers nothing else from today, they should know that drying ginger changes its chemistry, and the change is well-defined.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"ginger has real clinical evidence for nausea" point is important — students often don't realise that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specific herbal uses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clinical evidence is genuinely strong. It builds the right kind of nuance: not blanket scepticism, not blanket endorsement, but herb-by-herb, use-by-use evaluation.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student in your class is pregnant (older Middle band, occasionally) or has a pregnant family member raising questions, redirect gently: clinical dosing is for clinicians.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Gingerol → shogaol dehydration on drying: standard pharmacognosy textbook content.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Ginger 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(fresh)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sūnṭhī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(dried) — distinguished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standard Ayurvedic nighantus (lexicons). Chapter-level reference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Anti-nausea clinical evidence: multiple systematic reviews exist; teachers can search "ginger nausea systematic review" in PubMed.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2026-05-28T05:51:52Z</dcterms:created>
  <dcterms:modified xsi:type="dcterms:W3CDTF">2026-05-28T05:51:52Z</dcterms:modified>
</cp:coreProperties>
</file>