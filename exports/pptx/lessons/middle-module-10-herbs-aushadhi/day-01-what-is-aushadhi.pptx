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What is an 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Auṣadhi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can define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auṣadhi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name at least four of the six herbs the module will cover, and articulate the core safety rule: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amounts are safe; therapeutic doses are a clinical question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Six labelled samples laid out at the front of the class: tulsi sprig, neem leaf (dried, no chewing), turmeric root or powder, ginger root, ajwain seeds in a small jar, mint sprig – Whiteboard – Six index cards, one per herb, with the Sanskrit + English + botanical name pre-printed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auṣadhi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auṣadhi; lit. "herb, plant used as medicine") — the general term, in Vedic and Ayurvedic Sanskrit, for any plant valued for healing.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tulasī, nimba, haridrā, adraka, yavānī, pudīnā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six herbs in this module.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 up the tulsi sprig.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many of you have seen this plant at home?"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many of you have eaten what's in this jar?"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(Pull out ajwain.) Hands.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498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Establish the premise: most of these are already in their kitchens. We're going to study what's actually in them — and how Indian tradition organised that knowledge.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Six-herb walkaround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up six "stations" — one per herb. Pairs of students rotate through, 1.5 minutes per station. At each: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shape is the leaf or root?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Smell.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Crush a tiny piece (where safe — not neem) and inhale gently from a distance. Don't put it under anyone else's nose.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 identifying feature on their workbook page.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2370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neem station, leaves are dried and in a sealed bag.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Smell from outside the bag.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 touching the inside.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52650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3 min: pairs report one feature back to the group. Build a quick "first impression" word-cloud on the board.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Restate the safety rule chorally — the whole class. – Exit ticket on a slip: write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Sanskrit name and one identifying feature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any two herbs you remember. – Homework: tonight, find as many of the six herbs as you can in your kitchen or balcony. List them.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812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812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auṣadhi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a plant used for healing.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We're going to study six of them — every one is already in most Indian kitchens or gardens: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tulasī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nimba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haridrā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adraka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yavānī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pudīnā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rule: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food amounts are safe. Therapeutic doses (capsules, powders, oils) are for trained practitioners, not for us.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early Indian tradition addressed these plants directly in a hymn called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Auṣadhi-sūkta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(Ṛgveda 10.97). Later,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Caraka Saṁhitā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(one of the foundational Ayurvedic texts) sorted them by their tastes, qualities, and heating/cooling effect. We'll meet both these ideas over the next two weeks.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List which of the six herbs are in your kitchen tonight. Bonus: bring a leaf or a piece (with a parent's permission) to class tomorrow for the tulsi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seventh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herb in your kitchen we haven't named (cilantro, fennel, fenugreek, curry leaf, etc.). What might its Sanskrit name be? (Hint: look up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dhānyaka, methi, kariveppilai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remember three herbs by Friday — tulsi, turmeric, ginger. The other three can come over the next week.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Have the safety rule visible on the board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class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this module, not just today. – A few students will laugh at "addressed the herbs as if they were beings." Use this. It's a glimpse of a world where you talked to plants. We don't have to take the metaphysics literally to take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seriously. – The class word-cloud from the walkaround is your fastest read on who already knows what. Use it to plan Days 2–7.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Ṛgveda 10.97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Auṣadhi-sūkta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Referenced by sūkta number. Real public-domain Vedic source.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Caraka Saṁhitā, Sūtrasthāna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 Referenced at chapter level. Real foundational Ayurvedic source.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2026-05-25T16:29:50Z</dcterms:created>
  <dcterms:modified xsi:type="dcterms:W3CDTF">2026-05-25T16:29:50Z</dcterms:modified>
</cp:coreProperties>
</file>