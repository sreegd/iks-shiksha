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an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name at least four of the six herbs the module will cover, and articulate the core safety rule: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amounts are safe; therapeutic doses are a clinical question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labelled samples laid out at the front of the class: tulsi sprig, neem leaf (dried, no chewing), turmeric root or powder, ginger root, ajwain seeds in a small jar, mint sprig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index cards, one per herb, with the Sanskrit + English + botanical name pre-printed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auṣadhi; lit. "herb, plant used as medicine") — the general term, in Vedic and Ayurvedic Sanskrit, for any plant valued for healing.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tulasī, nimba, haridrā, adraka, yavānī, 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six herbs in this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tulsi sprig.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seen this plant at home?"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eaten what's in this jar?"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(Pull out ajwain.) Hands.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the premise: most of these are already in their kitchens. We're going to study what's actually in them — and how Indian tradition organised that knowledge.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Write the word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4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"plant used for healing." It appears in the Ṛgveda, in a hymn called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(Ṛgveda 10.97), where the herbs are addressed directly — as though they were beings with names and personalities. We'll come back to this hymn on Day 8.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— one of the foundational texts of Āyurveda — herbs are sorted by their qualities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their tastes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their heating/cooling potency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their effect after digestion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Don't worry about all four right now — we'll meet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herbs we'll study.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along the front bench, holding up each sample: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Sanskrit · English · Botanical · Where you've seen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tulsi, holy basil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garden pot, prayer area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neem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street tree, soap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turmeric, haldi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daal, milk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ginger, adrak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tea, sabzi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ajwain, carom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parathas, achaar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mint, pudina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species · chutney, raita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two of these are you most familiar with? Which are you not?"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of hands per herb.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safety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board in capitals — leave it there for the rest of the module):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56445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556445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7469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AMOUNTS: SAFE. THERAPEUTIC DOSES: ASK A DOCTOR.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in one minute: every plant on this table contains chemicals that affect the human body. In small amounts — the pinch you put in food — these chemicals are mostly safe and often helpful. In concentrated form — powders, capsules, oils — they become medicine, and medicine needs supervision.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here ever heard a relative say 'neem is good for you, eat the leaves'? Does anyone want to chew a neem leaf right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(They will. Don't let them.)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"Neem in concentrated form can damage the liver — and pure neem leaf is so bitter you'd spit it out anyway. So we'll smell it. We won't eat 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Six-herb walkaround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six "stations" — one per herb. Pairs of students rotate through, 1.5 minutes per station. At each: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shape is the leaf or root?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Crush a tiny piece (where safe — not neem) and inhale gently from a distance. Don't put it under anyone else's nose.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identifying feature on their workbook page.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Six-herb walkaround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neem station, leaves are dried and in a sealed bag.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from outside the bag.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touching the inside.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pairs report one feature back to the group. Build a quick "first impression" word-cloud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safety rule chorally — the whole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slip: write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 and one identifying feature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any two herbs you remember.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Homework: tonight, find as many of the six herbs as you can in your kitchen or balcony. List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 plant used for healing.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going to study six of them — every one is already in most Indian kitchens or gardens: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food amounts are safe. Therapeutic doses (capsules, powders, oils) are for trained practitioners, not for us.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early Indian tradition addressed these plants directly in a hymn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10.97). Later,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(one of the foundational Ayurvedic texts) sorted them by their tastes, qualities, and heating/cooling effect. We'll meet both these ideas over the next two weeks.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which of the six herbs are in your kitchen tonight. Bonus: bring a leaf or a piece (with a parent's permission) to class tomorrow for the tulsi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herb in your kitchen we haven't named (cilantro, fennel, fenugreek, curry leaf, etc.). What might its Sanskrit name be? (Hint: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dhānyaka, methi, 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three herbs by Friday — tulsi, turmeric, ginger. The other three can come over the next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the safety rule visible on the board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this module, not just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laugh at "addressed the herbs as if they were beings." Use this. It's a glimpse of a world where you talked to plants. We don't have to take the metaphysics literally to take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seriously.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word-cloud from the walkaround is your fastest read on who already knows what. Use it to plan Days 2–7.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Ṛgveda 10.97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Referenced by sūkta number. Real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 Referenced at chapter level. Real foundational Ayurvedic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2026-05-28T05:51:20Z</dcterms:created>
  <dcterms:modified xsi:type="dcterms:W3CDTF">2026-05-28T05:51:20Z</dcterms:modified>
</cp:coreProperties>
</file>