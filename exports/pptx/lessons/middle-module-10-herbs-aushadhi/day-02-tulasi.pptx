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(Holy Basil)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 and crushed-leaf smell, name eugenol as its principal aromatic compound, and describe two traditional culinary or domestic uses without making therapeutic claims.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tulsi plant in a pot (ideal); a fresh sprig if a plant isn't available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Lamiaceae plant for comparison if you can — sweet basil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easy comparison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clove (the spice — also rich in eugenol) for the smell-bridge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tulasī; lit. "the incomparable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herb commonly called holy basil.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phenolic aromatic compound. The strong, slightly clove-like smell of tulsi is largely from eugenol. Also the main aromatic in actual clove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Syzygium aromaticum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tulsi plant slowly along one row. Each student takes a single leaf between their fingers, rubs it gently, and sniffs.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it smell like? Three words."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5–6 responses. Likely answers: "sharp," "minty," "spicy," "clove-y," "medicine-ish."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pass the clove.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"Familiar?"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connection is the molecule. Don't tell them yet — let them notice.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Tulsi has: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shape: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ovate (oval-pointed), about 2–5 cm long,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toothed margins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(small jagged edges, called "serrate" in botany).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 in cross-section — characteristic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Lamiaceae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family (mint family). All six plants in this family share this. Press a stem between thumb and forefinger and feel the corners.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when crushed: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sharp, clove-like aroma.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varieties in India: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Rāma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(green),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(purple-leaved). Same species, different cultivars.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phytochemistry has identified the main aromatic in tulsi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phenolic compound (C₁₀H₁₂O₂). The same compound dominates clove (the spice). That's why the two smell related.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plant make eugenol? Because it's the plant's chemical defence — eugenol discourages many insects from eating the leaves, and it has antibacterial effects in petri-dish studies. The plant doesn't make it for us; we just happened to find it useful.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Mention only: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 herb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 chutneys, drinks (tulsi tea — leaves steeped in water), sometimes a few leaves added to dal.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plant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many Indian homes keep a tulsi plant for its scent and its insect-repelling qualities.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aromatic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 some traditional Ayurvedic preparations for cough and cold support. (Here, drop the safety reminder again — these preparations are formulated by practitioners; we are not recommending self-medication.)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won't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Tulsi is sometimes marketed in capsules as an "adaptogen" — a label that means "helps your body handle stress." There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mechanistic evidence (anti-inflammatory effects from eugenol and other compounds), but clinical trial evidence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Saying "tulsi reduces stress" as a blanket claim isn't honest; saying "people have used tulsi as a calming household scent for a long time and there is preliminary evidence of physiological effects" is more accurate.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Smell-and-sketch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gets a piece of paper and crayons.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tulsi leaf — accurate to shape, edge, and size. Label: leaf shape (ovate), edge (serrate), family (Lamiaceae, square stem).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drawing, write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smelled when I crushed the leaf was ____."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that, the chemistry box: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 eugenol.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Smell-and-sketch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pass around the sweet basil (or any other Lamiaceae) for comparison.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"Different leaf? Different smell? They are the same plant family but different species."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the Sanskrit name and the principal aromatic compound of today's herb."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safety rule chorally.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much less friendly tasting herb — neem."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1884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1884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holy basil, in Hindi as tulsi.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 it: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Ovate (oval-pointed) leaf, about 2–5 cm long, with small jagged edges.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 stem (a feature of the Lamiaceae family).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Strong, sharp, clove-like smell when you rub a leaf between your fingers.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main aromatic compound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eugenol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also the principal aromatic in actual clove. The plant produces it as a chemical defence.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Kitchen herb (tulsi tea, chutney), household plant, ingredient in some Ayurvedic cold-and-cough preparations.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4196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don't say: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"Tulsi cures X." Folk use and preliminary evidence are not the same as clinical proof.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tulsi plant — your own pot, a neighbour's, a temple's, a school garden. Sketch its leaf in your workbook from life (not from a picture). Write one identifying feature you observed in person.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Sweet basil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has the same genus as tulsi but different uses. What chemical does sweet basil contain that tulsi doesn't dominate in (Hint: linalool)? Why does Italian cuisine use sweet basil but not tulsi?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leaf shape and the word "eugenol." Smell-recognition will come with repetition.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tells the class that tulsi is worshipped in their home, acknowledge respectfully: "Yes — many homes treat the tulsi plant as sacred. We're studying it here as a plant with specific chemistry; both framings can coexist."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clove-tulsi connection is the most memorable hook. Lean into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react strongly to the smell of crushed tulsi (it can be quite sharp). Don't put it under their nose — let them choose their distance.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phytochemistry: eugenol as principal volatile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this is established botanical-chemistry textbook content, not a contested claim. No specific paper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2026-05-28T05:51:27Z</dcterms:created>
  <dcterms:modified xsi:type="dcterms:W3CDTF">2026-05-28T05:51:27Z</dcterms:modified>
</cp:coreProperties>
</file>