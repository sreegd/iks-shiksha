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(Holy Basil)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tulasī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Ocimum tenuiflorum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by leaf shape and crushed-leaf smell, name eugenol as its principal aromatic compound, and describe two traditional culinary or domestic uses without making therapeutic claims.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live tulsi plant in a pot (ideal); a fresh sprig if a plant isn't available – A second Lamiaceae plant for comparison if you can — sweet basil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Ocimum basilicum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the easy comparison – A clove (the spice — also rich in eugenol) for the smell-bridge – Whiteboard – Student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tulasī; lit. "the incomparable one")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herb commonly called holy basil.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phenolic aromatic compound. The strong, slightly clove-like smell of tulsi is largely from eugenol. Also the main aromatic in actual clove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Syzygium aromaticum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tulsi plant slowly along one row. Each student takes a single leaf between their fingers, rubs it gently, and sniffs.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it smell like? Three words."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5–6 responses. Likely answers: "sharp," "minty," "spicy," "clove-y," "medicine-ish."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pass the clove.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"Familiar?"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connection is the molecule. Don't tell them yet — let them notice.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Smell-and-sketch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gets a piece of paper and crayons. – Draw the tulsi leaf — accurate to shape, edge, and size. Label: leaf shape (ovate), edge (serrate), family (Lamiaceae, square stem). – Below the drawing, write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 smelled when I crushed the leaf was ____."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Below that, the chemistry box: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compound: eugenol.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pass around the sweet basil (or any other Lamiaceae) for comparison.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"Different leaf? Different smell? They are the same plant family but different species."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 on a slip: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the Sanskrit name and the principal aromatic compound of today's herb."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Restate the safety rule chorally. 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meet a much less friendly tasting herb — neem."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84321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84321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Ocimum tenuiflorum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known in English as holy basil, in Hindi as tulsi.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identify it: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Ovate (oval-pointed) leaf, about 2–5 cm long, with small jagged edges. - Square stem (a feature of the Lamiaceae family). - Strong, sharp, clove-like smell when you rub a leaf between your fingers.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main aromatic compound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eugenol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also the principal aromatic in actual clove. The plant produces it as a chemical defence.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Kitchen herb (tulsi tea, chutney), household plant, ingredient in some Ayurvedic cold-and-cough preparations.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307434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say: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"Tulsi cures X." Folk use and preliminary evidence are not the same as clinical proof.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a tulsi plant — your own pot, a neighbour's, a temple's, a school garden. Sketch its leaf in your workbook from life (not from a picture). Write one identifying feature you observed in person.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Sweet basil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Ocimum basilicum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has the same genus as tulsi but different uses. What chemical does sweet basil contain that tulsi doesn't dominate in (Hint: linalool)? Why does Italian cuisine use sweet basil but not tulsi?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leaf shape and the word "eugenol." Smell-recognition will come with repetition.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If a student tells the class that tulsi is worshipped in their home, acknowledge respectfully: "Yes — many homes treat the tulsi plant as sacred. We're studying it here as a plant with specific chemistry; both framings can coexist." – The clove-tulsi connection is the most memorable hook. Lean into it. – Some students will react strongly to the smell of crushed tulsi (it can be quite sharp). Don't put it under their nose — let them choose their distance.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General phytochemistry: eugenol as principal volatile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Ocimum tenuiflorum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this is established botanical-chemistry textbook content, not a contested claim. No specific paper cited.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2026-05-28T04:22:09Z</dcterms:created>
  <dcterms:modified xsi:type="dcterms:W3CDTF">2026-05-28T04:22:09Z</dcterms:modified>
</cp:coreProperties>
</file>