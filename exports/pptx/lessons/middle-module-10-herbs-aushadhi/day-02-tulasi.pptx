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2 — </a:t>
            </a:r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i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Tulasī</a:t>
            </a:r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(Holy Basil)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Auṣadhi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can identify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tulasī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Ocimum tenuiflorum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by leaf shape and crushed-leaf smell, name eugenol as its principal aromatic compound, and describe two traditional culinary or domestic uses without making therapeutic claims.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A live tulsi plant in a pot (ideal); a fresh sprig if a plant isn't available – A second Lamiaceae plant for comparison if you can — sweet basil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Ocimum basilicum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is the easy comparison – A clove (the spice — also rich in eugenol) for the smell-bridge – Whiteboard – Student notebooks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tulasī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tulasī; lit. "the incomparable one")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Ocimum tenuiflorum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the herb commonly called holy basil.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eugenol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 phenolic aromatic compound. The strong, slightly clove-like smell of tulsi is largely from eugenol. Also the main aromatic in actual clove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Syzygium aromaticum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 the tulsi plant slowly along one row. Each student takes a single leaf between their fingers, rubs it gently, and sniffs.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does it smell like? Three words."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Take 5–6 responses. Likely answers: "sharp," "minty," "spicy," "clove-y," "medicine-ish."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631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pass the clove.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"Familiar?"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connection is the molecule. Don't tell them yet — let them notice.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Smell-and-sketch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Each student gets a piece of paper and crayons. – Draw the tulsi leaf — accurate to shape, edge, and size. Label: leaf shape (ovate), edge (serrate), family (Lamiaceae, square stem). – Below the drawing, write one sentence: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I smelled when I crushed the leaf was ____."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Below that, the chemistry box: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compound: eugenol.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5869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Optional: pass around the sweet basil (or any other Lamiaceae) for comparison.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"Different leaf? Different smell? They are the same plant family but different species."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Exit ticket on a slip: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"Write the Sanskrit name and the principal aromatic compound of today's herb."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Restate the safety rule chorally. – Preview Day 3: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we meet a much less friendly tasting herb — neem."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843213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843213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Tulasī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Ocimum tenuiflorum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— known in English as holy basil, in Hindi as tulsi.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to identify it: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- Ovate (oval-pointed) leaf, about 2–5 cm long, with small jagged edges. - Square stem (a feature of the Lamiaceae family). - Strong, sharp, clove-like smell when you rub a leaf between your fingers.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2074218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What's inside: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main aromatic compound is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eugenol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also the principal aromatic in actual clove. The plant produces it as a chemical defence.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574280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Traditional uses: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Kitchen herb (tulsi tea, chutney), household plant, ingredient in some Ayurvedic cold-and-cough preparations.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3074343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don't say: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"Tulsi cures X." Folk use and preliminary evidence are not the same as clinical proof.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Find a tulsi plant — your own pot, a neighbour's, a temple's, a school garden. Sketch its leaf in your workbook from life (not from a picture). Write one identifying feature you observed in person.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Sweet basil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Ocimum basilicum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has the same genus as tulsi but different uses. What chemical does sweet basil contain that tulsi doesn't dominate in (Hint: linalool)? Why does Italian cuisine use sweet basil but not tulsi?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Just remember the leaf shape and the word "eugenol." Smell-recognition will come with repetition.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If a student tells the class that tulsi is worshipped in their home, acknowledge respectfully: "Yes — many homes treat the tulsi plant as sacred. We're studying it here as a plant with specific chemistry; both framings can coexist." – The clove-tulsi connection is the most memorable hook. Lean into it. – Some students will react strongly to the smell of crushed tulsi (it can be quite sharp). Don't put it under their nose — let them choose their distance.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General phytochemistry: eugenol as principal volatile in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Ocimum tenuiflorum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this is established botanical-chemistry textbook content, not a contested claim. No specific paper cited.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2026-05-25T08:52:26Z</dcterms:created>
  <dcterms:modified xsi:type="dcterms:W3CDTF">2026-05-25T08:52:26Z</dcterms:modified>
</cp:coreProperties>
</file>