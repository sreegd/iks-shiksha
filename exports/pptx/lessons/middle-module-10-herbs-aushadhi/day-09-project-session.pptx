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Session: Build the Herb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each pair has produced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draft form, each containing the eight required elements (see below). The cards are ready for finalising at home and presenting on Day 10.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Pre-cut A6 (or quarter-A4) cards — 6 per pair, plus 2 spares – Colour pencils, fine-tip markers, scale rulers – Reference: students' Day 2–8 worksheets (instruct them to bring these) – Project brief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printed and visible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printed and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project brief aloud (one student volunteers).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required elements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each card: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of the herb (leaf, root, or seed — whichever is most identifying)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IAST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/ common name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Botanical 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(italicised)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Lamiaceae, Apiaceae, Zingiberaceae)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identifying features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(smell, leaf shape, colour,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(curcumin, eugenol,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traditional use + one safety note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5397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one finished card example (you can use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pudīnā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card-template).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continuously. The teacher rotates and intervenes.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Pacing checkpoints — write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12 (out of 35):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six cards should have the sketch + Sanskrit + English name. (The fastest part.)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25: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six cards should have the active compound and one traditional 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35: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card should have the safety note + three identifying features.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pair lags at any checkpoint, intervene specifically — don't let them spend 15 minutes perfecting one card.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10296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interventions to watch for: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Cards copying directly from a worksheet without engagement → ask "what's the most interesting thing about this herb? Add that to the card." – Cards with no safety note → "what's the dose question for this herb?" Write the answer. – Cards with grand health claims ("turmeric cures arthritis") → push back: "what does the evidence actually say?" – Cards missing the family → look it up together on the board (Lamiaceae for tulsi+mint, Apiaceae for ajwain, Zingiberaceae for ginger+turmeric, Meliaceae for neem).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holds up one card they're proudest of. 10-second show + tell. – Collect cards in pair-folders for tomorrow. (Or have pairs take them home if they prefer to finalise overnight.) – Hand out the reflection slip — to complete tonight as homework: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 set out to learn, what I actually learned, and one question I still have."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build your 6-card herb deck.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card has eight things — sketch, Sanskrit name, English name, botanical name, family, three identifying features, active compound, and one traditional use + one safety note.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over completeness — but all six cards must be drafted by end of class.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what you've already drawn and noted across Days 2–7. Your worksheets are your raw material; the cards are the polished version.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any card you didn't complete in class. – Complete the reflection slip. – Bring all six cards + reflection slip + pencils to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7th card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 herb of your choice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aśvagandhā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brāhmī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triphalā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kariveppilai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(curry leaf),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dhānyaka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(coriander). Apply the same eight-element template.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4 cards (drop turmeric and ajwain if compressed) — but each must have all 8 elements. Quality over quantity.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a build session, not a teaching session. Resist the urge to lecture. Walk around. Ask questions. Point at gaps. – Common failure mode: pairs spend the first 15 min discussing what to draw and end up with one half-card. Set the timer visible. Push pace. – Common failure mode: one partner draws while the other watches. Reassign — partner A does 3 cards in pen, partner B does 3 cards in pen, then they swap and refine each other's.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brief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Rubric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2026-05-28T04:22:45Z</dcterms:created>
  <dcterms:modified xsi:type="dcterms:W3CDTF">2026-05-28T04:22:45Z</dcterms:modified>
</cp:coreProperties>
</file>