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 — Project Session: Build the Herb Deck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Auṣadhi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each pair has produced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six cards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draft form, each containing the eight required elements (see below). The cards are ready for finalising at home and presenting on Day 10.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295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Pre-cut A6 (or quarter-A4) cards — 6 per pair, plus 2 spares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pencils, fine-tip markers, scale rulers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students' Day 2–8 worksheets (instruct them to bring these)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brief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assessments/project-brief.md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printed and visible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assessments/rubric.md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printed and visible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project brief aloud (one student volunteers).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Restate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required elements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each card: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198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Sketch of the herb (leaf, root, or seed — whichever is most identifying)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Sanskrit name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IAST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/ common name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Botanical name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(italicised)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(e.g. Lamiaceae, Apiaceae, Zingiberaceae)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identifying features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(smell, leaf shape, colour, etc.)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compound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(curcumin, eugenol, etc.)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traditional use + one safety note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one finished card example (you can use yesterday's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pudīnā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card-template).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/ activity (35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 work continuously. The teacher rotates and intervenes.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Pacing checkpoints — write on the board: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/ activity (35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minute 12 (out of 35):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 six cards should have the sketch + Sanskrit + English name. (The fastest part.)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minute 25: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 six cards should have the active compound and one traditional use.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minute 35: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card should have the safety note + three identifying features.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/ activity (35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pair lags at any checkpoint, intervene specifically — don't let them spend 15 minutes perfecting one card.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/ activity (35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interventions to watch for: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1424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copying directly from a worksheet without engagement → ask "what's the most interesting thing about this herb? Add that to the card."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with no safety note → "what's the dose question for this herb?" Write the answer.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with grand health claims ("turmeric cures arthritis") → push back: "what does the evidence actually say?"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missing the family → look it up together on the board (Lamiaceae for tulsi+mint, Apiaceae for ajwain, Zingiberaceae for ginger+turmeric, Meliaceae for neem).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pair holds up one card they're proudest of. 10-second show + tell.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cards in pair-folders for tomorrow. (Or have pairs take them home if they prefer to finalise overnight.)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out the reflection slip — to complete tonight as homework: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754535"/>
            <a:ext cx="8331398" cy="611981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4876" y="1754535"/>
            <a:ext cx="0" cy="611981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051" y="194503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I set out to learn, what I actually learned, and one question I still have."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881187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1881187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Today: build your 6-card herb deck.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card has eight things — sketch, Sanskrit name, English name, botanical name, family, three identifying features, active compound, and one traditional use + one safety note.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843236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over completeness — but all six cards must be drafted by end of class.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112318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what you've already drawn and noted across Days 2–7. Your worksheets are your raw material; the cards are the polished version.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Finalise any card you didn't complete in class.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reflection slip.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all six cards + reflection slip + pencils to Day 10.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Make a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7th card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a herb of your choice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aśvagandhā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brāhmī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triphalā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kariveppilai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(curry leaf), or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dhānyaka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(coriander). Apply the same eight-element template.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Make 4 cards (drop turmeric and ajwain if compressed) — but each must have all 8 elements. Quality over quantity.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180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build session, not a teaching session. Resist the urge to lecture. Walk around. Ask questions. Point at gaps.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failure mode: pairs spend the first 15 min discussing what to draw and end up with one half-card. Set the timer visible. Push pace.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failure mode: one partner draws while the other watches. Reassign — partner A does 3 cards in pen, partner B does 3 cards in pen, then they swap and refine each other's.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63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brief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assessments/project-brief.md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assessments/rubric.md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2026-05-28T05:52:24Z</dcterms:created>
  <dcterms:modified xsi:type="dcterms:W3CDTF">2026-05-28T05:52:24Z</dcterms:modified>
</cp:coreProperties>
</file>