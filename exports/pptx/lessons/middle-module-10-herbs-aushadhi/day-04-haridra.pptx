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(Turmeric)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Curcuma longa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as a rhizome (not a root), name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its principal pigment and active compound, distinguish whole-spice culinary use from concentrated supplement use, and describe one well-supported and one over-claimed use.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91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turmeric rhizome (the orange-coloured fingerlike root-like piece) — ideally with a fresh piece cut to show the inside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bowl of turmeric powder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piece of white paper for the staining demo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piece of black pepper or a peppermill (for the curcumin-piperine pairing discussion)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Optional, for the demo: warm milk, a small saucepan, turmeric powder, a pinch of pepper, jaggery — to make a single demonstration "golden milk" (subject to school food policy)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haridrā; lit. "the yellow one")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turmeric plant.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Rhizome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underground horizontal stem (not a root). Distinguishes turmeric and ginger from carrot or beet.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polyphenol responsible for turmeric's yellow colour and most of its studied biological activity.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fresh turmeric rhizome. Slice a tiny piece — bright orange interior. Pass on a small plate so students can see.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"Hands up — who used turmeric in something you ate yesterday?"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(Almost everyone.)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"Hands up — who knows that the bright yellow colour is one specific molecule?"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(Almost nobody.)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today's hook: a single molecule is responsible for almost everything turmeric is famous for.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it — rhizome, not root.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Important distinction: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absorbs water and nutrients (carrot, beetroot).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rhizome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an underground stem that stores starch and produces new shoots (turmeric, ginger, ginger lily, bamboo).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Turmeric rhizomes are fingerlike, with skin that's pale brown to grey on the outside and bright orange on the inside.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plant above ground has long, broad green leaves — similar to ginger and to canna lily.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Powder vs whole.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Both forms are used: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rhizome: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sliced into curries, pickled, sometimes juiced.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Powdered (dried, ground):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everyday Indian kitchen form — added to dal, sabzi, curries.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colour?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Curcumin and related curcuminoids — diarylheptanoid polyphenols. The molecule absorbs blue light and reflects yellow-orange.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Staining demo (1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Dab a small amount of fresh turmeric on white paper. Permanent stain.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why turmeric on your shirt is a problem. Curcumin binds to fibres."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modern chemistry knows.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Real, well-supported: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Anti-inflammatory mechanism: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curcumin inhibits several inflammation-related signalling molecules in lab studies. Mechanism evidence is strong.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bioavailability: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here's the catch — curcumin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poorly absorbed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the human gut on its own. Most of what you eat passes through unabsorbed.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Piperine (black pepper) increases absorption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roughly 20×, by inhibiting a liver enzyme that breaks down curcumin. This is why traditional preparations often combine turmeric with pepper. The tradition figured out the absorption problem long before the molecule was named.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claimed vs what's solid.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Well-supported: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Turmeric is a safe culinary spice. It contributes to the colour and a mild flavour. Curcumin has anti-inflammatory activity in lab studies.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evidence: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Curcumin supplements for arthritis pain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clinical trials show modest benefit; others show no effect beyond placebo.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Overclaimed: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"Turmeric cures cancer." This is a marketing claim, not a clinical finding. Curcumin is being studied for various cancer-related effects in the lab, but jumping from "lab activity" to "cure" is exactly the leap we are training students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make.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use in Ayurveda.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kaṭu-tikta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(pungent-bitter) in taste,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(heating)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Used in formulations for skin conditions (external paste), wound healing (external paste), and digestive support (small culinary amounts). The bright pigment is also used at weddings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haldi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ceremony) — non-medicinal cultural use.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Golden-milk demonstration (or recipe-card if no cooking allowed)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4523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cooking is permitted: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47354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prepares a single demo cup: 200 ml warm milk + ¼ tsp turmeric powder + tiny pinch black pepper + jaggery to taste. Warm gently (do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boil).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drink in class.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 is the recipe, not the consumption.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Or, prepare a cooled small tasting cup and offer to those without dairy/curcumin/dietary concerns.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Golden-milk demonstration (or recipe-card if no cooking allowed)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4523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cooking is not permitted (or as a complement):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47354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writes out a recipe card: ingredients, quantities, why each is there.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Specifically: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pepper?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(bioavailability)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warm not hot?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(palatable; also avoids breakdown)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jaggery not white sugar?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(cultural preference; jaggery is unrefined cane sugar; no major chemistry difference for this purpose).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Golden-milk demonstration (or recipe-card if no cooking allowed)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452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way: 5 minutes of write-up on a reflection slip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you learn today about claims around turmeric? Pick the most surprising thing."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the safety rule. Add the turmeric-specific note: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turmeric supplements at multi-gram daily doses have caused liver issues in some individuals, particularly when combined with other supplements.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Culinary use in food is not the same as supplement use.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"Tomorrow, ginger — the kitchen rhizome that's also a key ingredient in many cold-and-flu home remedies."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turmeric in your home (powder, fresh, capsules, golden milk — anything). Note: where is it? What form? Has anyone in your family ever said "turmeric helps with X"? If yes, write the claim down — we'll look at it on Day 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Curcumin is fluorescent under UV light. Look up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other dietary pigment that fluoresces. Why might fluorescence and biological activity be related (hint: think about how light energy interacts with electronic structure)?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the rhizome shape and remembering the word "curcumin." Stain demo and bioavailability concept come back on Day 10's revision.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Stain risk in the classroom is real.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Cover desks. Have warm water + soap nearby. A fresh curcumin stain on cloth washes out before it sets; once it sets and gets sun, it sticks.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bioavailability + black pepper story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biggest "aha"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this module for many students. Their families may have known to use the two together without knowing why. Let students go home and ask.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let the "cancer cure" myth go unaddressed. It's everywhere on social media. Be specific: "lab activity ≠ clinical effect ≠ cure."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Curcumin chemistry and bioavailability with piperine: well-established in nutrition and ethnopharmacology textbooks. Modern reviews exist in journals such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Nutrients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Journal of Ethnopharmacology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 do not cite a specific paper because RAG verification wasn't available; teachers can search "curcumin piperine bioavailability review" in any indexing database.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Turmeric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Ayurveda — standard reference,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(chapter level only).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2026-05-28T05:51:44Z</dcterms:created>
  <dcterms:modified xsi:type="dcterms:W3CDTF">2026-05-28T05:51:44Z</dcterms:modified>
</cp:coreProperties>
</file>