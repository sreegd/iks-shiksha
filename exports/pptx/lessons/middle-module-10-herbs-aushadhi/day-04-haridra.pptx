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Haridrā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(Turmeric)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haridrā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Curcuma longa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as a rhizome (not a root), name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curcumin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its principal pigment and active compound, distinguish whole-spice culinary use from concentrated supplement use, and describe one well-supported and one over-claimed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Fresh turmeric rhizome (the orange-coloured fingerlike root-like piece) — ideally with a fresh piece cut to show the inside – A small bowl of turmeric powder – A piece of white paper for the staining demo – A small piece of black pepper or a peppermill (for the curcumin-piperine pairing discussion) – Optional, for the demo: warm milk, a small saucepan, turmeric powder, a pinch of pepper, jaggery — to make a single demonstration "golden milk" (subject to school food policy)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haridrā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haridrā; lit. "the yellow one")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Curcuma longa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turmeric plant.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Rhizome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 underground horizontal stem (not a root). Distinguishes turmeric and ginger from carrot or beet.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Curcumin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polyphenol responsible for turmeric's yellow colour and most of its studied biological activity.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the fresh turmeric rhizome. Slice a tiny piece — bright orange interior. Pass on a small plate so students can see.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"Hands up — who used turmeric in something you ate yesterday?"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(Almost everyone.)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"Hands up — who knows that the bright yellow colour is one specific molecule?"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(Almost nobody.)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today's hook: a single molecule is responsible for almost everything turmeric is famous for.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Golden-milk demonstration (or recipe-card if no cooking allowed)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4523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cooking is permitted: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Teacher prepares a single demo cup: 200 ml warm milk + ¼ tsp turmeric powder + tiny pinch black pepper + jaggery to taste. Warm gently (do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boil). – Don't drink in class.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is the recipe, not the consumption.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Or, prepare a cooled small tasting cup and offer to those without dairy/curcumin/dietary concerns.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6124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cooking is not permitted (or as a complement):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Each pair writes out a recipe card: ingredients, quantities, why each is there. – Specifically: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pepper?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(bioavailability)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warm not hot?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(palatable; also avoids breakdown)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jaggery not white sugar?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(cultural preference; jaggery is unrefined cane sugar; no major chemistry difference for this purpose).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7725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way: 5 minutes of write-up on a reflection slip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you learn today about claims around turmeric? Pick the most surprising thing."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the safety rule. Add the turmeric-specific 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turmeric supplements at multi-gram daily doses have caused liver issues in some individuals, particularly when combined with other supplements.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Culinary use in food is not the same as supplement use.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"Tomorrow, ginger — the kitchen rhizome that's also a key ingredient in many cold-and-flu home remedies."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34327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34327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Haridrā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Curcuma longa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— known in English as turmeric, in Hindi as haldi.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rhizome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 underground stem, not a root. Bright orange inside; pale brown outside.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Curcumin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polyphenol pigment. Same molecule that gives the yellow colour and most of the studied biological activity.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bioavailability problem and the pepper fix: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Curcumin is poorly absorbed by the gut on its own. - Black pepper (piperine) increases absorption by ~20×. - Traditional Indian cooking often pairs the two — the tradition got there empirically.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evidence summary: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Safe and useful as a culinary spice. - Strong lab evidence for anti-inflammatory mechanism.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clinical evidence for specific health claims;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evidence supports "cancer cure" claims.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357440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Ayurvedic classification: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kaṭu-tikta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(pungent-bitter) in taste,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(heating) in potency.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turmeric in your home (powder, fresh, capsules, golden milk — anything). Note: where is it? What form? Has anyone in your family ever said "turmeric helps with X"? If yes, write the claim down — we'll look at it on Day 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Curcumin is fluorescent under UV light. Look up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other dietary pigment that fluoresces. Why might fluorescence and biological activity be related (hint: think about how light energy interacts with electronic structure)?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identifying the rhizome shape and remembering the word "curcumin." Stain demo and bioavailability concept come back on Day 10's revision.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Stain risk in the classroom is real.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 desks. Have warm water + soap nearby. A fresh curcumin stain on cloth washes out before it sets; once it sets and gets sun, it sticks.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bioavailability + black pepper story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biggest "aha"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this module for many students. Their families may have known to use the two together without knowing why. Let students go home and ask. – Don't let the "cancer cure" myth go unaddressed. It's everywhere on social media. Be specific: "lab activity ≠ clinical effect ≠ cure."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Curcumin chemistry and bioavailability with piperine: well-established in nutrition and ethnopharmacology textbooks. Modern reviews exist in journals such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Ethnopharmacology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 do not cite a specific paper because RAG verification wasn't available; teachers can search "curcumin piperine bioavailability review" in any indexing database. – Turmeric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haridrā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Ayurveda — standard reference,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Caraka Saṁhitā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(chapter level only).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2026-05-25T16:30:09Z</dcterms:created>
  <dcterms:modified xsi:type="dcterms:W3CDTF">2026-05-25T16:30:09Z</dcterms:modified>
</cp:coreProperties>
</file>