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i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Nimba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(Neem)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can identify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nimba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Azadirachta indica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by leaf shape, describe its dominant taste as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(bitter), name azadirachtin as its principal active compound, and explain why concentrated neem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safe for ingestion at any age.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 few dried neem leaves in a sealed container (smelling only — no chewing) – A picture or — if you can — a neem twig with the characteristic compound leaf – A small bottle of neem oil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by the teacher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(do not pass to students) – A piece of neem-containing soap (commercial — most Indian general stores stock these) for the "what's it actually in" demonstration – 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nimba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nimba; lit. "the bitter one")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Azadirachta indica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neem tree.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tikta; lit. "bitter") — one of the six tastes in Ayurveda; neem is the canonical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azadirachtin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complex limonoid compound. The most-studied bioactive in neem; the molecule behind neem's use as an agricultural insect repellent.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check-in: who has seen a neem tree near their home, school, or daily route? Hands.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"Anyone here ever been told 'eat a neem leaf, it's good for you'? Did you?"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(Most who tried will say it tasted terrible.)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49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Bridge: today we explore why the body's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response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neem — "spit it out" — is actually telling us something useful.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Formative Quiz Part A + Compound-leaf sketch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5 min — Formative Quiz Part 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Hand out the 5-question slip. Pencils only. Collect at minute 5.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83209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10 min — Compound-leaf sketch.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Each student draws a neem compound leaf from observation (or from the photo if no live sample). Label the rachis (central stem), the leaflets, the serrate edges. – Below the drawing, label: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Sanskrit name: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nimba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Botanical name: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Azadirachta indica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Taste class: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(bitter)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compound: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azadirachtin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for ingestion in concentrated 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Restate safety rule + the neem-specific warning chorally. – Hand-back of Day 2 exit tickets if marked. – Preview Day 4: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the herb that turns everything gold."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074194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074194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Nimba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Azadirachta indica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— known in English as neem.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identify it: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A tree, not a small plant. -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 leaf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what looks like one "leaf" is actually made of 9–15 small leaflets arranged along a central stem. - Leaflets are narrow, slightly curved, with jagged edges. - Smell when crushed: bitter, slightly garlic-like.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inside: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Azadirachtin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 limonoid compound. The molecule behind neem's well-supported use as an agricultural insect repellent.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574280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 class in Ayurveda: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tikta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bitter. Bitter taste is the body's warning signal for many plant toxins.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3074343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External uses (soap, oil for plants, twig as toothbrush) — fine when used as labelled. -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Concentrated internal use — especially neem oil — is unsafe.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Documented cases of liver toxicity in children. - We do not chew, drink, or eat neem in this class.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Find a neem tree near your home or school. Sketch a leaf in your workbook from life. Note where the tree is and how many you saw on your walk.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up on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Margosa oil poisoning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literature (margosa is another name for neem oil). Find one case-report finding. Be ready to share next class.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identifying the compound-leaf shape. The chemistry (azadirachtin) can come on Day 6 once you've seen more herbs.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49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"don't chew the leaf" rule is critical. A few brave/curious students will try if leaves are accessible — keep the container sealed and store it where students can't reach during break. – The hepatotoxicity warning needs to land as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knowledge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vague caution. Use the word "liver" explicitly. Some students have grandparents who give them neem leaves "for blood purification" — the lesson is to be respectful and curious about the traditional use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being clear about the dose concern. – If a student asks "but if azadirachtin is dangerous, why have people used neem for centuries?" — the answer is: dilute external use and very small dietary use have a long history of being tolerated;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(oil, multi-leaf daily intake in adults, anything in children) is where the harm shows 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Azadirachta indica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azadirachtin as principal limonoid: standard ethnobotanical and pharmacognosy textbook content.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Neem oil hepatotoxicity: documented in published case reports in pediatric toxicology literature. We do not cite a specific paper here — teachers who want to deepen this should search "margosa oil hepatotoxicity case report" in PubMed.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2026-05-28T04:22:14Z</dcterms:created>
  <dcterms:modified xsi:type="dcterms:W3CDTF">2026-05-28T04:22:14Z</dcterms:modified>
</cp:coreProperties>
</file>