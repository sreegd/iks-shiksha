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leaf shape, describe its dominant taste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(bitter), name azadirachtin as its principal active compound, and explain why concentrated neem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safe for ingestion at any 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dried neem leaves in a sealed container (smelling only — no chewing)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or — if you can — a neem twig with the characteristic compound leaf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bottle of neem oil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by the teacher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(do not pass to students)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piece of neem-containing soap (commercial — most Indian general stores stock these) for the "what's it actually in" demonstration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nimba; lit. "the bitter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neem tree.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tikta; lit. "bitter") — one of the six tastes in Ayurveda; neem is the canonical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complex limonoid compound. The most-studied bioactive in neem; the molecule behind neem's use as an agricultural insect repellent.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check-in: who has seen a neem tree near their home, school, or daily route? Hands.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here ever been told 'eat a neem leaf, it's good for you'? Did you?"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(Most who tried will say it tasted terrible.)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Bridge: today we explore why the body's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response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neem — "spit it out" — is actually telling us something useful.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it.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Neem is a tree, not a small herb: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leaf: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a single blade, each "leaf" is made up of 9–15 small leaflets attached to a central stem. (Compare to tulsi yesterday — single simple leaves.)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Leaflet shape: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narrow, curved (sickle-shaped), with serrate (toothed) edges.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when crushed: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strong, slightly garlic-like, mostly bitter.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grows: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native to South Asia; widely planted along streets, in temple compounds, and as a shade tree.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Pass the sealed container around for smell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we do not chew the leaf.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96780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Neem is the textbook example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 taste) in Ayurveda. The bitter taste comes from a class of compounds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limonoids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most-studied of which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Bitter taste is the body's warning signal — many plant toxins are bitter, and the bitter receptors evolved to make us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cautious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about new plants.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azadirachtin does.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real: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Insecticidal/insect repellent: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azadirachtin disrupts insect moulting hormones. Hence neem oil is widely sold as an agricultural insect repellent — and that use is well-supported.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Antimicrobial effects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lab/petri-dish level.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uses: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twigs as natural toothbrushes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dātun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neem-leaf paste on skin in some folk traditions, neem-based soaps and shampoos. These external/dilute uses are different from internal use.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warning — direct.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Neem is hepatotoxic at high doses.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Concentrated neem (especially neem oil ingested) has documented cases of acute liver injury, particularly in children. Neem oil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eating, drinking, or putting in anyone's mouth.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real, documented safety concern in case-report literature. Neem leaf in small amounts (a few leaves brewed as a bitter tea in some traditions) is generally tolerated by adults — but 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we are teaching here, and self-prescription is not appropriate.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it in, that we DO use?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Neem-based soap, shampoo, toothpaste — fine for external use as marketed.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Neem oil for plants — used as agricultural pest control. Read the label.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Neem twigs as toothbrushes — a long-standing dental tradition with modern dentistry's mixed view (some plaque-reducing benefit; abrasive enamel concern if used too often).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 + Compound-leaf 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5 min — Formative Quiz Part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Hand out the 5-question slip. Pencils only. Collect at minute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 + Compound-leaf sketch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114523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10 min — Compound-leaf sketch.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47354"/>
            <a:ext cx="8102798" cy="1950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draws a neem compound leaf from observation (or from the photo if no live sample). Label the rachis (central stem), the leaflets, the serrate edges.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drawing, label: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Botanical name: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class: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azadirachtin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ingestion in concentrated form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Restate safety rule + the neem-specific warning chorally.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Hand-back of Day 2 exit tickets if marked.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herb that turns everything gold."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neem tree near your home or school. Sketch a leaf in your workbook from life. Note where the tree is and how many you saw on your walk.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up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Margosa oil poisoning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literature (margosa is another name for neem oil). Find one case-report finding. Be ready to share next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the compound-leaf shape. The chemistry (azadirachtin) can come on Day 6 once you've seen more herbs.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"don't chew the leaf" rule is critical. A few brave/curious students will try if leaves are accessible — keep the container sealed and store it where students can't reach during break.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hepatotoxicity warning needs to land 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knowledge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vague caution. Use the word "liver" explicitly. Some students have grandparents who give them neem leaves "for blood purification" — the lesson is to be respectful and curious about the traditional use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being clear about the dose concern.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asks "but if azadirachtin is dangerous, why have people used neem for centuries?" — the answer is: dilute external use and very small dietary use have a long history of being tolerated;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(oil, multi-leaf daily intake in adults, anything in children) is where the harm shows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azadirachtin as principal limonoid: standard ethnobotanical and pharmacognosy textbook content.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Neem oil hepatotoxicity: documented in published case reports in pediatric toxicology literature. We do not cite a specific paper here — teachers who want to deepen this should search "margosa oil hepatotoxicity case report" in PubMed.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2026-05-28T05:51:35Z</dcterms:created>
  <dcterms:modified xsi:type="dcterms:W3CDTF">2026-05-28T05:51:35Z</dcterms:modified>
</cp:coreProperties>
</file>