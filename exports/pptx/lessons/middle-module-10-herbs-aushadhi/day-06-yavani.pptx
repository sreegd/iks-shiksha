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(Ajwain / Carom)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seed appearance and crushed-seed smell,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principal volatile, and describe one common culinary use linked to traditional digestive support.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Small jar of whole ajwain seeds (one per pair, plus one display jar) – Pestle and mortar (if available) – A few sprigs of fresh ajwain leaf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ajwain ka patta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sometimes called Indian borage / Cuban oregano — different plant but commonly confused; clarify if you bring it) – Optional: dried thyme (the European cousin chemistry-wise) for the smell-bridge – Small bowl of warm water + a teaspoon of ajwain for the demo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yavānī; lit. "barley-like") — the Ayurvedic name for ajwain. Also called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ajavāyana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some texts.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volatile aromatic in ajwain seed. Same compound dominates thyme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Thymus vulgaris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jar of ajwain seeds. Pour a small amount into a tray.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these look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(Tiny, oval, brown-grey, ribbed.)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smell?"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(Sharp, warm, oregano-like / thyme-like.)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small pile to each pair. They crush a few seeds with the back of a spoon (no chewing yet) and sniff. The smell intensifies dramatically when crushed — release of volatile thymol.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Ajwain-water demo + Compare to thyme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places 1 tsp ajwain in a clear glass. Pours 200 ml hot (not boiling) water over it. Covers with a saucer. – Pass around the glass — observe the seeds float, the water gain colour, the smell rise. – 5 minutes later, uncover. The aroma is now intense. – This is the home remedy: strain and drink warm (for the demo, don't drink — just observe).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to thyme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Pass around dried thyme. Crush a small amount, smell. – The two herbs are unrelated botanically (different families) but share the same dominant volatile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a beautiful example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different plants evolving the same compound because it serves a similar purpose for the plant (defence against microbes and herbivores).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62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On a slip: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today's herb in Sanskrit, its main compound, and one common Indian dish you've eaten it in."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essential-oil warning ("the whole seed in food is fine; the essential oil is concentrated and not for school-age ingestion").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mint. The cooling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8433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8433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ajwain or carom seed.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annual herb in the same family as coriander, cumin, and fennel (Apiaceae). The "seeds" you buy are technically tiny fruits.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Oval, ridged, greyish-brown, about 2 mm long. Strong thyme-like smell — much stronger when crushed.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Thymol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phenolic monoterpenoid. Same dominant compound as European thyme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chemistry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unrelated plants.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Tempered into hot oil for parathas, savoury snacks. Ajwain water (steeped seeds in warm water) is a common Indian household remedy for indigestion.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34342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evidence: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Mechanism for carminative (anti-gas) action is well established. Clinical evidence for general indigestion is positive but small.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oils are concentrated and not safe for ingestion in school-age use.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40744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frame: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kaṭu-tikta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(pungent-bitter),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(heating). Balances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via digestive stimulation.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8919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ajwain in your kitchen. Smell it. Then ask one adult: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put ajwain in, and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down their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find one other example of two unrelated plant families producing the same compound (e.g. cinnamaldehyde in cinnamon and in some flowers; geraniol in geranium, lemongrass, rose). Sketch the molecular structure of thymol if you 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ajwain seeds by smell and naming the compound "thymol."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crushed-seed smell intensification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most memorable hands-on of the day. Make sure every student gets to crush their own seeds. The "oh wow" reaction is the lesson. – The Indian-borage / ajwain-leaf confusion is real and you'll get questions. Acknowledge — "the leaf you find in shops is from a different plant that smells similar" — but don't make the module about taxonomy. – The ajwain-water demo is one of the safer cooking-adjacent demos. Even so: don't have students drink from a shared glass. Demonstrate; don't distribute.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Thymol as principal volatile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standard ethnopharmacology / phytochemistry reference. – Carminative mechanism of thymol: well-established at lab level; clinical evidence reviewed in standard ethnopharmacology journals. No specific paper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996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nighantu references; chapter-level only.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2026-05-28T04:22:30Z</dcterms:created>
  <dcterms:modified xsi:type="dcterms:W3CDTF">2026-05-28T04:22:30Z</dcterms:modified>
</cp:coreProperties>
</file>