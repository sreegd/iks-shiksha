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The Doṣa Lens: Heating and Cooling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sort all six module herbs into heating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cooling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categories, explain the Ayurvedic concept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one sentence, link this classification to specific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imbalances from Module 4, and identify one example where the traditional classification matches a measurable modern pharmacological effect.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6-card set with each herb (one per pair); these can be drafts of the project deck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with two columns: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|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(cooling)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Day 4–7 worksheets students completed, so they have their own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vīrya; lit. "potency, energy") — in Ayurveda, the heating or cooling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 substance, distinct from its taste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its post-digestive effect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At Middle band we use only the heating/cooling axis.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uṣṇa; lit. "hot, heating") — the heating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śīta; lit. "cold, cooling") — the cooling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herb did you smell or eat at home since our last class?"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students share for 30 sec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day's hook: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"From what you remember about each herb — which feels 'warming' when you eat it? Which feels 'cooling'?"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 few intuitions, write them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cooling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potency of a substance, measured by its effect on the body.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one of four properties Ayurveda uses to classify any food or herb: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taste (sweet, sour, salty, pungent, bitter, astringent)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heating or cooling potency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post-digestive effect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prabhāva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special, idiosyncratic action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Middle band, we focus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full fourfold framework comes back at Senior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six herbs.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the two-column table on the board, asking students to predict before you confirm: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(heating)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(cooling).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eugenol, warming aromatic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menthol, TRPM8 cooling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turmeric, mild warming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ginger, strongly warming (TRPV1)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ajwain, warming digestive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neem (slightly contested — see below)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contested case: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(neem) is classified as bitter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(cooling) in classical Ayurveda — even though it's a bitter herb without an obviously cooling sensation. Why? Because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model, bitterness reduces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"fire" doṣa) — and a substance that reduces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by definition cooling in the system. Bring this up explicitly to show students that the Ayurvedic categories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always sensory.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heating/cooling matter?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Link back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(refresh briefly if Module 4 hasn't been taught):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(motion, air-and-space) — generally treated with warming, moistening, grounding foods/herbs. Cold and dry aggravate vāta.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(transformation, fire-and-water) — treated with cooling, mild foods. Heat and pungency aggravate pitta.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(structure, water-and-earth) — treated with warming, light, drying foods. Cold and heavy aggravate kapha.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Ginger + ajwain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useful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imbalances (warming, stimulating).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useful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imbalances (cooling).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Tulsi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balanced for vāta/kapha (warming, but not as strongly as ginger).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mildly heating but broadly used because of its antimicrobial profile.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useful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imbalances (its bitterness reduces both, in the framework's logic).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match between tradition and modern pharmacology.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the most important slide of the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Herb · Tradition says · Modern says.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(mint)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cooling · Menthol activates TRPM8 → "cool" signal to brain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(ginger)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heating · Gingerol activates TRPV1 → "warm" signal to brain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981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classifications were made by careful observers — millennia apart, using completely different methods. They agree because they were both tracking a real biological effect.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— paraphrase of the 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(Ṛgveda 10.97). Read aloud once: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1120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1120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 herbs, born before the gods, brown and bright, born of past ages — may you who carry many forms protect the one who calls on you."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9575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paraphrase of the opening of Ṛgveda 10.97,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Comment: the hymn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3000+ years old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plants are addressed as agents — like persons. Whether or not you take that literally, notice what it does: it treats the plant as something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attention to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framework is built on millennia of paying that kind of attention.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by vīrya (see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activities/activity-02-sort-by-virya.md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833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receive a set of 12 cards: the 6 module herbs + 6 other common kitchen items (rice, ghee, lemon, ice cream, chilli, coriander seed). They sort into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sure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defend their reasoning.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860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min: each pair shares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uncertain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card and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safety rule.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project deck instructions for Day 9. Show the rubric on the board. Walk through one card's expected content.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build your six-card herb deck. Bring your sketches, your notes, your colour pencils."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72665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72665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Vīrya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heating or cooling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potency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a substance in Ayurveda.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tulsi, turmeric, ginger, ajwain.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Cooling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mint. Neem too — though in a functional, not sensory, way.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this matter?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 herbs balance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imbalances (cold-related, sluggish conditions).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Cooling herbs balance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imbalances (heat-related, inflammatory conditions).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beautiful matches between tradition and modern science: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menthol activates TRPM8, the same skin receptor that fires when you actually feel cold.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1886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gingerol activates TRPV1, the same skin receptor that fires when you actually feel heat.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4577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classifications were made by careful observers, millennia apart, using completely different methods. They agree because they were tracking a real biological effect.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95778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"O herbs, born before the gods, brown and bright, born of past ages — may you who carry many forms protect the one who calls on you." &gt; — paraphrase of the opening of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(Ṛgveda 10.97)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6301" y="477529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Finalise your project pair. Decide which 2 herbs you'll each draft cards for first (you'll do 3 each). Bring everything tomorrow.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answer for the next class: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most surprising thing you've learned about herbs in the past week?"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full Ayurvedic fourfold framework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rasa-vīrya-vipāka-prabhāva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Look up what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and find one example where a herb's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vipāka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differs from its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heating/cooling sort.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connection comes back in summative review.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9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TRPM8/TRPV1 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convergence is the cleanest "tradition and modern science describe the same biological reality" moment in the module. Lean into it. Don't oversell ("Ayurveda discovered TRP channels first" — no, they didn't, that's a different question) — but don't undersell either.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neem-is-cooling-because-bitter point will surprise students. Use it to discuss what "potency" means in a functional framework vs a sensory one.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Auṣadhi-sūkta paraphrase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translation. Don't pass it off as a quote. Be explicit: this is a paraphrase of the opening of Ṛgveda 10.97. Teachers who want a published translation should consult Griffith (1896) or Jamison &amp; Brereton (2014).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Ṛgveda 10.97 — referenced and paraphrased. Public-domain Vedic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one of four properties of substances. Chapter-level reference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TRPM8 / TRPV1 work — established neuroscience. 2021 Nobel Prize in Physiology or Medicine to David Julius and Ardem Patapoutian.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2026-05-28T05:52:18Z</dcterms:created>
  <dcterms:modified xsi:type="dcterms:W3CDTF">2026-05-28T05:52:18Z</dcterms:modified>
</cp:coreProperties>
</file>