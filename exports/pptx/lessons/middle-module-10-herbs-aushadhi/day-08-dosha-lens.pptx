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The Doṣa Lens: Heating and Cooling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can sort all six module herbs into heating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cooling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categories, explain the Ayurvedic concept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vīrya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one sentence, link this classification to specific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imbalances from Module 4, and identify one example where the traditional classification matches a measurable modern pharmacological effect.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printed 6-card set with each herb (one per pair); these can be drafts of the project deck – Whiteboard with two columns: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(heating) |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(cooling) – Sticky notes – Optional: Day 4–7 worksheets students completed, so they have their own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vīrya; lit. "potency, energy") — in Ayurveda, the heating or cooling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substance, distinct from its taste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its post-digestive effect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vipāka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At Middle band we use only the heating/cooling axis.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uṣṇa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uṣṇa; lit. "hot, heating") — the heating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śīta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śīta; lit. "cold, cooling") — the cooling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herb did you smell or eat at home since our last class?"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Two students share for 30 sec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day's hook: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what you remember about each herb — which feels 'warming' when you eat it? Which feels 'cooling'?"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 few intuitions, write them on the board.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Sort by vīrya (see 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activities/activity-02-sort-by-virya.md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118333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receive a set of 12 cards: the 6 module herbs + 6 other common kitchen items (rice, ghee, lemon, ice cream, chilli, coriander seed). They sort into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sure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defend their reasoning.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6860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 min: each pair shares their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uncertain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card and why.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Restate safety rule. – Hand out the project deck instructions for Day 9. Show the rubric on the board. Walk through one card's expected content. – Preview Day 9: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you build your six-card herb deck. Bring your sketches, your notes, your colour pencils."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34327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34327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Vīrya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the heating or cooling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potency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a substance in Ayurveda.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Heating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uṣṇa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tulsi, turmeric, ginger, ajwain.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Cooling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śīta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mint. Neem too — though in a functional, not sensory, way.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matter?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Heating herbs balance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imbalances (cold-related, sluggish conditions). - Cooling herbs balance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imbalances (heat-related, inflammatory conditions).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beautiful matches between tradition and modern science: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Pudīnā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śīta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menthol activates TRPM8, the same skin receptor that fires when you actually feel cold.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Adraka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uṣṇa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gingerol activates TRPV1, the same skin receptor that fires when you actually feel heat.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307434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classifications were made by careful observers, millennia apart, using completely different methods. They agree because they were tracking a real biological effect.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357440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"O herbs, born before the gods, brown and bright, born of past ages — may you who carry many forms protect the one who calls on you." &gt; — paraphrase of the opening of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Auṣadhi-sūkta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(Ṛgveda 10.97)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Finalise your project pair. Decide which 2 herbs you'll each draft cards for first (you'll do 3 each). Bring everything tomorrow. – One sentence answer for the next class: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most surprising thing you've learned about herbs in the past week?"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full Ayurvedic fourfold framework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rasa-vīrya-vipāka-prabhāva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Look up what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vipāka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means and find one example where a herb's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vipāka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differs from its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the heating/cooling sort.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connection comes back in summative review.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TRPM8/TRPV1 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convergence is the cleanest "tradition and modern science describe the same biological reality" moment in the module. Lean into it. Don't oversell ("Ayurveda discovered TRP channels first" — no, they didn't, that's a different question) — but don't undersell either. – The neem-is-cooling-because-bitter point will surprise students. Use it to discuss what "potency" means in a functional framework vs a sensory one. – The Auṣadhi-sūkta paraphrase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translation. Don't pass it off as a quote. Be explicit: this is a paraphrase of the opening of Ṛgveda 10.97. Teachers who want a published translation should consult Griffith (1896) or Jamison &amp; Brereton (2014).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Auṣadhi-sūkta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Ṛgveda 10.97 — referenced and paraphrased. Public-domain Vedic source.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Caraka Saṁhitā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one of four properties of substances. Chapter-level reference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981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TRPM8 / TRPV1 work — established neuroscience. 2021 Nobel Prize in Physiology or Medicine to David Julius and Ardem Patapoutian.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2026-05-25T16:30:35Z</dcterms:created>
  <dcterms:modified xsi:type="dcterms:W3CDTF">2026-05-25T16:30:35Z</dcterms:modified>
</cp:coreProperties>
</file>