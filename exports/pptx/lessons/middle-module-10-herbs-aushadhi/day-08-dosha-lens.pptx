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8 — The Doṣa Lens: Heating and Cooling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Auṣadhi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students can sort all six module herbs into heating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uṣṇa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and cooling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śīta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categories, explain the Ayurvedic concept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vīrya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one sentence, link this classification to specific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doṣa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imbalances from Module 4, and identify one example where the traditional classification matches a measurable modern pharmacological effect.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A printed 6-card set with each herb (one per pair); these can be drafts of the project deck – Whiteboard with two columns: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uṣṇa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(heating) |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śīta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(cooling) – Sticky notes – Optional: Day 4–7 worksheets students completed, so they have their own data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75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vīrya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(IAST: vīrya; lit. "potency, energy") — in Ayurveda, the heating or cooling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potency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of a substance, distinct from its taste (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rasa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and its post-digestive effect (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vipāka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). At Middle band we use only the heating/cooling axis.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uṣṇa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(IAST: uṣṇa; lit. "hot, heating") — the heating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vīrya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śīta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(IAST: śīta; lit. "cold, cooling") — the cooling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vīrya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Daily prompt: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"Which herb did you smell or eat at home since our last class?"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Two students share for 30 sec each.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60413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Now the day's hook: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"From what you remember about each herb — which feels 'warming' when you eat it? Which feels 'cooling'?"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Take a few intuitions, write them on the board.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586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(15 min) — Sort by vīrya (see </a:t>
            </a:r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activities/activity-02-sort-by-virya.md</a:t>
            </a:r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118333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Pairs receive a set of 12 cards: the 6 module herbs + 6 other common kitchen items (rice, ghee, lemon, ice cream, chilli, coriander seed). They sort into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uṣṇa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śīta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sure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 defend their reasoning.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68607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Last 3 min: each pair shares their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 uncertain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card and why.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Restate safety rule. – Hand out the project deck instructions for Day 9. Show the rubric on the board. Walk through one card's expected content. – Preview Day 9: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"Tomorrow you build your six-card herb deck. Bring your sketches, your notes, your colour pencils."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3343275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3343275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Vīrya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is the heating or cooling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potency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 a substance in Ayurveda.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*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Heating (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uṣṇa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 — tulsi, turmeric, ginger, ajwain.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Cooling (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śīta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 — mint. Neem too — though in a functional, not sensory, way.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*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1843236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does this matter?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- Heating herbs balance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vāta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and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kapha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imbalances (cold-related, sluggish conditions). - Cooling herbs balance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pitta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imbalances (heat-related, inflammatory conditions).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2343299"/>
            <a:ext cx="7973389" cy="692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beautiful matches between tradition and modern science: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-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Pudīnā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is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śīta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menthol activates TRPM8, the same skin receptor that fires when you actually feel cold. -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Adraka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is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uṣṇa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gingerol activates TRPV1, the same skin receptor that fires when you actually feel heat.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92051" y="3074343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Both classifications were made by careful observers, millennia apart, using completely different methods. They agree because they were tracking a real biological effect.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92051" y="3574405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&gt; "O herbs, born before the gods, brown and bright, born of past ages — may you who carry many forms protect the one who calls on you." &gt; — paraphrase of the opening of the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Auṣadhi-sūkta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(Ṛgveda 10.97)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Finalise your project pair. Decide which 2 herbs you'll each draft cards for first (you'll do 3 each). Bring everything tomorrow. – One sentence answer for the next class: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"What is the most surprising thing you've learned about herbs in the past week?"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 full Ayurvedic fourfold framework is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rasa-vīrya-vipāka-prabhāva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Look up what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vipāka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means and find one example where a herb's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vipāka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differs from its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rasa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Focus on the heating/cooling sort.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doṣa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connection comes back in summative review.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1279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The TRPM8/TRPV1 ↔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śīta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uṣṇa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convergence is the cleanest "tradition and modern science describe the same biological reality" moment in the module. Lean into it. Don't oversell ("Ayurveda discovered TRP channels first" — no, they didn't, that's a different question) — but don't undersell either. – The neem-is-cooling-because-bitter point will surprise students. Use it to discuss what "potency" means in a functional framework vs a sensory one. – The Auṣadhi-sūkta paraphrase is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 translation. Don't pass it off as a quote. Be explicit: this is a paraphrase of the opening of Ṛgveda 10.97. Teachers who want a published translation should consult Griffith (1896) or Jamison &amp; Brereton (2014).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Auṣadhi-sūkta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Ṛgveda 10.97 — referenced and paraphrased. Public-domain Vedic source.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Caraka Saṁhitā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vīrya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as one of four properties of substances. Chapter-level reference to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Sūtrasthāna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49810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TRPM8 / TRPV1 work — established neuroscience. 2021 Nobel Prize in Physiology or Medicine to David Julius and Ardem Patapoutian.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2026-05-28T04:22:41Z</dcterms:created>
  <dcterms:modified xsi:type="dcterms:W3CDTF">2026-05-28T04:22:41Z</dcterms:modified>
</cp:coreProperties>
</file>