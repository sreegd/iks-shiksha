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Showcase + Summative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present their herb deck to the class (2 minutes per pair), complete the summative quiz (20 min, 25 marks), and consolidate the module's safety message and tradition-meets-science framing.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95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pairs' completed decks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copies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for in-the-moment marking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the safety rule one last time, chorally.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housekeeping: pairs sit together, decks in front of them, name and roll number on a slip clipped to the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quiz papers. Pencils only. Closed 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timing: 20 minutes.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at minute 20.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presentations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minutes per pair (10 pairs ≈ full class; if more, adjust to 1:30 each).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picks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their deck to present in detail. The other five are passed around or laid out for inspection.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rubrics in real-time. Don't try to mark after class — the energy fades.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after each presentation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one classmate's question, one pair's answer. Move 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decks for archiving (or return to pairs if they want them home — they earned them).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closing reflection — go around the room, each student in 5 words: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stays with you?"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"Three things to remember from this module: food amounts are safe; tradition and science can describe the same biological reality; ask 'how much' before you ask anything else about an herb."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showcase + quiz.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Closed-book quiz, 20 min, 25 marks.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 your favourite card from the deck for 2 minutes. Be ready for one quick question.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Leave with: the safety rule in your head, your deck in your hand, one fact you didn't know two weeks ago.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Volunteers can present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minutes by request, presenting two cards — one of the six standard and one bonus card they made.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who freezes can have their pair-partner present while they hold up the card. Don't make this a failure mode.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 on the rubric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the pair presents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after. Trust your first read.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quiz takes longer than 20 minutes for the slowest students, extend by 5 max. Don't let it eat into presentations.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question at the end ("what stays with you?") is the most honest indicator of what landed. Note it down if you can — useful for adjusting Year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brief: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2026-05-28T05:52:28Z</dcterms:created>
  <dcterms:modified xsi:type="dcterms:W3CDTF">2026-05-28T05:52:28Z</dcterms:modified>
</cp:coreProperties>
</file>