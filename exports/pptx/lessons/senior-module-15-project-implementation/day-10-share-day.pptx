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to peers + parents; complete self-assessment.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share 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project (5 minutes including Q&amp;A). Audience: peers, optionally parents, optionally other teachers.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Brief: what + why + how + what-I-learned. Show the artefact. Take 1-2 questions.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role.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peer takes one note per project (1 sticky note, one observation or compliment). At the end, sticky notes go to each presenter.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 + teacher assessment.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After the share, each student completes their final self-assessment on the rubric. The teacher fills the corresponding teacher-assessment. Within a week, the two are compared in a 1-1 conversation.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Whole-class reflection: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"Looking back across all 15 modules — Modules 1-14 of curriculum, Module 15 of project — what's ONE thing that will stay with you?"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says one sentence.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6232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Brief teacher comment + final round of applause. The IKS curriculum is complete.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Share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2026-05-28T04:37:49Z</dcterms:created>
  <dcterms:modified xsi:type="dcterms:W3CDTF">2026-05-28T04:37:49Z</dcterms:modified>
</cp:coreProperties>
</file>