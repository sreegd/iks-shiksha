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10 — Project Share Day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Project Implementation — Capstone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present project to peers + parents; complete self-assessment.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anvayana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anvayana; lit. "integration / following-through; capstone synthesis")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share day.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student presents their project (5 minutes including Q&amp;A). Audience: peers, optionally parents, optionally other teachers.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Brief: what + why + how + what-I-learned. Show the artefact. Take 1-2 questions.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856036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Audience role.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peer takes one note per project (1 sticky note, one observation or compliment). At the end, sticky notes go to each presenter.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445097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 + teacher assessment.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After the share, each student completes their final self-assessment on the rubric. The teacher fills the corresponding teacher-assessment. Within a week, the two are compared in a 1-1 conversation.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3034159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close (5 min).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Whole-class reflection: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"Looking back across all 15 modules — Modules 1-14 of curriculum, Module 15 of project — what's ONE thing that will stay with you?"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student says one sentence.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901" y="3623221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Curriculum close.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Brief teacher comment + final round of applause. The IKS curriculum is complete.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Mid-Project Critique Circle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Project Share 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2026-05-25T16:45:42Z</dcterms:created>
  <dcterms:modified xsi:type="dcterms:W3CDTF">2026-05-25T16:45:42Z</dcterms:modified>
</cp:coreProperties>
</file>