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380851"/>
            <a:ext cx="8498026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5D1D2E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Day 10 — Project Share Day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06301" y="89639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Module: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Project Implementation — Capstone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Band: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Senior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Time: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45 min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Learning objective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By the end of this lesson, students will: present project to peers + parents; complete self-assessment.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Materials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7694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Whiteboard / chart paper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Notebook, pen per student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(See lesson-plan.md for any day-specific materials)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Vocabulary introduced today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anvayana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(IAST: anvayana; lit. "integration / following-through; capstone synthesis")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Lesson flow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Warm-up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5256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Daily check-in: one-sentence response to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"What's one thing you remember about yesterday's lesson?"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Hook: introduce a phenomenon or question that motivates today's concept.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Core (20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4875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Project share day.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Each student presents their project (5 minutes including Q&amp;A). Audience: peers, optionally parents, optionally other teachers.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472654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Format.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Brief: what + why + how + what-I-learned. Show the artefact. Take 1-2 questions.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Core (20 min) (cont.)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4875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Audience role.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Each peer takes one note per project (1 sticky note, one observation or compliment). At the end, sticky notes go to each presenter.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472654"/>
            <a:ext cx="8102798" cy="4875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Self + teacher assessment.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After the share, each student completes their final self-assessment on the rubric. The teacher fills the corresponding teacher-assessment. Within a week, the two are compared in a 1-1 conversation.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Core (20 min) (cont.)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4875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Module close (5 min).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Whole-class reflection: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"Looking back across all 15 modules — Modules 1-14 of curriculum, Module 15 of project — what's ONE thing that will stay with you?"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Each student says one sentence.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472654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Curriculum close.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Brief teacher comment + final round of applause. The IKS curriculum is complete.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(15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360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scaled version of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Mid-Project Critique Circle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(see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activities/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). Today's slice: focus on the part of the activity that reinforces Project Share Day.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Wrap-up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5256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One-sentence exit ticket: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"What's one thing you learned today?"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Preview tomorrow.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Homework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227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(See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homework.md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for today's task.)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Differentiation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5256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Extension: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offer one open question or extra problem for fast finishers.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Support: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pair students who need scaffolds; offer partial outlines.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Teacher notes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7313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Citations: at least one quoted verse with citation per module. Day 1 already includes one if applicable; you may add more.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Connect to prior modules where natural (especially Module 2 pañcabhūta).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 — Senior</dc:title>
  <dc:subject>PptxGenJS Presentation</dc:subject>
  <dc:creator>IKS Curriculum</dc:creator>
  <cp:lastModifiedBy>IKS Curriculum</cp:lastModifiedBy>
  <cp:revision>1</cp:revision>
  <dcterms:created xsi:type="dcterms:W3CDTF">2026-05-28T06:12:12Z</dcterms:created>
  <dcterms:modified xsi:type="dcterms:W3CDTF">2026-05-28T06:12:12Z</dcterms:modified>
</cp:coreProperties>
</file>