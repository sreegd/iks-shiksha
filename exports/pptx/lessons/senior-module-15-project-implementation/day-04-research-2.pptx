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Research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continue research; sketch initial design.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Continued research.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Today's focus: sketches + design.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design-thinking 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will this LOOK like when it's done?"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Draw it. Even a rough sketch helps you find missing pieces.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Revisit yesterday's notes. Are there gaps? Look up one more source if needed.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30 minutes of sketching + planning the build.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Pair-feedback.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discuss design.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strongest part of your design? What's still unclear?"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Research —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2026-05-28T06:11:38Z</dcterms:created>
  <dcterms:modified xsi:type="dcterms:W3CDTF">2026-05-28T06:11:38Z</dcterms:modified>
</cp:coreProperties>
</file>