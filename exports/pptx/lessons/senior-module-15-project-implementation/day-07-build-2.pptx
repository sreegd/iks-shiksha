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Build / Make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continue building; daily journal entry.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/ Make —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2026-05-25T09:33:45Z</dcterms:created>
  <dcterms:modified xsi:type="dcterms:W3CDTF">2026-05-25T09:33:45Z</dcterms:modified>
</cp:coreProperties>
</file>