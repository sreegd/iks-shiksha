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Build / Make — Day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continue building; daily journal entry.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Continue building.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completing the major deliverable.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Journal entry today: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progress? What's slowed me down? What do I still need to do tomorrow?"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5035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Mid-build review.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Teacher checks each student's progress. Flags students who may need help in time-management or scope.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scope adjustment.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If you realise you can't finish in time, narrow the scope NOW (not on Day 9). Better to do less, well, than more, poorly.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work-time.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40 minutes. Quiet, focused.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Build / Make — Day 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2026-05-28T06:11:55Z</dcterms:created>
  <dcterms:modified xsi:type="dcterms:W3CDTF">2026-05-28T06:11:55Z</dcterms:modified>
</cp:coreProperties>
</file>