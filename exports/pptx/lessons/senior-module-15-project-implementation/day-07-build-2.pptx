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Build / Make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building; daily journal entry.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 building.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completing the major deliverable.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entry today: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progress? What's slowed me down? What do I still need to do tomorrow?"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Mid-build 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checks each student's progress. Flags students who may need help in time-management or scope.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scope adjustment.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If you realise you can't finish in time, narrow the scope NOW (not on Day 9). Better to do less, well, than more, poorly.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8284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minutes. Quiet, focused.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/ Make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2026-05-28T04:37:36Z</dcterms:created>
  <dcterms:modified xsi:type="dcterms:W3CDTF">2026-05-28T04:37:36Z</dcterms:modified>
</cp:coreProperties>
</file>