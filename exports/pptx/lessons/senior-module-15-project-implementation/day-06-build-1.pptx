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start building the artefact (model, poster, deck, garden plot).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phase begins.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Materials should be ready (announced last week). If not, today is also a "gather materials"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Project-specific guidance per option.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Magic-square art → grid + colours + calligraphy.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Herb deck → photographs / drawings + card layout + lamination.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sequence → flow design + safety check + pose drawings.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 audit → measurement instruments + spreadsheet.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so 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journal.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Today's entry: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did I build today? What worked? What didn't?"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minutes of focused making.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End-of-day share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students share progress.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2026-05-28T06:11:50Z</dcterms:created>
  <dcterms:modified xsi:type="dcterms:W3CDTF">2026-05-28T06:11:50Z</dcterms:modified>
</cp:coreProperties>
</file>