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Build / Make — Day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start building the artefact (model, poster, deck, garden plot).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siddhānta; lit. "concluded principle or doctrine")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phase begins.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Materials should be ready (announced last week). If not, today is also a "gather materials"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Project-specific guidance per option.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Magic-square art → grid + colours + calligraphy.    – Herb deck → photographs / drawings + card layout + lamination.    – Yoga sequence → flow design + safety check + pose drawings.    – Sustainability audit → measurement instruments + spreadsheet.    – And so 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6636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journal.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Today's entry: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did I build today? What worked? What didn't?"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74974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Work-time.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35 minutes of focused making.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13313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End-of-day share (5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Three students share progress.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Build / Make — Day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2026-05-28T04:37:31Z</dcterms:created>
  <dcterms:modified xsi:type="dcterms:W3CDTF">2026-05-28T04:37:31Z</dcterms:modified>
</cp:coreProperties>
</file>