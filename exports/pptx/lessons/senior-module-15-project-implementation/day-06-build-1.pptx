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6 — Build / Make — Day 1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Project Implementation — Capstone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start building the artefact (model, poster, deck, garden plot).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siddhānta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siddhānta; lit. "concluded principle or doctrine")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462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State the observable phenomenon first.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Whatever the day's idea is — a number trick, a celestial pattern, a herb's identifying feature — start with the thing students can see, hear, or do.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Introduce the Sanskrit term.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Once, in the triple format, then italicised only.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the conceptual map.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Connect today's idea to prior modules (especially Module 2 if applicable) and prior days.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 an example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with the whole class on the board.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Independent or paired practice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~5 minutes.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Mid-Project Critique Circle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Build / Make — Day 1.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2026-05-25T09:33:39Z</dcterms:created>
  <dcterms:modified xsi:type="dcterms:W3CDTF">2026-05-25T09:33:39Z</dcterms:modified>
</cp:coreProperties>
</file>