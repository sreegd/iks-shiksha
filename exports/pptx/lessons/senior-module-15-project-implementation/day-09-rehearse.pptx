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Rehearse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pair feedback on final presentation; refine.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Pair-rehearsal.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 presentations. Time the 5-minute talk. Friend gives: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strength (clear, well-organised, engaging).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specific suggestion (slow down, add an example, more eye contact).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941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adjusts their presentation based on feedback. 10 minutes solo refinement.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Group-rehearsal (5 students share with class).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Selected by teacher (varied projects). Class gives 2 minutes of feedback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Logistics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Materials ready for tomorrow? Backup plan if something breaks?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Self-assessment.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rates themselves on the rubric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They submit this PRE-presentation; the teacher will compare with their own scoring after the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Rehearse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2026-05-28T06:12:06Z</dcterms:created>
  <dcterms:modified xsi:type="dcterms:W3CDTF">2026-05-28T06:12:06Z</dcterms:modified>
</cp:coreProperties>
</file>