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Mid-Project Critique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pairs swap plans; offer one strength + one concern.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Mid-Project Critique.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2026-05-25T09:33:34Z</dcterms:created>
  <dcterms:modified xsi:type="dcterms:W3CDTF">2026-05-25T09:33:34Z</dcterms:modified>
</cp:coreProperties>
</file>