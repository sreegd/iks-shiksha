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Mid-Project Critique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pairs swap plans; offer one strength + one concern.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Critique circle structure.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 project plans + sketches. 5 minutes silent reading. Then each gives: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 strength (sticky note).    – One concern (sticky note).    – One question (verbal).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Pairs rotate twice.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gets feedback from 3 different partners.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93982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Synthesise.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a 100-word "what I'm changing" note based on critique. May include: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1055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Narrowing scope    – Adding a source    – Clarifying deliverable    – Revising timeline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6126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about limits.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still hard? What might fail? What's your Plan B?"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Real projects always have unknowns. Acknowledge them.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20173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 revised plan.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Teacher reviews tonight. Day 6 = build phase begins.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Mid-Project Critique.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2026-05-25T16:45:13Z</dcterms:created>
  <dcterms:modified xsi:type="dcterms:W3CDTF">2026-05-25T16:45:13Z</dcterms:modified>
</cp:coreProperties>
</file>