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Document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write up process, sources, reflections (~500 words for senior).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phase.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Today: write up your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structure (Senior — ~500 words).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motivation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(~100 words): what did you set out to do?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used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(~100 words): which Modules, which texts, which observations?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(~150 words): what did you actually do? Day by day?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Findings / outcomes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(~100 words): what did you produce / observe?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(~50 words): what surprised you? What would you do differently?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reflection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Include at least ONE thing that didn't work. Real research has failures. Including yours is intellectually honest — and pedagogically valuable.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the format: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Author, Title,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See pilot modules'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Drafting 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minutes silent writing. Teacher available for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Document.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2026-05-28T06:12:00Z</dcterms:created>
  <dcterms:modified xsi:type="dcterms:W3CDTF">2026-05-28T06:12:00Z</dcterms:modified>
</cp:coreProperties>
</file>