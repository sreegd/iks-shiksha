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write up process, sources, reflections (~500 words for senior).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pañcagavya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pañcagavya; lit. "five-cow-product preparation (substituted with fermented-foods study for school safety)")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Document.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2026-05-25T16:45:31Z</dcterms:created>
  <dcterms:modified xsi:type="dcterms:W3CDTF">2026-05-25T16:45:31Z</dcterms:modified>
</cp:coreProperties>
</file>