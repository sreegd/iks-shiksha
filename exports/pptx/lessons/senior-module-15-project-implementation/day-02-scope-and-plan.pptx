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Scope and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Project Implementation — Capstone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write a 1-page project plan: problem, sources, deliverable, deadline.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commits to ONE project.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Show of hands per option to see distribution.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one-page plan template.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(~10 words)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(~50 words): what question/need does this address?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(~5 listed): the modules + texts you'll draw from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(~50 words): what will exist at the end?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(Day 3-10 broken down by phase)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 (3 bullet points: what makes this excellent?)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Work-time.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30 minutes of silent plan-writing.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Pair-share.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Pairs swap plans, give one strength + one concern (sticky notes).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5035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Plans go to the teacher tonight for sign-off. Tomorrow you begin research.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Scope and Plan.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2026-05-28T06:11:28Z</dcterms:created>
  <dcterms:modified xsi:type="dcterms:W3CDTF">2026-05-28T06:11:28Z</dcterms:modified>
</cp:coreProperties>
</file>