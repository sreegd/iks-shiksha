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Scope and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write a 1-page project plan: problem, sources, deliverable, deadline.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commits to ONE project.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of hands per option to see distribution.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one-page plan template.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Title (~10 words)    – Problem (~50 words): what question/need does this address?    – Sources (~5 listed): the modules + texts you'll draw from    – Deliverable (~50 words): what will exist at the end?    – Timeline (Day 3-10 broken down by phase)    – Success criteria (3 bullet points: what makes this excellent?)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6636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of silent plan-writing.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97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Pair-share.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plans, give one strength + one concern (sticky notes).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3313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Plans go to the teacher tonight for sign-off. Tomorrow you begin research.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Scope and Plan.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2026-05-25T16:44:56Z</dcterms:created>
  <dcterms:modified xsi:type="dcterms:W3CDTF">2026-05-25T16:44:56Z</dcterms:modified>
</cp:coreProperties>
</file>