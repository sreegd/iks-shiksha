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Research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gather sources; cross-reference earlier modules.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phase begins.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returns to the relevant Modules for content: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Doṣa project → Module 4    – Herbs project → Module 10    – Astronomy project → Module 6 or 12    – Math project → Module 5, 7, 9, 11, or 14    – Ecology project → Module 13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library / research routine.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 the relevant pack's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Open at least 2 cited sources (online or print). Take 2-page notes per source. The notes will support the project's references.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7782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eye.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Don't just trust the FIRST source. For each claim,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"Who's the author? When was this written? What's their context?"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6688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minutes of silent research + note-taking.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5027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Sharing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Three students briefly describe what they learned and what surprised them.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Research —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2026-05-25T16:45:02Z</dcterms:created>
  <dcterms:modified xsi:type="dcterms:W3CDTF">2026-05-25T16:45:02Z</dcterms:modified>
</cp:coreProperties>
</file>