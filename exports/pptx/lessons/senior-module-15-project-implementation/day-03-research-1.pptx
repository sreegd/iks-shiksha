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3 — Research — Day 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Project Implementation — Capstone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Senior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end of this lesson, students will: gather sources; cross-reference earlier modules.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Whiteboard / chart paper – Notebook, pen per student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siddhānta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(IAST: siddhānta; lit. "concluded principle or doctrine")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Daily check-in: one-sentence response to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remember about yesterday's lesson?"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Hook: introduce a phenomenon or question that motivates today's concept.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phase begins.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Each student returns to the relevant Modules for content: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Doṣa project → Module 4    – Herbs project → Module 10    – Astronomy project → Module 6 or 12    – Math project → Module 5, 7, 9, 11, or 14    – Ecology project → Module 13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1769715"/>
            <a:ext cx="8102798" cy="506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library / research routine.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Open the relevant pack's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sources.md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Open at least 2 cited sources (online or print). Take 2-page notes per source. The notes will support the project's references.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4901" y="2377827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Critical eye.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Don't just trust the FIRST source. For each claim, ask: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"Who's the author? When was this written? What's their context?"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4901" y="2966889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Work-time.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35 minutes of silent research + note-taking.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4901" y="3350270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Sharing (5 min).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Three students briefly describe what they learned and what surprised them.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scaled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Mid-Project Critique Circle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 Today's slice: focus on the part of the activity that reinforces Research — Day 1.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One-sentence exit ticket: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learned today?"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Preview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today's task.)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offer one open question or extra problem for fast finishers.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pair students who need scaffolds; offer partial outlines.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Citations: at least one quoted verse with citation per module. Day 1 already includes one if applicable; you may add more. – Connect to prior modules where natural (especially Module 2 pañcabhūta).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2026-05-28T04:37:16Z</dcterms:created>
  <dcterms:modified xsi:type="dcterms:W3CDTF">2026-05-28T04:37:16Z</dcterms:modified>
</cp:coreProperties>
</file>