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review the 10-option project menu; pick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Modules 1–14 of this curriculum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overview.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module is different. No new content delivery. Instead: 10 days of structured project work, applying what you learned from Modules 1–14.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through the 10-option project menu.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each, with a 1-minute description per option: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Pañcagavya kitchen science → SUBSTITUTED with fermented-foods study (safety)    – Mandala / Pṛthvī geometry    – Tithi/festival calendar    – Herb identification card-deck    – Magic-square art    – Yoga sequence design    – Sustainability audit    – Doshic self-study    – Multiplication-method comparison    – Open-design (your own)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discipline.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project requires: scope, research, design, build, document, present. Daily journal. Source citations.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611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floor.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Pañcagavya — NEVER cow-urine ingestion in school. Use comparative fermented-foods study (curd, paneer, batter — biochemically interesting and safe).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5017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all 10 options in detail (printout provided). DON'T pick yet — sleep on it. Tomorrow you'll choose and scope.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Capstone Overview and Project Menu.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2026-05-28T04:37:08Z</dcterms:created>
  <dcterms:modified xsi:type="dcterms:W3CDTF">2026-05-28T04:37:08Z</dcterms:modified>
</cp:coreProperties>
</file>