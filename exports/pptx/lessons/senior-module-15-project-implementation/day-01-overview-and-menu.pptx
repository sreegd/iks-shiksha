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1 — Capstone Overview and Project Menu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Project Implementation — Capstone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review the 10-option project menu; pick a project.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Whiteboard / chart paper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Notebook, pen per student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anvayana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anvayana; lit. "integration / following-through; capstone synthesis")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Primary source (today's reading)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Modules 1–14 of this curriculum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check-in: one-sentence response to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Capstone overview.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This module is different. No new content delivery. Instead: 10 days of structured project work, applying what you learned from Modules 1–14.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Walk through the 10-option project menu.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Read each, with a 1-minute description per option: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198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Pañcagavya kitchen science → SUBSTITUTED with fermented-foods study (safety)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Mandala / Pṛthvī geometry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Tithi/festival calendar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Herb identification card-deck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Magic-square art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Yoga sequence design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Sustainability audit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Doshic self-study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Multiplication-method comparison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Open-design (your own)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510754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discipline.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project requires: scope, research, design, build, document, present. Daily journal. Source citations.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safety floor.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Pañcagavya — NEVER cow-urine ingestion in school. Use comparative fermented-foods study (curd, paneer, batter — biochemically interesting and safe).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task.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Read all 10 options in detail (printout provided). DON'T pick yet — sleep on it. Tomorrow you'll choose and scope.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Mid-Project Critique Circle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Capstone Overview and Project Menu.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One-sentence exit ticket: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Citations: at least one quoted verse with citation per module. Day 1 already includes one if applicable; you may add more.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2026-05-28T06:11:22Z</dcterms:created>
  <dcterms:modified xsi:type="dcterms:W3CDTF">2026-05-28T06:11:22Z</dcterms:modified>
</cp:coreProperties>
</file>