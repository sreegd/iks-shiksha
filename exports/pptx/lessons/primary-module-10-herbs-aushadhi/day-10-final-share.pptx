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Share and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Herbs — Auṣadhi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Present the class herb deck; take summative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nimba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nimba; lit. "neem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Azadirachta indica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Show-and-tell day!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holds up their card and says ONE thing about their herb. Cheer for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 quiz with stickers — everyone gets a "Garden Friend" sticker.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End: chant the six names together: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"Tulasī! Nimba! Haridrā! Adraka! Yavānī! Pudīnā!"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2026-05-25T16:21:07Z</dcterms:created>
  <dcterms:modified xsi:type="dcterms:W3CDTF">2026-05-25T16:21:07Z</dcterms:modified>
</cp:coreProperties>
</file>