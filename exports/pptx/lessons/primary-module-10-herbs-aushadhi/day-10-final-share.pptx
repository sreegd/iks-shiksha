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the class herb deck; take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Show-and-tell day!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holds up their card and says ONE thing about their herb.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quiz with stickers — everyone gets a "Garden Friend"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chant the six names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"Tulasī! Nimba! Haridrā! Adraka! Yavānī! Pudīnā!"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2026-05-28T05:36:57Z</dcterms:created>
  <dcterms:modified xsi:type="dcterms:W3CDTF">2026-05-28T05:36:57Z</dcterms:modified>
</cp:coreProperties>
</file>