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Build the Class Deck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student contributes one identification card to the class library.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tulasī; lit. "holy basil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 we make our class herb book!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favourite herb. They make a card: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939826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Big drawing of the plant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Sanskrit name (the teacher helps write it)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thing it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Cards are taped together to make a class book.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"This is OUR herb book!"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2026-05-28T05:36:53Z</dcterms:created>
  <dcterms:modified xsi:type="dcterms:W3CDTF">2026-05-28T05:36:53Z</dcterms:modified>
</cp:coreProperties>
</file>