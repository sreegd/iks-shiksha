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Build the Class Deck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student contributes one identification card to the class library.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the Class Deck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2026-05-25T08:43:39Z</dcterms:created>
  <dcterms:modified xsi:type="dcterms:W3CDTF">2026-05-25T08:43:39Z</dcterms:modified>
</cp:coreProperties>
</file>