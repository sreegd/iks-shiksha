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Build the Class Deck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student contributes one identification card to the class library.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tulasī; lit. "holy basil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 we make our class herb book!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picks one favourite herb. They make a card: – Big drawing of the plant – Sanskrit name (the teacher helps write it) – One thing it does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Cards are taped together to make a class book.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is OUR herb book!"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2026-05-28T04:10:56Z</dcterms:created>
  <dcterms:modified xsi:type="dcterms:W3CDTF">2026-05-28T04:10:56Z</dcterms:modified>
</cp:coreProperties>
</file>