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Ajwain — Carom Seed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seeds and leaves; identify thymol; traditional digestive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yavānī; lit. "ajwain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Ajwain — Carom Seed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2026-05-25T08:43:23Z</dcterms:created>
  <dcterms:modified xsi:type="dcterms:W3CDTF">2026-05-25T08:43:23Z</dcterms:modified>
</cp:coreProperties>
</file>