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Ajwain — Carom Seed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Recognise seeds and leaves; identify thymol; traditional digestive 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yavānī; lit. "ajwain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meet Ajwain (Yavānī)!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ajwain seeds.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"Tiny, like baby caraway."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Smell them — strong! sharp!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"People chew a few seeds after a big meal to help their tummy."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2166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the seeds (small dots) and write "yavānī" beside.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2026-05-28T05:36:38Z</dcterms:created>
  <dcterms:modified xsi:type="dcterms:W3CDTF">2026-05-28T05:36:38Z</dcterms:modified>
</cp:coreProperties>
</file>