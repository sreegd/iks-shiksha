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Tulsī — Holy Basil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tulasī by leaf and smell; name the active compound (eugenol).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Tulsī — Holy Basil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2026-05-25T08:43:02Z</dcterms:created>
  <dcterms:modified xsi:type="dcterms:W3CDTF">2026-05-25T08:43:02Z</dcterms:modified>
</cp:coreProperties>
</file>