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Tulsī — Holy Basil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tulasī by leaf and smell; name the active compound (eugenol).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meet Tulsī!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tulsī plant (or picture + dried leaf).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93982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Smell it.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it remind you of?"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(Spice. Mint. Tea.)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Tulsī tea is sometimes used when people feel a cold coming.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tulsī leaf and write "tulasī" beside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2026-05-28T05:36:20Z</dcterms:created>
  <dcterms:modified xsi:type="dcterms:W3CDTF">2026-05-28T05:36:20Z</dcterms:modified>
</cp:coreProperties>
</file>