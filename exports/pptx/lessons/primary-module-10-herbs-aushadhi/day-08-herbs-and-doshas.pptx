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8 — Herbs and the Doṣas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Herbs — Auṣadhi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Categorise the six herbs by heating/cooling effect (links to Module 4).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Notebook, pencils, drawing paper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auṣadhi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auṣadhi; lit. "medicinal plant / herb")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54323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Introduce the concept gently using a story, a drawing, or a sensory example. The concept for today: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Herbs and the Doṣas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 Keep sentences short.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Blind Smell-Test Identification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– Citations belong in teacher notes only, not in student-facing material at this band. – Keep new Sanskrit terms to one per lesson, repeated several times. – 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2026-05-25T08:43:34Z</dcterms:created>
  <dcterms:modified xsi:type="dcterms:W3CDTF">2026-05-25T08:43:34Z</dcterms:modified>
</cp:coreProperties>
</file>