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Herbs and the Doṣas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Categorise the six herbs by heating/cooling effect (links to Module 4).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auṣadhi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auṣadhi; lit. "medicinal plant / herb")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herb has a "temperature" inside us: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Warm herbs: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ginger, ajwain (good when we feel cold/sick)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Cool herbs: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mint, sometimes turmeric (good when we feel hot)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1252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Match game: show pictures of the 6 herbs. Children sort into "warm" pile and "cool" pile.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"Warm herbs help in winter. Cool herbs help in summer."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2026-05-28T05:36:48Z</dcterms:created>
  <dcterms:modified xsi:type="dcterms:W3CDTF">2026-05-28T05:36:48Z</dcterms:modified>
</cp:coreProperties>
</file>