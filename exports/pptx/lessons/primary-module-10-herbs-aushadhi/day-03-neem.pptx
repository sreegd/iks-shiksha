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Neem — Bitter Healer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nimba; learn about azadirachtin; understand high-dose safety warning.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nimba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nimba; lit. "neem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Azadirachta indica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Neem — Bitter Healer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2026-05-25T08:43:08Z</dcterms:created>
  <dcterms:modified xsi:type="dcterms:W3CDTF">2026-05-25T08:43:08Z</dcterms:modified>
</cp:coreProperties>
</file>