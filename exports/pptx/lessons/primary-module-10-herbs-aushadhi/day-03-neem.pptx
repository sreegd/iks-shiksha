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Neem — Bitter Healer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nimba; learn about azadirachtin; understand high-dose safety warning.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nimba; lit. "neem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Azadirachta indica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Today: meet Neem! 🌿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neem leaf.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"Taste a TINY bit on your tongue — careful!"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(Bitter!) Children make faces — that's OK, neem is meant to be bitter.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4044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SAFETY RULE: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Don't eat lots of neem! Just a tiny taste to learn. Always ask a grown-up before using neem.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the leaf and write "neem" beside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2026-05-28T05:36:24Z</dcterms:created>
  <dcterms:modified xsi:type="dcterms:W3CDTF">2026-05-28T05:36:24Z</dcterms:modified>
</cp:coreProperties>
</file>