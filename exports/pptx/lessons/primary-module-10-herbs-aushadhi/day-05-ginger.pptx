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vs dried; gingerol vs shogaol.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Ginger (Adraka)!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ginger root.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"It's bumpy, like a knobbly hand!"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Smell it (mild). Then smell dried ginger powder (strong).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"Drying makes it stronger!"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Ginger tea = ginger + warm water + a tiny bit of honey. People drink it when their tummy hurts.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ginger root with knobbly bumps.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2026-05-28T05:36:34Z</dcterms:created>
  <dcterms:modified xsi:type="dcterms:W3CDTF">2026-05-28T05:36:34Z</dcterms:modified>
</cp:coreProperties>
</file>