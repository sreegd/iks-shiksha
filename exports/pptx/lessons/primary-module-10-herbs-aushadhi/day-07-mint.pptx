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Mint — Cooling Leaf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Recognise several Mentha varieties; identify menthol.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pudīnā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pudīnā; lit. "mint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spp.")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Today: meet Mint (Pudīnā)! 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fresh mint leaves. Smell — fresh, cool! Crush a leaf — smell stronger.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"Mint makes our mouth feel cool, even when it's not cold!"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1227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Mint chutney is yummy with food. Mint tea is good in summer.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4122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draw a mint leaf (small, oval, slightly bumpy) and write "pudīnā" beside.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2026-05-28T04:10:48Z</dcterms:created>
  <dcterms:modified xsi:type="dcterms:W3CDTF">2026-05-28T04:10:48Z</dcterms:modified>
</cp:coreProperties>
</file>