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Mint — Cooling Leaf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several Mentha varieties; identify menthol.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pudīnā; lit. "mint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spp.")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Mint — Cooling Leaf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2026-05-25T08:43:28Z</dcterms:created>
  <dcterms:modified xsi:type="dcterms:W3CDTF">2026-05-25T08:43:28Z</dcterms:modified>
</cp:coreProperties>
</file>