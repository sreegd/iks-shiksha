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4 — Turmeric — Golden Root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Herbs — Auṣadhi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Distinguish fresh root vs powder; identify curcumin as active compound.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Notebook, pencils,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haridrā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haridrā; lit. "turmeric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Curcuma longa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Introduce the concept gently using a story, a drawing, or a sensory example. The concept for today: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Turmeric — Golden Root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 Keep sentences short.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Blind Smell-Test Identification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Citations belong in teacher notes only, not in student-facing material at this band. – Keep new Sanskrit terms to one per lesson, repeated several times. – 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2026-05-25T08:43:13Z</dcterms:created>
  <dcterms:modified xsi:type="dcterms:W3CDTF">2026-05-25T08:43:13Z</dcterms:modified>
</cp:coreProperties>
</file>