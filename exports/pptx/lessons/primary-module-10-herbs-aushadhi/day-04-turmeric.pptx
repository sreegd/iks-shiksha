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Turmeric — Golden Root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Distinguish fresh root vs powder; identify curcumin as active compound.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haridrā; lit. "turmeric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Curcuma longa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Today: meet Turmeric (Haldī)! 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fresh turmeric root (or powder).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"It stains everything yellow!"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Drop a tiny amount on paper. Children watch the colour spread.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4044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"Golden milk = turmeric + warm milk + a bit of honey. People drink it when they feel poorly."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yellow circle for the powder and write "haridrā" beside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2026-05-28T05:36:29Z</dcterms:created>
  <dcterms:modified xsi:type="dcterms:W3CDTF">2026-05-28T05:36:29Z</dcterms:modified>
</cp:coreProperties>
</file>