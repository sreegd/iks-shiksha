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Auṣadhi?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Define auṣadhi and recognise the six herbs of this module.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(say "OH-shudh-ee") = a plant that helps when we feel poorly.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six small plant samples or pictures. Pass each one — children smell, touch (carefully).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"Many plants are helpers! Today we meet six new garden friends."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Each child draws one plant they liked best.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2026-05-25T16:20:19Z</dcterms:created>
  <dcterms:modified xsi:type="dcterms:W3CDTF">2026-05-25T16:20:19Z</dcterms:modified>
</cp:coreProperties>
</file>