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What is Auṣadhi?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Herbs — Auṣadhi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Define auṣadhi and recognise the six herbs of this module.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auṣadhi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auṣadhi; lit. "medicinal plant / herb")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What is Auṣadhi?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Blind Smell-Test Identification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2026-05-25T08:42:57Z</dcterms:created>
  <dcterms:modified xsi:type="dcterms:W3CDTF">2026-05-25T08:42:57Z</dcterms:modified>
</cp:coreProperties>
</file>