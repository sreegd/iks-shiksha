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Final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summative quiz and method-comparison reflection.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vinkulam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vinkulam; lit. "deficit (number below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Method-comparison written reflection (10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 300 words, compare Tirthaji's near-base multiplication with traditional long multiplication. When does each excel? What does Tirthaji's method teach about number sense?"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Mix of Nikhilam (below, above, mixed), algebraic proof, strategy choice.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8076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mental-math toolkit share (10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shows their one-page toolkit.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46414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"One number-sense habit you'll carry forward?"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84752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Linkage.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Module 14 (Magic Squares) will use related place-value insights for grid arithmetic.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Final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2026-05-25T16:41:32Z</dcterms:created>
  <dcterms:modified xsi:type="dcterms:W3CDTF">2026-05-25T16:41:32Z</dcterms:modified>
</cp:coreProperties>
</file>