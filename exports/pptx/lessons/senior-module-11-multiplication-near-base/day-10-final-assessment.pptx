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10 — Final Assessment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Multiplication Near a Power of 10 — Nikhilam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summative quiz and method-comparison reflection.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vinkulam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vinkulam; lit. "deficit (number below base)")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 Speed Race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Final Assessment.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2026-05-25T09:30:20Z</dcterms:created>
  <dcterms:modified xsi:type="dcterms:W3CDTF">2026-05-25T09:30:20Z</dcterms:modified>
</cp:coreProperties>
</file>