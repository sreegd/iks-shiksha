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summative quiz and method-comparison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Method-comparison written reflection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300 words, compare Tirthaji's near-base multiplication with traditional long multiplication. When does each excel? What does Tirthaji's method teach about number sense?"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 of Nikhilam (below, above, mixed), algebraic proof, strategy choice.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8076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mental-math toolkit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one-page toolkit.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6414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"One number-sense habit you'll carry forward?"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8475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Module 14 (Magic Squares) will use related place-value insights for grid arithmetic.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2026-05-28T04:34:47Z</dcterms:created>
  <dcterms:modified xsi:type="dcterms:W3CDTF">2026-05-28T04:34:47Z</dcterms:modified>
</cp:coreProperties>
</file>