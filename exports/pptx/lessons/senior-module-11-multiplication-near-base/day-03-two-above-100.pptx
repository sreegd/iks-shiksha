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Two-Digit × Two-Digit Near 100 (Above)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103 × 104 using excesses.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ādhikya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ādhikya; lit. "excess (number above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Two-Digit × Two-Digit Near 100 (Above).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2026-05-25T09:29:42Z</dcterms:created>
  <dcterms:modified xsi:type="dcterms:W3CDTF">2026-05-25T09:29:42Z</dcterms:modified>
</cp:coreProperties>
</file>