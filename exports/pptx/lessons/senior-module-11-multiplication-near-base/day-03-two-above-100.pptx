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Two-Digit × Two-Digit Near 100 (Above)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Multiplication Near a Power of 10 — Nikhilam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compute 103 × 104 using excesses.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ādhikya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ādhikya; lit. "excess (number above base)")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Above-100 variant.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excesses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instead of deficits.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 = 100 + 3 → excess +3.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 = 100 + 4 → excess +4.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two-step rule for above-base.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part: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cross-add. 103 + 4 = 107 (or 104 + 3 = 107).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part: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product of excesses. 3 × 4 = 12.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 × 104 = 107 | 12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 × 105 = 115 | 50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11550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 × 109 = 111 | 18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11118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13791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 (above-base).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(B+a)(B+b) = B(B+a+b) + ab. Cross-ADD = B+a+b. Product of excesses = ab.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Symmetry recognition.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Below-base: cross-SUBTRACT. Above-base: cross-ADD. Both: product-of-difference-from-base.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symmetry hints at the general pattern — tomorrow we'll see the mixed case."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Two-Digit × Two-Digit Near 100 (Above).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2026-05-28T06:07:48Z</dcterms:created>
  <dcterms:modified xsi:type="dcterms:W3CDTF">2026-05-28T06:07:48Z</dcterms:modified>
</cp:coreProperties>
</file>