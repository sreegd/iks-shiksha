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380851"/>
            <a:ext cx="8498026" cy="3504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60"/>
              </a:lnSpc>
              <a:spcAft>
                <a:spcPts val="1000"/>
              </a:spcAft>
              <a:buNone/>
            </a:pPr>
            <a:r>
              <a:rPr lang="en-US" sz="2400" b="1" dirty="0">
                <a:solidFill>
                  <a:srgbClr val="5D1D2E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Day 3 — Two-Digit × Two-Digit Near 100 (Above)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06301" y="89639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Module: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Multiplication Near a Power of 10 — Nikhilam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Band: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Senior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Time: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45 min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223963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Learning objective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406301" y="1637854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By the end of this lesson, students will: compute 103 × 104 using excesses.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Materials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– Whiteboard / chart paper – Notebook, pen per student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34901" y="117306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(See lesson-plan.md for any day-specific materials)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Vocabulary introduced today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ādhikya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(IAST: ādhikya; lit. "excess (number above base)")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Lesson flow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Warm-up (5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– Daily check-in: one-sentence response to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"What's one thing you remember about yesterday's lesson?"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– Hook: introduce a phenomenon or question that motivates today's concept.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(15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360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scaled version of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Method Speed Race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(see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activities/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). Today's slice: focus on the part of the activity that reinforces Two-Digit × Two-Digit Near 100 (Above).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Wrap-up (5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– One-sentence exit ticket: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"What's one thing you learned today?"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– Preview tomorrow.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Homework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227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(See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homework.md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for today's task.)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Differentiation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5256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Extension: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offer one open question or extra problem for fast finishers.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Support: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pair students who need scaffolds; offer partial outlines.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Teacher notes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– Citations: at least one quoted verse with citation per module. Day 1 already includes one if applicable; you may add more. – Connect to prior modules where natural (especially Module 2 pañcabhūta).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 — Senior</dc:title>
  <dc:subject>PptxGenJS Presentation</dc:subject>
  <dc:creator>IKS Curriculum</dc:creator>
  <cp:lastModifiedBy>IKS Curriculum</cp:lastModifiedBy>
  <cp:revision>1</cp:revision>
  <dcterms:created xsi:type="dcterms:W3CDTF">2026-05-28T04:34:16Z</dcterms:created>
  <dcterms:modified xsi:type="dcterms:W3CDTF">2026-05-28T04:34:16Z</dcterms:modified>
</cp:coreProperties>
</file>