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1 — Finger-Trick Prelude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Multiplication Near a Power of 10 — Nikhilam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Senior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lesson, students will: practice the below-10 finger method (e.g., 7 × 8 using deficits).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Whiteboard / chart paper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Notebook, pen per student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Nikhilaṁ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(IAST: Nikhilaṁ; lit. "the Nikhilam sūtra (also used in Module 9 for subtraction)")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Primary source (today's reading)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Bharati Krishna Tirthaji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sources.md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 check-in: one-sentence response to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remember about yesterday's lesson?"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Hook: introduce a phenomenon or question that motivates today's concept.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Recall Module 9.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Nikhilam = "all from 9, last from 10" — the complement to a base. Same sūtra, NEW application: multiplication.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below-10 finger demo.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Each hand has 5 fingers; together 10. To multiply 7 × 8: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66974"/>
            <a:ext cx="8102798" cy="1257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Curl 7−5=2 fingers on left hand.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Curl 8−5=3 fingers on right hand.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Curled fingers in total: 5 → that's the tens place: 50.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Uncurled fingers (left × right): 3 × 2 = 6 → that's the units: 6.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Answer: 56. ✓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898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works.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Algebraically: (10 − a)(10 − b) = 100 − 10(a+b) + ab = 10(10−(a+b)) + ab. The "curled fingers" count is (a+b)−5 — wait, let me re-derive. Actually: curled = (10−a − 5) + (10−b − 5) wait... let me restate cleanly. For 7×8: 7 = 5+2 (uncurled fingers on left), 8 = 5+3 (right). The formula: tens digit = uncurled-left + uncurled-right − 5; units = uncurled-left × uncurled-right. Let's just use the Nikhilam algebra in next lesson.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we'll learn this module.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 general method: when factors are CLOSE to a base (10, 100, 1000), Nikhilam-multiplication is much faster than long multiplication.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472654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Speed test.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Compute 8 × 9 mentally. Compare your method with traditional times table. Most students will use memorisation — the next lessons show why Nikhilam is faster for LARGER near-base products.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 Speed Race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Today's slice: focus on the part of the activity that reinforces Finger-Trick Prelude.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One-sentence exit ticket: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learned today?"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Preview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today's task.)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offer one open question or extra problem for fast finishers.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 students who need scaffolds; offer partial outlines.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Citations: at least one quoted verse with citation per module. Day 1 already includes one if applicable; you may add more.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 to prior modules where natural (especially Module 2 pañcabhūta).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2026-05-28T06:07:35Z</dcterms:created>
  <dcterms:modified xsi:type="dcterms:W3CDTF">2026-05-28T06:07:35Z</dcterms:modified>
</cp:coreProperties>
</file>