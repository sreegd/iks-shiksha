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Finger-Trick Prelude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practice the below-10 finger method (e.g., 7 × 8 using deficits).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Module 9.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Nikhilam = "all from 9, last from 10" — the complement to a base. Same sūtra, NEW application: multiplication.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below-10 finger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hand has 5 fingers; together 10. To multiply 7 × 8: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Curl 7−5=2 fingers on left hand.    – Curl 8−5=3 fingers on right hand.    – Curled fingers in total: 5 → that's the tens place: 50.    – Uncurled fingers (left × right): 3 × 2 = 6 → that's the units: 6.    – Answer: 56.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works.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Algebraically: (10 − a)(10 − b) = 100 − 10(a+b) + ab = 10(10−(a+b)) + ab. The "curled fingers" count is (a+b)−5 — wait, let me re-derive. Actually: curled = (10−a − 5) + (10−b − 5) wait... let me restate cleanly. For 7×8: 7 = 5+2 (uncurled fingers on left), 8 = 5+3 (right). The formula: tens digit = uncurled-left + uncurled-right − 5; units = uncurled-left × uncurled-right. Let's just use the Nikhilam algebra in next lesson.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35920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learn this module.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general method: when factors are CLOSE to a base (10, 100, 1000), Nikhilam-multiplication is much faster than long multiplication.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94826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test.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Compute 8 × 9 mentally. Compare your method with traditional times table. Most students will use memorisation — the next lessons show why Nikhilam is faster for LARGER near-base products.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6008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Finger-Trick Prelude.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2026-05-25T16:40:42Z</dcterms:created>
  <dcterms:modified xsi:type="dcterms:W3CDTF">2026-05-25T16:40:42Z</dcterms:modified>
</cp:coreProperties>
</file>