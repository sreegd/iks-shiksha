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Finger-Trick Prelude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practice the below-10 finger method (e.g., 7 × 8 using deficits).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Finger-Trick Prelude.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2026-05-25T09:29:31Z</dcterms:created>
  <dcterms:modified xsi:type="dcterms:W3CDTF">2026-05-25T09:29:31Z</dcterms:modified>
</cp:coreProperties>
</file>