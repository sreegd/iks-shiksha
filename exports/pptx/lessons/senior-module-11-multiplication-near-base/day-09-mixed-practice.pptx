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9 — Mixed Practice + Module 7 Crossover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Multiplication Near a Power of 10 — Nikhilam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solve problems combining ×11 and near-base methods.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Nikhilaṁ; lit. "the Nikhilam sūtra (also used in Module 9 for subtraction)")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Crossover with Module 7.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solves 5 problems combining ×11 method + Nikhilam: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× 99 = 1089 (use ×11)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 × 96 = 9312 (use Nikhilam)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× 98 = 1078 (use ×11)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105 × 95 = 9975 (use difference-of-squares or Nikhilam mixed)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× 87 = 957 (use ×11 with carry)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reflection.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Pair-discuss: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"For each, what method DID you use? Was it the fastest?"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personal toolkit.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updates their "personal mental-math toolkit" page (started in Module 7) to include Nikhilam multiplication.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more example.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Solve 998 × 997 mentally. (Nikhilam: deficits 2, 3 → left = 995, right = 006 →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995006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.) 4 seconds with the trick; &gt;1 minute by long multiplication.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the most useful thing you learned this module?"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Speed Race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Mixed Practice + Module 7 Crossover.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2026-05-28T06:08:20Z</dcterms:created>
  <dcterms:modified xsi:type="dcterms:W3CDTF">2026-05-28T06:08:20Z</dcterms:modified>
</cp:coreProperties>
</file>