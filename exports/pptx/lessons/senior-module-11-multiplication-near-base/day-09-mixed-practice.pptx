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problems combining ×11 and near-base methods.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 + Module 7 Crossover.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2026-05-25T09:30:14Z</dcterms:created>
  <dcterms:modified xsi:type="dcterms:W3CDTF">2026-05-25T09:30:14Z</dcterms:modified>
</cp:coreProperties>
</file>