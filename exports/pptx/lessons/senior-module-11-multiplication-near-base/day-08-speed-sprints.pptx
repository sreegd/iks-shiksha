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Speed Sprints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race traditional vs nikhilam on 30 problems.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Ūrdhva-tiryagbhyāṁ; lit. ""vertically and crosswise" — the general-purpose sūtra")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Speed Sprints.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2026-05-25T09:30:09Z</dcterms:created>
  <dcterms:modified xsi:type="dcterms:W3CDTF">2026-05-25T09:30:09Z</dcterms:modified>
</cp:coreProperties>
</file>