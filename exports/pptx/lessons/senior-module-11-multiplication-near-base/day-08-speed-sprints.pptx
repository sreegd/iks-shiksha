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Speed Sprints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race traditional vs nikhilam on 30 problems.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Ūrdhva-tiryagbhyāṁ; lit. ""vertically and crosswise" — the general-purpose sūtra")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A (Nikhilam-favourable, 10 problems, 4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factors within 5 of 100 or 1000.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B (mixed, 10 problems, 4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Mix of near-base and far-from-base.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C (long-mult-favourable, 10 problems, 4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factors far from base.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records times. Most: A &lt; B &lt; C dramatically. The CONCRETE evidence that Nikhilam works for ONE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your strategy choice now? When will you use Nikhilam in real life?"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2 sentences.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Speed Sprints.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2026-05-28T06:08:15Z</dcterms:created>
  <dcterms:modified xsi:type="dcterms:W3CDTF">2026-05-28T06:08:15Z</dcterms:modified>
</cp:coreProperties>
</file>