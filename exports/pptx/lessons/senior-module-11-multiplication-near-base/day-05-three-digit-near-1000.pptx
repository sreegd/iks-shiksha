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3-Digit × 3-Digit Near 1000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997 × 996 mentally.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 to base 1000.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Same rule, base now 1000.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997 → deficit 3. – 996 → deficit 4. – Left: 997 − 4 = 993. – Right: 3 × 4 = 12. Must be 3 digits (because base has 3 zeros). Pad: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– Combine: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993012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Above 1000.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1003 × 1004 = 1007 | 012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1007012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530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1003 × 997 = (1000+3)(1000−3) = 10⁶ − 9 = 999991. (Difference of squares.)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5364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recognition.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base extends naturally: 10, 100, 1000, 10000... Each next-decade-base just shifts everything. The CORE rule (cross-subtract + product-of-deficits) is identical.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2553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 near-1000 problems. The challenge: keeping the right-part digit count correct.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3-Digit × 3-Digit Near 1000.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2026-05-25T16:41:04Z</dcterms:created>
  <dcterms:modified xsi:type="dcterms:W3CDTF">2026-05-25T16:41:04Z</dcterms:modified>
</cp:coreProperties>
</file>