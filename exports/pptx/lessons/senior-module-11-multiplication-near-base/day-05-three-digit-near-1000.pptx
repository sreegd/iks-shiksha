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3-Digit × 3-Digit Near 1000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997 × 996 mentally.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Nikhilaṁ; lit. "the Nikhilam sūtra (also used in Module 9 for subtraction)")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3-Digit × 3-Digit Near 1000.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2026-05-25T09:29:53Z</dcterms:created>
  <dcterms:modified xsi:type="dcterms:W3CDTF">2026-05-25T09:29:53Z</dcterms:modified>
</cp:coreProperties>
</file>