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Two-Digit × Two-Digit Near 100 (Below)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Multiplication Near a Power of 10 — Nikhilam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compute 97 × 96 using deficits.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vinkulam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vinkulam; lit. "deficit (number below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two-step rule for both factors below 100.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deficits from 100: e.g., 97 → −3, 96 → −4.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part: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cross-subtract. 97 − 4 = 93 (or equivalently 96 − 3 = 93).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part: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product of deficits. 3 × 4 = 12.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 × 96 = 93 | 12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× 95 = 83 | 60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8360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(Deficits: 12, 5. Cross: 88−5=83 or 95−12=83. Product: 12×5=60.)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 × 99 = 98 | 01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(Deficits 1, 1. Cross: 98. Product: 1. Pad to 2 digits: 01.)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padding matters.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right part must have as many digits as the base has zeros (here, 2 zeros → 2-digit right part). If product is single-digit, pad with leading zero. If product overflows (3+ digits), carry to left part.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Base B = 100. Factor 1 = B − a, factor 2 = B − b. Then (B−a)(B−b) = B(B−a−b) + ab = B·(cross) + (right). The cross-subtract IS B − a − b. The product of deficits IS ab.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practice.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8 problems, all below-100 case. 10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Two-Digit × Two-Digit Near 100 (Below).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2026-05-28T06:07:41Z</dcterms:created>
  <dcterms:modified xsi:type="dcterms:W3CDTF">2026-05-28T06:07:41Z</dcterms:modified>
</cp:coreProperties>
</file>