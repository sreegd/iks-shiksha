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When To Use 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problems where nikhilam is faster than long multiplication.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decision tree.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factors within ~5 of the same base → Nikhilam is fast.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factor close to base, other far → traditional multiplication often faster.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factors far from any base (e.g. 47 × 63) → traditional.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factors near DIFFERENT bases (e.g. 98 × 1005) → tricky; pick a common base and scale.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Time 97 × 96 vs 47 × 63 mentally. Most students will find Nikhilam dominates the first; long multiplication dominates the second.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Pedagogical limit.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Nikhilam multiplication is NOT a universal speed-up. It's a tool for ONE problem class. Recognising when to use it is the skill.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with strategic choice.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 problems, mixed. Each student picks the best method and notes it next to the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pattern of problems makes Nikhilam shine? What pattern defeats it?"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3 sentences.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When To Use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2026-05-28T06:08:09Z</dcterms:created>
  <dcterms:modified xsi:type="dcterms:W3CDTF">2026-05-28T06:08:09Z</dcterms:modified>
</cp:coreProperties>
</file>