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7 — When To Use 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Multiplication Near a Power of 10 — Nikhilam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identify problems where nikhilam is faster than long multiplication.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ādhikya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ādhikya; lit. "excess (number above base)")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decision tree.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Both factors within ~5 of the same base → Nikhilam is fast.    – One factor close to base, other far → traditional multiplication often faster.    – Both factors far from any base (e.g. 47 × 63) → traditional.    – Both factors near DIFFERENT bases (e.g. 98 × 1005) → tricky; pick a common base and scale.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982986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 comparison.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Time 97 × 96 vs 47 × 63 mentally. Most students will find Nikhilam dominates the first; long multiplication dominates the second.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572048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Pedagogical limit.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Nikhilam multiplication is NOT a universal speed-up. It's a tool for ONE problem class. Recognising when to use it is the skill.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3161109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with strategic choice.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10 problems, mixed. Each student picks the best method and notes it next to the answer.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3750171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pattern of problems makes Nikhilam shine? What pattern defeats it?"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writes 3 sentences.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 Speed Race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When To Use It.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2026-05-25T16:41:15Z</dcterms:created>
  <dcterms:modified xsi:type="dcterms:W3CDTF">2026-05-25T16:41:15Z</dcterms:modified>
</cp:coreProperties>
</file>