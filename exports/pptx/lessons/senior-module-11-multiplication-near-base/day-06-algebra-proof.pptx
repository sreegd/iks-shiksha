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Why It Works —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derive (b−a)(b−b) = b(b−a−b) + ab.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vinkulam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vinkulam; lit. "deficit (number below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Why It Works — The Algebra.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2026-05-25T09:29:58Z</dcterms:created>
  <dcterms:modified xsi:type="dcterms:W3CDTF">2026-05-25T09:29:58Z</dcterms:modified>
</cp:coreProperties>
</file>