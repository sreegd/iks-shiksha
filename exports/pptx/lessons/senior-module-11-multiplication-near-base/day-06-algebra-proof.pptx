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Why It Works — The Algebra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Multiplication Near a Power of 10 — Nikhilam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derive (b−a)(b−b) = b(b−a−b) + ab.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vinkulam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vinkulam; lit. "deficit (number below base)")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 the formula.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Let B = the base (10, 100, 1000). Factor 1 = B − a, Factor 2 = B − b.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(B − a)(B − b) = B² − Ba − Bb + ab                   = B(B − a − b) + ab                   = B · (left part) + (right part)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the left part is B − a − b = (B − a) − b = (B − b) − a = either factor minus the OTHER's deficit. The right part is just ab.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"cross-subtract"?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 − a − b = first factor − (B − second factor) = first factor − second's deficit. The cross-subtraction is just rearranging the algebra into a mental-math procedure.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Above-base proof.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 + a)(B + b) = B² + Ba + Bb + ab = B(B + a + b) + ab. Cross-add, product of excesses.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case proof.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 + a)(B − b) = B² − Bb + Ba − ab = B(B + a − b) − ab. The "−ab" in the right slot is what causes the sign issue.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 the dots.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is just basic high-school algebra — no mystery. Tirthaji's sūtra system gives the procedure a memorable name; the algebra gives it the proof.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Why It Works — The Algebra.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2026-05-28T06:08:04Z</dcterms:created>
  <dcterms:modified xsi:type="dcterms:W3CDTF">2026-05-28T06:08:04Z</dcterms:modified>
</cp:coreProperties>
</file>