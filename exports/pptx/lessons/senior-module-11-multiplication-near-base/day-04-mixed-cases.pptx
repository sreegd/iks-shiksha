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Mixed — One Above, One Below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102 × 98 with sign care.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Ūrdhva-tiryagbhyāṁ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Ūrdhva-tiryagbhyāṁ; lit. ""vertically and crosswise" — the general-purpose sūtra")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Mixed — One Above, One Below.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2026-05-25T09:29:47Z</dcterms:created>
  <dcterms:modified xsi:type="dcterms:W3CDTF">2026-05-25T09:29:47Z</dcterms:modified>
</cp:coreProperties>
</file>