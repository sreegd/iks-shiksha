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Mixed — One Above, One Below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102 × 98 with sign care.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 (one above, one below).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Care with signs! Example: 102 × 98.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102 → +2 (excess), 98 → −2 (deficit). – Left part: 102 − 2 = 100 (or 98 + 2 = 100). – Right part: (+2)(−2)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Combine: 100 | −4. But how to interpret −4 in the right slot?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"borrow back" trick.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Negative right part → subtract from left. 100|−4 means 10000 − 4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53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Alternative algebra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102 × 98 = (100+2)(100−2) = 100² − 4 = 9996. ✓ (Difference of squares identity.)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53647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mixed-case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Cross-subtract (using the deficit sign) for left; multiply excess and deficit (negative result) for right; convert negative right to a borrow from left.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12553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 problems mixing all three cases (both below, both above, mixed). 10 minutes.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— One Above, One Below.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2026-05-28T04:34:20Z</dcterms:created>
  <dcterms:modified xsi:type="dcterms:W3CDTF">2026-05-28T04:34:20Z</dcterms:modified>
</cp:coreProperties>
</file>