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16 Sūtras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Bindu Paddhati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name all 16 Tirthaji sūtras + 13 sub-sūtras and gloss the meaning of at least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table: all 16 + 13 sūtras with English translations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reference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from Day 1: how many sūtras? (16 + 13 sub-sūtras.)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 through the 16 sūtras with translations: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# · Sanskrit · English · Domain.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Ekādhikena Pūrveṇa · "By one more than the previous" · Multiplication, division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Nikhilam Navataścaramaṁ Daśataḥ · "All from 9, last from 10" · Subtraction, multiplication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Ūrdhva-Tiryagbhyāṁ · "Vertically and crosswise" · General multiplication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Parāvartya Yojayet · "Transpose and apply" · Division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Śūnyaṁ Sāmyasamuccaye · "When the sum is the same, that sum is zero" · Equations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(Ānurūpye) Śūnyam Anyat · "If one is in ratio, the other is zero" · Equations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Sankalana Vyavakalanābhyām · "By addition and by subtraction" · Equations, mental math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Pūraṇāpūraṇābhyām · "By completing or non-completing" · Equations, mental math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Calana-Kalanābhyām · "By differentiation and integration" · Calculus (modern interpretation)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Yāvadūnam · "Whatever the extent of its deficiency" · Squaring near a base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Vyaṣṭi-Samaṣṭiḥ · "Specific and general" · —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Śeṣānyaṅkena Caramena · "The remainders by the last digit" · Division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Sopāntya-dvayam Antyam · "The penultimate and the last" · —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Ekanyūnena Pūrveṇa · "By one less than the previous" · Multiplication by 9, 99, etc.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Guṇitasamuccayaḥ · "The product of the sum is the sum of the products" · —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Guṇaka Samuccayaḥ · "All the multipliers" · 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sūtras most relevant to addition: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Sankalana Vyavakalanābhyām*** — "by addition and by subtraction" — the basis of the "add 10, subtract 1" trick (Day 4).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Pūraṇāpūraṇābhyām*** — "by completing or non-completing" — the basis of "scan a column for completions to 10" (the dot method's core insight).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dot method itself is NOT one of the 16 sūtras.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 is a pedagogical technique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spirit of sūtras 7 and 8. (Important to be honest about this; it comes back on Day 6.)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Sūtra-recall quiz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single-mark questions on the back of the worksheet: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 6 sūtras to their English meanings.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sūtra means 'vertically and crosswise'?"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2 sūtras are most relevant to addition?"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3: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full dot-method at Senior level. 5-digit × 5-addend, sub-60-second target."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Pick a sūtra (say,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look up its multiplication application. Bring a worked example on Day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memorising the names of sūtras 1, 2, 3, 7, 8 — the most commonly used.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"calculus" mapping for sūtra 9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Calana-Kalanābhyām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is Tirthaji's later interpretation — Senior students may notice this is anachronistic. Acknowledge: "Tirthaji extends his sūtras' interpretation; whether all these extensions are defensible is part of the Day 6 historicity debate."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(1965), sūtra list.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SutraGanita content.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2026-05-28T06:02:14Z</dcterms:created>
  <dcterms:modified xsi:type="dcterms:W3CDTF">2026-05-28T06:02:14Z</dcterms:modified>
</cp:coreProperties>
</file>