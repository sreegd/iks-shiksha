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The 16 Sūtras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Bindu Paddhati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name all 16 Tirthaji sūtras + 13 sub-sūtras and gloss the meaning of at least 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Printed table: all 16 + 13 sūtras with English translations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reference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Recall from Day 1: how many sūtras? (16 + 13 sub-sūtras.)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Sūtra-recall quiz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8 single-mark questions on the back of the worksheet:   – Match 6 sūtras to their English meanings.   - "Which sūtra means 'vertically and crosswise'?"   - "Which 2 sūtras are most relevant to addition?"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3: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full dot-method at Senior level. 5-digit × 5-addend, sub-60-second target."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Pick a sūtra (say,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Ūrdhva-Tiryagbhyām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and look up its multiplication application. Bring a worked example on Day 4.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memorising the names of sūtras 1, 2, 3, 7, 8 — the most commonly used.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The "calculus" mapping for sūtra 9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Calana-Kalanābhyām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is Tirthaji's later interpretation — Senior students may notice this is anachronistic. Acknowledge: "Tirthaji extends his sūtras' interpretation; whether all these extensions are defensible is part of the Day 6 historicity debate."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Tirthaji (1965), sūtra list.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SutraGanita content.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2026-05-28T04:29:46Z</dcterms:created>
  <dcterms:modified xsi:type="dcterms:W3CDTF">2026-05-28T04:29:46Z</dcterms:modified>
</cp:coreProperties>
</file>