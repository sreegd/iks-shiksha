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Baseline + The Historicity Question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record a personal baseline for standard-algorithm column addition AND consider the question: was "Vedic mathematics" actually Vedic?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sheet: a single 5-addend × 5-digit column sum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Stopwatch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extract: Tirthaji's preface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Provocation: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"You've all heard of 'Vedic Mathematics.' What does the 'Vedic' part mean?"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responses. Don't correct. Note variety of views.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timing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5-addend × 5-digit sum (e.g. 57283 + 14916 + 62385 + 27548 + 31057).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 using your standard method. Record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— The 16 sūtras and the provenance puzzle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16 sūtras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(write on board, abbreviated):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— The 16 sūtras and the provenance puzzle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2507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825079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Ekādhikena Pūrveṇa     2. Nikhilam Navataścaramaṁ Daśataḥ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Ūrdhva-Tiryagbhyāṁ     4. Parāvartya Yojayet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Śūnyaṁ Sāmyasamuccaye  6. (Ānurūpye) Śūnyam Anyat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Sankalana Vyavakalanābhyām (← we'll meet this one)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 Pūraṇāpūraṇābhyām (← and this one)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 Calana-Kalanābhyām     10. Yāvadūnam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 Vyaṣṭi-Samaṣṭiḥ        12. Śeṣānyaṅkena Caramena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13. Sopāntya-dvayam Antyam 14. Ekanyūnena Pūrveṇa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 Guṇitasamuccayaḥ      16. Guṇaka Samuccayaḥ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— The 16 sūtras and the provenance puzzle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aloud the relevant sentence from Tirthaji's preface (in handout):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"The sūtras (aphorisms) of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Atharva-veda Pariśiṣṭa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are an integral part of the Vedas..."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(Tirthaji claims these 16 sūtras come from a Vedic appendix-text called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Atharva-veda Pariśiṣṭa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— The 16 sūtras and the provenance puzzle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puzzle: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 other Sanskritist has ever produced the manuscript of this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Pariśiṣṭa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Tirthaji died (1960) before producing it; his book was published posthumously (1965).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at stake.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If the sūtras are Vedic, they're 3000+ years old — a major historical claim. If they're not, they're a brilliant 20th-century synthesis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would also be a real achievement, just a different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— The 16 sūtras and the provenance puzzle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6.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"Day 6 we read the scholarly critique by S. G. Dani (1993). For now, hold the question open."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survey on the board: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 up if you think the sūtras are likely Vedic.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 up if you think they're more likely 20th-century.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 up if you don't know yet.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 the distribution.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Homework: read Tirthaji's preface (handout). Bring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Plofker (2009), Ch. 1 — the broader history of Indian mathematics. What was happening in the 19th–early 20th c. that might explain Tirthaji's project?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memorising the 16 sūtra names this week. The provenance question deepens at Day 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students will start sympathetic to the "Vedic = ancient" claim. That's a starting point, not a fault.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decide the question for the class. The point is that they read primary and secondary sources, then form their own position.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Preface.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sūtra list.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2026-05-28T06:02:08Z</dcterms:created>
  <dcterms:modified xsi:type="dcterms:W3CDTF">2026-05-28T06:02:08Z</dcterms:modified>
</cp:coreProperties>
</file>