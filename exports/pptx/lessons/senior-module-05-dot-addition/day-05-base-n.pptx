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Base-n Generalisation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Bindu Paddhati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extend the dot method to base 8 and base 16, identify what changes and what stays the same, and complete the formative quiz.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Base-conversion reference card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Mixed-base practice sheets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Provocation: "Does the dot method work in base 8? Base 2?"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 2 student guesses. Don't resolve yet.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— Generalisation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base 10: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dot represents "10 used up" → 1 carried.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base 8: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dot represents "8 used up" → 1 carried.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base 16: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dot represents "16 used up" → 1 carried.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754535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changes: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 sum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 or 16 instead of 10).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stays the same: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scan procedure; dot count = carry; units = leftover.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— Generalisation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Worked example in base 8: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— Generalisation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65050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1650504"/>
          </a:xfrm>
          <a:prstGeom prst="line">
            <a:avLst/>
          </a:prstGeom>
          <a:noFill/>
          <a:ln w="47625">
            <a:solidFill>
              <a:srgbClr val="5D1D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Column (base 8): 4, 7, 3, 6, 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1851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Start total: 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35969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+4 → 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53426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+7 → 11_(10) = 13_(8). Wait — in base 8, 8 is "10". So 4+7 = 11_(10), which is 1 "8" + 3, so DOT on 7, total = 3.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70884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+3 → 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188342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+6 → 12_(10) = 14_(8). That's 1 "8" + 4. DOT on 6, total = 4.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05799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+5 → 9_(10) = 11_(8). That's 1 "8" + 1. DOT on 5, total = 1.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23257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Final units (base 8): 1. Carries: 3.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— Generalisation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Check: 4+7+3+6+5 = 25_(10) = 31_(8). Units = 1, "tens" (i.e. 8s) = 3. ✓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general rule: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56445"/>
            <a:ext cx="8331398" cy="84296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4876" y="1556445"/>
            <a:ext cx="0" cy="842963"/>
          </a:xfrm>
          <a:prstGeom prst="line">
            <a:avLst/>
          </a:prstGeom>
          <a:noFill/>
          <a:ln w="57150">
            <a:solidFill>
              <a:srgbClr val="99792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2051" y="174694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base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mark a dot every time the running total reaches or exceeds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 Subtract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from the running total. Final running total = units. Dot count = "carry to next column."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Practice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problems: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 8: column of 6 single-digit (in base 8: 0–7) numbers.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 16: column of 4 single-digit (0–F) numbers. (Hex.)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 10: a real 4×4 multi-column for comparison.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quiz Part B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questions: mostly base-conversion and base-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dot method.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Day 6: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the historicity question. Was 'Vedic mathematics' actually Vedic?"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Base 2 (binary) dot method. (Trivial: every column entry is 0 or 1; the dot marks whenever you have 2 ones.)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Stay in base 10; review the procedure.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base-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extension is a beautiful "of course it works" moment for math-track students. Lean into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computer-science-track students, base 2 dot method = binary half-adder logic.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(No new RAG/SutraGanita citations — this is original mathematical extension.)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2026-05-28T06:02:30Z</dcterms:created>
  <dcterms:modified xsi:type="dcterms:W3CDTF">2026-05-28T06:02:30Z</dcterms:modified>
</cp:coreProperties>
</file>