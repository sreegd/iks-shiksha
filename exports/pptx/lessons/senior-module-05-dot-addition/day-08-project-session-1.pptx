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Project Session 1: Choose Track + Outline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Bindu Paddhati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student chooses Math track OR History track, drafts a one-paragraph thesis, and writes a working outline.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Project brief – Rubric – Drafting materials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Hand out rubric. Note: tracks have different rubric weighting (see project brief).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choice + planning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Each student commits to a track: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track: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Generalise the dot method to base-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prove correctness. Optional extension: compare complexity with standard algorithm.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track: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Argue a position on the labelling / provenance of "Vedic mathematics."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869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Write down: working title + thesis paragraph + 3 sources (must include 1 from Tirthaji, 1 from Dani, 1 from another).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 drafting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5-6 page paper outline: – Introduction with thesis – Section 1 – Section 2 – Section 3 – Counter-argument + response – 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Begin drafting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the introduction. Don't worry about perfection.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Continue drafting at home. Aim for 1.5–2 pages by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Math track — propose your own algorithm extension (e.g. to multiplication using the same dot logic).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History track — narrow to a single quote from Tirthaji and analyse it deeply.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Math-track students need access to LaTeX or clean number-formatted writing for proofs. – History-track students need ALL three sources (Tirthaji preface, Dani, Plofker) at hand.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2026-05-28T04:30:11Z</dcterms:created>
  <dcterms:modified xsi:type="dcterms:W3CDTF">2026-05-28T04:30:11Z</dcterms:modified>
</cp:coreProperties>
</file>