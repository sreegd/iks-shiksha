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Dot Method at Senior Level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Bindu Paddhati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perform the dot method on 5-addend × 5-digit sums in under 90 seconds.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Practice sheets (3 levels: warm-up 3×3, target 4×4, stretch 5×5) – Stopwatch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Quick make-10 chorus (should be automatic). – Recall: dot procedure (scan, dot on completion to 10, count dots as carry).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Drill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rounds, increasing difficulty: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1 (5 min):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5 × 3-addend × 3-digit sums. Self-timed.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2 (8 min):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5 × 4-addend × 4-digit sums. Self-timed.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3 (7 min):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3 × 5-addend × 5-digit sums. Self-timed.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3135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times for Round 3 — compare to Day 5's retest target.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Show of hands by Round 3 average time: &lt;60 sec / 60–90 sec / 90+ sec. – Preview Day 4: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Sankalana Vyavakalanābhyām and Pūraṇāpūraṇābhyām with worked examples beyond just addition."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Try 6-addend × 6-digit. Time-target: under 120 sec.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Stay at Round 2 level until comfortable.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The "eye scan pattern" is the speed multiplier. Most students serial-scan. Teach the jump-pattern: see one completion, mark it, scan rest of column for the NEXT one without restarting.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§5.4.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2026-05-28T04:29:50Z</dcterms:created>
  <dcterms:modified xsi:type="dcterms:W3CDTF">2026-05-28T04:29:50Z</dcterms:modified>
</cp:coreProperties>
</file>