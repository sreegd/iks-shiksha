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Dot Method at Senior Level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perform the dot method on 5-addend × 5-digit sums in under 90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sheets (3 levels: warm-up 3×3, target 4×4, stretch 5×5)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Stopwatch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make-10 chorus (should be automatic).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dot procedure (scan, dot on completion to 10, count dots as carry).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(15 min) — Procedure refinement at speed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on board: a 5×5 problem. Solve at speed (45 sec target).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three skills that distinguish speed-users from slow-users: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1075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Eye scan pattern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top-to-bottom, then jump to next-in-column-that-completes (rather than always one-at-a-time).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running total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keep it in your head; don't recompute.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 insertion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write the carry as a tiny digit AT THE TOP of the next column before starting that column.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(15 min) — Procedure refinement at speed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 with these three skills called out explicitly.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Drill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rounds, increasing difficulty: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 (5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× 3-addend × 3-digit sums. Self-timed.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2 (8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× 4-addend × 4-digit sums. Self-timed.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3 (7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 × 5-addend × 5-digit sums. Self-timed.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times for Round 3 — compare to Day 5's retest target.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of hands by Round 3 average time: &lt;60 sec / 60–90 sec / 90+ sec.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Sankalana Vyavakalanābhyām and Pūraṇāpūraṇābhyām with worked examples beyond just addition."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Try 6-addend × 6-digit. Time-target: under 120 sec.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Stay at Round 2 level until comfortable.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"eye scan pattern" is the speed multiplier. Most students serial-scan. Teach the jump-pattern: see one completion, mark it, scan rest of column for the NEXT one without restarting.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§5.4.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2026-05-28T06:02:19Z</dcterms:created>
  <dcterms:modified xsi:type="dcterms:W3CDTF">2026-05-28T06:02:19Z</dcterms:modified>
</cp:coreProperties>
</file>