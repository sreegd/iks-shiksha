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Sūtra Applications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Bindu Paddhati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apply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Sankalana Vyavakalanābhyām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Pūraṇāpūraṇābhyāṁ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a range of mental-arithmetic problems beyond simple addition.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– Drill sheet (mixed sūtra applications)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Quick recall of sūtras 7 and 8.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— Sūtra in action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Sankalana Vyavakalanābhyām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"by addition and by subtraction."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Addition: 33 + 9 = 33 + 10 − 1 = 42 – Subtraction: 53 − 9 = 53 − 10 + 1 = 44 – Larger: 234 + 98 = 234 + 100 − 2 = 332 – Generalisation: when one operand is near a base, replace it with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 ± deficiency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apply.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7924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Pūraṇāpūraṇābhyāṁ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"by completing or non-completing."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49971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Completion: 47 + 53 = 100 (complete to 100, no carry mess).    – Non-completion as a technique: when partial sums equal a base, you "complete" them mentally.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6653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to the dot method.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dot itself IS a Pūraṇāpūraṇābhyāṁ application — every dot = "I completed to 10." Connect this to the dot method procedure explicitly.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25442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4-question drill (10 min):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62515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67 + 38 = ?  (use Sankalana)    – 234 − 99 = ?  (use Sankalana)    – Compute 4+6+7+3+8+2 by Pūraṇāpūraṇābhyāṁ (find completions first).    – 99 × 4 = ?  (apply Ekanyūnena Pūrveṇa — "one less than the previous"; 99 = 100 − 1, so 99×4 = 400−4 = 396)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Part 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Part A: 5 sūtra-application questions.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does the dot method work in other bases? Let's find out."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Pick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Ūrdhva-Tiryagbhyām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(vertically-and-crosswise multiplication). Self-teach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Vedic Mathematics.pdf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§3.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Sankalana additions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Some students will love the named-sūtra framing; some will find it pretentious. Both responses are fine. The math is what matters.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§5.5 (Sankalana applications).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Tirthaji (1965), Chapter on Pūraṇāpūraṇābhyām.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2026-05-28T04:29:54Z</dcterms:created>
  <dcterms:modified xsi:type="dcterms:W3CDTF">2026-05-28T04:29:54Z</dcterms:modified>
</cp:coreProperties>
</file>