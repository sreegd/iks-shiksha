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The Historicity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Dani's "Myths and Reality: On Vedic Mathematics" and identify Dani's three main critiques of Tirthaji's provenance claim.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copy of Dani (1993/2001) — full text or teacher-prepared synopsis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Tirthaji's preface (handout from Day 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reading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"Today: a scholarly reading. S. G. Dani is a respected mathematician at TIFR/IIT Bombay. He published this critique in 1993."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min silent reading of Dani (1993).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they read, students note in their workbook: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Dani's three main critiques (in their own words).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sentence from the text that struck them.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they want to ask.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compiles Dani's three main critiques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manuscript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Atharva-veda Pariśiṣṭa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containing these 16 sūtras has ever been produced.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Sanskrit style of the sūtras (as Tirthaji presents them) is more recent than Vedic.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mathematical techniques have 19th–early-20th-century European parallels (Trachtenberg etc.); calling them "Vedic" overstates the cultural specificity.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these critiques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Does Dani steel-man Tirthaji?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absence of a manuscript = absence of the tradition?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sūtras are 20th-century, does that diminish their value?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the path forward: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sūtras might NOT be Vedic AND might still be a real Indian intellectual achievement. The two are not in opposition. Tirthaji's achievement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and codification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even if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doesn't survive scrutiny."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response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writes 1 paragraph (4–5 sentences):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your current best position on whether 'Vedic mathematics' is fairly named?"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7: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structured debate. Pick your position."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Plofker (2009) Ch. 1 too. Compare Plofker's broader history with Dani's specific critique.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Dani's three critiques as written; the synthesis reasoning is the goal.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students will react defensively to Dani's critique. Honour the reaction; don't dismiss it. Ask: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Dani's strongest claim? What's his weakest?"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Dani's tone is firm but not dismissive. Model that tone.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Dani, S. G. (1993). "Myths and Reality: On Vedic Mathematics."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Reprinted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Resonance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(October 2001).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2026-05-28T06:02:35Z</dcterms:created>
  <dcterms:modified xsi:type="dcterms:W3CDTF">2026-05-28T06:02:35Z</dcterms:modified>
</cp:coreProperties>
</file>