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The Historicity Question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Dani's "Myths and Reality: On Vedic Mathematics" and identify Dani's three main critiques of Tirthaji's provenance claim.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copy of Dani (1993/2001) — full text or teacher-prepared synopsis – Tirthaji's preface (handout from Day 1) – Quiet reading 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"Today: a scholarly reading. S. G. Dani is a respected mathematician at TIFR/IIT Bombay. He published this critique in 1993."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20 min silent reading of Dani (1993). – As they read, students note in their workbook:   – Dani's three main critiques (in their own words).   – One sentence from the text that struck them.   – One question they want to ask.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response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Each student writes 1 paragraph (4–5 sentences):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is your current best position on whether 'Vedic mathematics' is fairly named?"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structured debate. Pick your position."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Plofker (2009) Ch. 1 too. Compare Plofker's broader history with Dani's specific critique.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Dani's three critiques as written; the synthesis reasoning is the goal.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Some students will react defensively to Dani's critique. Honour the reaction; don't dismiss it.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is Dani's strongest claim? What's his weakest?"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Dani's tone is firm but not dismissive. Model that tone.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Dani, S. G. (1993). "Myths and Reality: On Vedic Mathematics."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Frontline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Reprinted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Resonance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(October 2001).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2026-05-28T04:30:03Z</dcterms:created>
  <dcterms:modified xsi:type="dcterms:W3CDTF">2026-05-28T04:30:03Z</dcterms:modified>
</cp:coreProperties>
</file>