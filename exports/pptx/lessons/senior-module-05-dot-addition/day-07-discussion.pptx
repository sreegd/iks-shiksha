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Discussion: How Should We Frame "Vedic Mathematics"?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and defend a labelling position with at least one citation and one steel-manned counter.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reading response in hand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positions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Position · One-line claim.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— Defend "Vedic"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label "Vedic mathematics" is appropriate; Tirthaji's attribution should be defended.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— Drop "Vedic"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label is misleading; call it "Tirthaji's 16 sūtras" or "Indian mental arithmetic."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— Keep "Vedic" with caveat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Use Tirthaji's label but with a footnote noting the contested provenance.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Debate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min: self-select into groups by position.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min: groups prep — 2 main arguments + 1 steel-manned counter to each opposing position + 1 citation to use.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min: structured debate (4 min per group).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min: open floor cross-questions.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Oral assessment (during debate)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uses same rubric as Module 2 Senior Day 7 — positions, evidence, counter-argument, listening.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student reflections: did anyone's position shift?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 don't have to commit to a position tonight. But by Day 8, you'll choose a paper topic, and the position you defend in the paper might be different from the one you defended today. That's OK."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Take a position you DON'T agree with. Defend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your Day 6 reading response as your speaking notes.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debate is more politically loaded than the Module 2 debate. Some students' families have strong feelings. Model respect.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"Position C" hybrid is often the strongest scholarly position — but defend it on its merits, not as a compromise.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(1965), Preface.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Dani (1993).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Plofker (2009) optional.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2026-05-28T06:02:40Z</dcterms:created>
  <dcterms:modified xsi:type="dcterms:W3CDTF">2026-05-28T06:02:40Z</dcterms:modified>
</cp:coreProperties>
</file>