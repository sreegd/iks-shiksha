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Summative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complete summative quiz and submit 5–6 page paper.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– Stopwatch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35 marks. MC, sūtra identification, dot method + base-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sūtra-application, short answer on historicity,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submission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Submit printed paper or upload. – Teacher quick-checks: title page + thesis, page count, works-cited.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who finish early start the next module's prerequisite reading.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Open-notebook quiz for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Mark papers within 5 school days. – Math-track papers: check the proof for correctness. – History-track papers: check that Dani is steel-manned, not strawmanned.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2026-05-28T04:30:19Z</dcterms:created>
  <dcterms:modified xsi:type="dcterms:W3CDTF">2026-05-28T04:30:19Z</dcterms:modified>
</cp:coreProperties>
</file>