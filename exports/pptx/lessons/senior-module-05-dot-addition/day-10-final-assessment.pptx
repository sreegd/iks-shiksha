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complete summative quiz and submit 5–6 page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 MC, sūtra identification, dot method + base-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sūtra-application, short answer on historicity,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Paper 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 printed paper or upload.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quick-checks: title page + thesis, page count, works-cited.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None.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who finish early start the next module's prerequisite reading.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Open-notebook quiz for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 papers within 5 school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Math-track papers: check the proof for correctness.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History-track papers: check that Dani is steel-manned, not strawmanned.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2026-05-28T06:02:53Z</dcterms:created>
  <dcterms:modified xsi:type="dcterms:W3CDTF">2026-05-28T06:02:53Z</dcterms:modified>
</cp:coreProperties>
</file>