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 + Counter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Bindu Paddhati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reaches at least 2 drafted pages including a counter-argument and response.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In-progress drafts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Brief: today's focus is the counter-argument.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Drafting + buddy work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1 (15 min) — Draft body.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Quiet writing.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2 (15 min) — Counter-argument workshop.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Buddy pair-up (match math + history when possible — fresh eyes). – Read each other's drafts. – Each pair gives the strongest counter to the other's thesis. – Student notes the counter and decides response.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764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3 (5 min) — Incorporate.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the counter-argument paragraph or sketches its placement.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 students share the best counter they discovered. – Outline-to-date submitted.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Finish complete draft.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distinct counter-arguments — different angles.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Submit detailed outline + 1 paragraph if a full draft isn't ready.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Cross-track buddy pairing (math + history) often yields strong counters because the perspectives differ.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2026-05-28T04:30:15Z</dcterms:created>
  <dcterms:modified xsi:type="dcterms:W3CDTF">2026-05-28T04:30:15Z</dcterms:modified>
</cp:coreProperties>
</file>