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Project Session 2: Draft + Counter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Bindu Paddhati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student reaches at least 2 drafted pages including a counter-argument and response.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In-progress drafts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Brief: today's focus is the counter-argument.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Drafting + buddy work (35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 (15 min) — Draft body.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Quiet writing.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 (15 min) — Counter-argument workshop.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Buddy pair-up (match math + history when possible — fresh eyes).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each other's drafts.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pair gives the strongest counter to the other's thesis.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notes the counter and decides response.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Drafting + buddy work (35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3 (5 min) — Incorporate.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the counter-argument paragraph or sketches its placement.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students share the best counter they discovered.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Outline-to-date submitted.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 complete draft. Bring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distinct counter-arguments — different angles.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Submit detailed outline + 1 paragraph if a full draft isn't ready.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Cross-track buddy pairing (math + history) often yields strong counters because the perspectives differ.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2026-05-28T06:02:49Z</dcterms:created>
  <dcterms:modified xsi:type="dcterms:W3CDTF">2026-05-28T06:02:49Z</dcterms:modified>
</cp:coreProperties>
</file>