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Design Your 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Create a personalised 4×4 or 5×5 magic square as visual art.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kothumi vidhi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kothumi vidhi; lit. "Nārāyaṇa's algorithm for odd-order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Design Your Own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2026-05-25T08:47:09Z</dcterms:created>
  <dcterms:modified xsi:type="dcterms:W3CDTF">2026-05-25T08:47:09Z</dcterms:modified>
</cp:coreProperties>
</file>