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Design Your Own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Create a personalised 4×4 or 5×5 magic square as visual art.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Make YOUR OWN magic square as art!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Choose ANY 9 numbers (or use 1-9). Make a 3×3 grid where all rows add to the same. Decorate it!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example: a magic square shaped like a flower, with colours on each number.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"Math + art = magic!"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draw, colour, and write their magic number at the top.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2026-05-28T05:40:09Z</dcterms:created>
  <dcterms:modified xsi:type="dcterms:W3CDTF">2026-05-28T05:40:09Z</dcterms:modified>
</cp:coreProperties>
</file>