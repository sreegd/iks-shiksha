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Stair-Step Method (Nārāyaṇa)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Apply Nārāyaṇa's algorithm to build a 5×5 square.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Stair-Step Method (Nārāyaṇa)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2026-05-25T08:46:43Z</dcterms:created>
  <dcterms:modified xsi:type="dcterms:W3CDTF">2026-05-25T08:46:43Z</dcterms:modified>
</cp:coreProperties>
</file>