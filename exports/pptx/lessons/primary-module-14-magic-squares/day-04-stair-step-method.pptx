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Stair-Step Method (Nārāyaṇa)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Apply Nārāyaṇa's algorithm to build a 5×5 square.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Big-kid trick! Nārāyaṇa (an Indian mathematician 700 years ago) taught how to BUILD a magic square step-by-step.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on the board: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9186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the top-middle.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1, jump UP-and-RIGHT to put 2... but you fall off the top!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Wrap to the bottom row (same column).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going!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16125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pattern looks like a horse jumping.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why he called it the horse-step!"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4507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watch the teacher build a 3×3 step-by-step.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2026-05-28T04:13:22Z</dcterms:created>
  <dcterms:modified xsi:type="dcterms:W3CDTF">2026-05-28T04:13:22Z</dcterms:modified>
</cp:coreProperties>
</file>