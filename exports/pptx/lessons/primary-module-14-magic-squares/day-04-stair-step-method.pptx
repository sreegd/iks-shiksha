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Stair-Step Method (Nārāyaṇa)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Magic Squares — Bhadragaṇita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Apply Nārāyaṇa's algorithm to build a 5×5 square.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Notebook, pencils, drawing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bhadra-gaṇita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bhadra-gaṇita; lit. ""auspicious arithmetic" — the Indian term for magic squares")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Big-kid trick! Nārāyaṇa (an Indian mathematician 700 years ago) taught how to BUILD a magic square step-by-step.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 the top-middle.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From 1, jump UP-and-RIGHT to put 2... but you fall off the top!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Wrap to the bottom row (same column).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 going!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2751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pattern looks like a horse jumping.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"That's why he called it the horse-step!"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watch the teacher build a 3×3 step-by-step.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 3×3 Magic-Square Tournament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Citations belong in teacher notes only, not in student-facing material at this band.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 new Sanskrit terms to one per lesson, repeated several times.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2026-05-28T05:39:45Z</dcterms:created>
  <dcterms:modified xsi:type="dcterms:W3CDTF">2026-05-28T05:39:45Z</dcterms:modified>
</cp:coreProperties>
</file>