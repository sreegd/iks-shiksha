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4×4 and the Khajuraho Square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Examine the Khajuraho inscription and its panel-magic property.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4×4 and the Khajuraho Square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2026-05-25T08:46:53Z</dcterms:created>
  <dcterms:modified xsi:type="dcterms:W3CDTF">2026-05-25T08:46:53Z</dcterms:modified>
</cp:coreProperties>
</file>