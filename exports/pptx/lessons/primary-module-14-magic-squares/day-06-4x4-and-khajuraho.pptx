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4×4 and the Khajuraho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Examine the Khajuraho inscription and its panel-magic property.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4×4 magic squares are also amazing! In INDIA, there's one carved on a temple wall — the Khajuraho square. About 1000 years old!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picture.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rows = 34, all columns = 34. Even small 2x2 boxes inside = 34!"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4×4 grid and copy the numbers. They check: do the rows add to 34? Try one!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2026-05-28T05:39:54Z</dcterms:created>
  <dcterms:modified xsi:type="dcterms:W3CDTF">2026-05-28T05:39:54Z</dcterms:modified>
</cp:coreProperties>
</file>