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Practice — 5×5 and 7×7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Magic Squares — Bhadragaṇita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the method on multiple odd-order squares.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siddhāṅka (modern coinage)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siddhāṅka (modern coinage); lit. "the common sum of all rows/columns/diagonals")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Today: try a BIGGER magic square — 5×5!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433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Place 1 in the top-middle. Step up-right. Wrap when needed. Keep going to 25.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It looks confusing at first, but the rule is the same. The magic number for 5×5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65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(all rows, columns, diagonals add to 65).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try with the teacher's help. Most won't finish — that's OK! Just enjoy the start.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2026-05-28T05:39:50Z</dcterms:created>
  <dcterms:modified xsi:type="dcterms:W3CDTF">2026-05-28T05:39:50Z</dcterms:modified>
</cp:coreProperties>
</file>