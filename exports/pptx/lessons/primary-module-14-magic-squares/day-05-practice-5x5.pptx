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Practice — 5×5 and 7×7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Use the method on multiple odd-order squares.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siddhāṅka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siddhāṅka (modern coinage); lit. "the common sum of all rows/columns/diagonals")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Practice — 5×5 and 7×7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2026-05-25T08:46:48Z</dcterms:created>
  <dcterms:modified xsi:type="dcterms:W3CDTF">2026-05-25T08:46:48Z</dcterms:modified>
</cp:coreProperties>
</file>