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Historical Context — Nārāyaṇa and Predecessors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Place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14th c. Indian math.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bhadra-gaṇita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bhadra-gaṇita; lit. ""auspicious arithmetic" — the Indian term for magic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Nārāyaṇa Paṇḍita lived in India about 700 years ago. He wrote a book about magic squares!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His book is called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("Moonlight of Math"). Book 14 is all about magic squares.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(drawn) picture of Nārāyaṇa with a manuscript.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"Maths heroes from long ago!"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a magic square inside a "book" outline.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2026-05-28T05:39:59Z</dcterms:created>
  <dcterms:modified xsi:type="dcterms:W3CDTF">2026-05-28T05:39:59Z</dcterms:modified>
</cp:coreProperties>
</file>