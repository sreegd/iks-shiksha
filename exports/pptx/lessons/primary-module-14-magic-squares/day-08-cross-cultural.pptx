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Cross-Cultural — Lo Shu and Dürer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Magic Squares — Bhadragaṇita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Compare Indian, Chinese (Lo Shu), and European (Dürer 1514) magic squares.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siddhāṅka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siddhāṅka (modern coinage); lit. "the common sum of all rows/columns/diagonals")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Magic squares are found ALL OVER THE WORLD!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2125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🇨🇳 China: Lo Shu legend — a turtle's shell!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🇮🇳 India: Khajuraho temple wall!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🇩🇪 Germany: Dürer's painting!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62041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4 small pictures.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"People everywhere love magic squares!"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90988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picks one tradition and draws a tiny picture (turtle, temple, painting).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2026-05-28T04:13:39Z</dcterms:created>
  <dcterms:modified xsi:type="dcterms:W3CDTF">2026-05-28T04:13:39Z</dcterms:modified>
</cp:coreProperties>
</file>