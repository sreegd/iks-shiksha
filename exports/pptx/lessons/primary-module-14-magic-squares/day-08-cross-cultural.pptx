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Indian, Chinese (Lo Shu), and European (Dürer 1514)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 squares are found ALL OVER THE WORLD!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🇨🇳 China: Lo Shu legend — a turtle's shell!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🇮🇳 India: Khajuraho temple wall!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🇩🇪 Germany: Dürer's painting!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4 small pictures.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everywhere love magic squares!"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tradition and draws a tiny picture (turtle, temple, painting).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2026-05-28T05:40:04Z</dcterms:created>
  <dcterms:modified xsi:type="dcterms:W3CDTF">2026-05-28T05:40:04Z</dcterms:modified>
</cp:coreProperties>
</file>