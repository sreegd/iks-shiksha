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Cross-Cultural — Lo Shu and Dürer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Compare Indian, Chinese (Lo Shu), and European (Dürer 1514) magic squares.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siddhāṅka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siddhāṅka (modern coinage); lit. "the common sum of all rows/columns/diagonals")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Cross-Cultural — Lo Shu and Dürer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2026-05-25T08:47:03Z</dcterms:created>
  <dcterms:modified xsi:type="dcterms:W3CDTF">2026-05-25T08:47:03Z</dcterms:modified>
</cp:coreProperties>
</file>