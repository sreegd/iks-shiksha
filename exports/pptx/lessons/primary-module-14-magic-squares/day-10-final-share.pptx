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Share and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Magic Squares — Bhadragaṇita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Present design + summative quiz.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bhadra-gaṇita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bhadra-gaṇita; lit. ""auspicious arithmetic" — the Indian term for magic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Final day! Show your magic square art.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shows + says one thing they liked. Cheer for each.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8332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Quiz with stickers — everyone gets a "Magic Squares" sticker.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1227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End: chant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"Bhadragaṇita! Magic numbers!"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2026-05-28T04:13:47Z</dcterms:created>
  <dcterms:modified xsi:type="dcterms:W3CDTF">2026-05-28T04:13:47Z</dcterms:modified>
</cp:coreProperties>
</file>