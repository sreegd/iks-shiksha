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10 — Final Share and Assessment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Magic Squares — Bhadragaṇita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Present design + summative quiz.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Notebook, pencils, drawing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bhadra-gaṇita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bhadra-gaṇita; lit. ""auspicious arithmetic" — the Indian term for magic squares")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Final day! Show your magic square art.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3770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shows + says one thing they liked. Cheer for each.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192717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Quiz with stickers — everyone gets a "Magic Squares" sticker.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End: chant —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"Bhadragaṇita! Magic numbers!"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Class 3×3 Magic-Square Tournament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Citations belong in teacher notes only, not in student-facing material at this band.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Keep new Sanskrit terms to one per lesson, repeated several times.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2026-05-28T05:40:14Z</dcterms:created>
  <dcterms:modified xsi:type="dcterms:W3CDTF">2026-05-28T05:40:14Z</dcterms:modified>
</cp:coreProperties>
</file>