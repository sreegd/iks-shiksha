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87A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10 — Final Share and Assessment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Magic Squares — Bhadragaṇita (Primary)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30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Goal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Present design + summative quiz.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Notebook, pencils, drawing paper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(See lesson-plan.md for any day-specific materials)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Settle + chant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Daily chant or breathing exercise.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Story recall (4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Briefly recall yesterday's lesson by asking: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"What's one thing you remember from yesterday?"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Today's idea (10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bhadra-gaṇita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(IAST: bhadra-gaṇita; lit. ""auspicious arithmetic" — the Indian term for magic squares")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5432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Final day! Show your magic square art.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154379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Each child shows + says one thing they liked. Cheer for each.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1833265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Quiz with stickers — everyone gets a "Magic Squares" sticker.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06301" y="2122736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End: chant —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"Bhadragaṇita! Magic numbers!"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Activity (8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32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 simplified version of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Class 3×3 Magic-Square Tournament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activities/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). Draw, sing, or act it out.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Each child shares one word that describes today.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32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homework.md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Citations belong in teacher notes only, not in student-facing material at this band. – Keep new Sanskrit terms to one per lesson, repeated several times. – If energy is low, swap the activity for free drawing.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Primary</dc:title>
  <dc:subject>PptxGenJS Presentation</dc:subject>
  <dc:creator>IKS Curriculum</dc:creator>
  <cp:lastModifiedBy>IKS Curriculum</cp:lastModifiedBy>
  <cp:revision>1</cp:revision>
  <dcterms:created xsi:type="dcterms:W3CDTF">2026-05-25T16:24:39Z</dcterms:created>
  <dcterms:modified xsi:type="dcterms:W3CDTF">2026-05-25T16:24:39Z</dcterms:modified>
</cp:coreProperties>
</file>