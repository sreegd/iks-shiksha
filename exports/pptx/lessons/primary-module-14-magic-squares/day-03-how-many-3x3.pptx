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How Many 3×3 Magic Squares?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 the equivalence classes (up to symmetry).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How many ways can we make a 3×3 magic square?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2-7-6 / 9-5-1 / 4-3-8 square. Rotate the paper 90° — STILL magic! Rotate again — still! Reflect (mirror) — still!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8 ways! But they're all REALLY the same square — just turned around."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try rotating their own magic square paper. They count the rotations.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2026-05-25T16:24:03Z</dcterms:created>
  <dcterms:modified xsi:type="dcterms:W3CDTF">2026-05-25T16:24:03Z</dcterms:modified>
</cp:coreProperties>
</file>