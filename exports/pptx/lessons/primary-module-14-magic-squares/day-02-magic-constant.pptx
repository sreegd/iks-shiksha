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Magic Constant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why 3×3 with 1–9 must sum to 15 per 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MAGIC NUMBER for 3×3 is 15. Why 15?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Add all the numbers from 1 to 9: 1+2+3+4+5+6+7+8+9 = 45.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3285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Spread 45 across 3 rows: 45 /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So each row must equal 15!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a 4×4 magic square (using 1 to 16), what's the magic number?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1+2+...+16 = 136. / 4 rows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"There's a pattern!"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2026-05-28T05:39:35Z</dcterms:created>
  <dcterms:modified xsi:type="dcterms:W3CDTF">2026-05-28T05:39:35Z</dcterms:modified>
</cp:coreProperties>
</file>