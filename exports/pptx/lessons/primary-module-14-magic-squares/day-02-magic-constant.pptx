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Magic Constant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why 3×3 with 1–9 must sum to 15 per row.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Magic Constant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2026-05-25T08:46:32Z</dcterms:created>
  <dcterms:modified xsi:type="dcterms:W3CDTF">2026-05-25T08:46:32Z</dcterms:modified>
</cp:coreProperties>
</file>