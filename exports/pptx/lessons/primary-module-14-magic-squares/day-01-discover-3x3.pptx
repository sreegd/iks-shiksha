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Discover the 3×3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the unique 3×3 magic square with 1–9 by trial.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BIG puzzle! Put the numbers 1 to 9 in a 3×3 grid. Each row, column, and diagonal should add to the SAME number!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work in pairs. Try, fail, try again.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Hint after 5 min: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"5 always goes in the middle."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360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answer: 2-7-6 / 9-5-1 / 4-3-8. All rows = 15! All columns = 15! Even diagonals = 15! MAGIC!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2026-05-25T16:23:53Z</dcterms:created>
  <dcterms:modified xsi:type="dcterms:W3CDTF">2026-05-25T16:23:53Z</dcterms:modified>
</cp:coreProperties>
</file>