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complete a 30-problem mental subtraction sprint.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30-problem mental sprint.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Mix: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Nikhilam (subtract from 10, 100, 1000, 10000) — 15 problems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Add-the-complement (general subtractions) — 10 problems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cases (trailing zeros, single-digit) — 5 problems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379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5-minute timer.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Silence. Pen on paper.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Pair-mark.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Swap and check.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Distribution analysis.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"Where did errors cluster?"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likely: edge cases (trailing zeros), large complements (10000 case).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best.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Record score; set target for next sprint.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Speed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2026-05-28T06:06:24Z</dcterms:created>
  <dcterms:modified xsi:type="dcterms:W3CDTF">2026-05-28T06:06:24Z</dcterms:modified>
</cp:coreProperties>
</file>