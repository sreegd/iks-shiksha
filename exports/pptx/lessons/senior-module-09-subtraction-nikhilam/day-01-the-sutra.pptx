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1 — The Sūtra — All from 9, Last from 10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Subtraction — Nikhilam (All from 9)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compute the complement of any 2-digit number to 100.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Nikhilaṁ Navataścaramaṁ Daśataḥ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Nikhilaṁ Navataścaramaṁ Daśataḥ; lit. ""all from 9, the last from 10"")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Primary source (today's reading)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Bharati Krishna Tirthaji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Pose the question.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100 − 47?"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Most students compute 53 by borrowing. Ask: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1000 − 437?"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Trickier — the borrowing chains. Today's method removes the chain entirely.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the sūtra.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Nikhilaṁ Navataścaramaṁ Daśataḥ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"all from 9, the last from 10." Write the Sanskrit and IAST on the board.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206171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to 100 − 47.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Subtract each digit of 47 from 9, except the last which is from 10: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432447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4 from 9 = 5 – 7 from 10 = 3 – Answer: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No borrowing.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734568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recognition.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1000 − 437: 9-4=5, 9-3=6, 10-7=3 →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Verify: 437 + 563 = 1000. 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3117949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note.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Tirthaji's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Vedic Mathematics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(1965), sūtra #2. Honest history: this is one of the more solidly-rooted methods in older Indian and Arabic arithmetic traditions (decimal complement was widely used pre-modern). Independent practice: 10 problems on the worksheet.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Complement Flashcards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The Sūtra — All from 9, Last from 10.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2026-05-28T04:32:37Z</dcterms:created>
  <dcterms:modified xsi:type="dcterms:W3CDTF">2026-05-28T04:32:37Z</dcterms:modified>
</cp:coreProperties>
</file>