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 — The Sūtra — All from 9, Last from 10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Subtraction — Nikhilam (All from 9)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compute the complement of any 2-digit number to 100.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Nikhilaṁ Navataścaramaṁ Daśataḥ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Nikhilaṁ Navataścaramaṁ Daśataḥ; lit. ""all from 9, the last from 10"")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Primary source (today's reading)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Bharati Krishna Tirthaji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Complement Flashcards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The Sūtra — All from 9, Last from 10.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2026-05-25T09:27:41Z</dcterms:created>
  <dcterms:modified xsi:type="dcterms:W3CDTF">2026-05-25T09:27:41Z</dcterms:modified>
</cp:coreProperties>
</file>