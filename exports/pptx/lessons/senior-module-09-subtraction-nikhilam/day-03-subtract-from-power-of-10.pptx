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Subtract from a Power of 10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1000−567 and similar instantly.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clean application.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Whenever we're subtracting from 10^k (10, 100, 1000, 10000, ...), Nikhilam gives the answer directly. No borrowing, no carries.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examples.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10 − 4 = 6 (4 from 10)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100 − 37 = 63 (3 from 9, 7 from 10)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1000 − 268 = 732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10000 − 1547 = 8453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Practical use case.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Computing change at a shop.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"You paid ₹1000 for an item costing ₹427. How much change?"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Nikhilam: 9-4=5, 9-2=7, 10-7=3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₹573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Mental math, no paper.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with traditional subtraction.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Have students cross-check 2 problems by the borrowing method. Same answer. The Nikhilam is just a smarter procedure for the same arithmetic.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discussion.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"When IS Nikhilam genuinely faster than borrowing? When does borrowing keep up?"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(Borrowing keeps up for small numbers like 10−4. Nikhilam dominates for larger powers.)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Subtract from a Power of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2026-05-28T06:05:55Z</dcterms:created>
  <dcterms:modified xsi:type="dcterms:W3CDTF">2026-05-28T06:05:55Z</dcterms:modified>
</cp:coreProperties>
</file>