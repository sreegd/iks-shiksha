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Bar Model Proof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draw a visual proof using bar models and number lines.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a bar of length 100.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Cut a section of length 37 from the right end. Label the remaining bar.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 using 99.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Show that the bar of 100 = bar of 99 + bar of 1. The bar of 99 is easy to subtract from (every digit is 9).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mapping to digits.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267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Top row: 99 partitioned into a section of 37 and a section of (99−37) = 62.    – Bottom row: add the unit 1, splitting it into the rightmost cell.    – Result: (99−37)+1 = 100−37 = 63.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4215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Generalise visually.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Show the same bar-decomposition for 1000−437. The leading 9s allow digit-wise subtraction without borrow; the +1 at the end bumps the last digit.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33122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task.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draws their own bar-model proof for 1000 − 248 = 752 and submits as proof of understanding.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Bar Model Proof.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2026-05-28T04:32:59Z</dcterms:created>
  <dcterms:modified xsi:type="dcterms:W3CDTF">2026-05-28T04:32:59Z</dcterms:modified>
</cp:coreProperties>
</file>