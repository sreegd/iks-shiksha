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Bar Model Proof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draw a visual proof using bar models and number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Bar Model Proof.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2026-05-25T09:28:08Z</dcterms:created>
  <dcterms:modified xsi:type="dcterms:W3CDTF">2026-05-25T09:28:08Z</dcterms:modified>
</cp:coreProperties>
</file>