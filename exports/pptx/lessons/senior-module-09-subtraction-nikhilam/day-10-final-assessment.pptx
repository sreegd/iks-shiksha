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10 — Final 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Subtraction — Nikhilam (All from 9)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take the summative quiz.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pratiyogi (modern coinage)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pratiyogi (modern coinage); lit. "the number that adds to a base")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 Flashcards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Final Assessment.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2026-05-25T09:28:30Z</dcterms:created>
  <dcterms:modified xsi:type="dcterms:W3CDTF">2026-05-25T09:28:30Z</dcterms:modified>
</cp:coreProperties>
</file>