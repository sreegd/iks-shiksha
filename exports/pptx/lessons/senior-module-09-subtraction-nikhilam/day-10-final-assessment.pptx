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take the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essay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"In 200 words, explain Nikhilam to a younger student. Use one worked example and one limit-case."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Computation, algebraic proof, two's-complement connection.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80766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Computer-subtraction explainer project share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presents their poster (see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888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number-sense habit from this module you'll keep using?"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shares one sentence.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7793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Linkage.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Tomorrow Module 11 builds the multiplication side of Nikhilam — same sūtra, different application.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2026-05-28T04:33:17Z</dcterms:created>
  <dcterms:modified xsi:type="dcterms:W3CDTF">2026-05-28T04:33:17Z</dcterms:modified>
</cp:coreProperties>
</file>