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5D1D2E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Day 4 — General Subtraction via Complements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Subtraction — Nikhilam (All from 9)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Senior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end of this lesson, students will: use add-the-complement trick for arbitrary subtractions.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Whiteboard / chart paper – Notebook, pen per student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Vocabulary introduced today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pratiyogi (modern coinage)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(IAST: pratiyogi (modern coinage); lit. "the number that adds to a base")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Daily check-in: one-sentence response to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remember about yesterday's lesson?"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Hook: introduce a phenomenon or question that motivates today's concept.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Core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Beyond powers of 10.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Most real subtractions aren't from a clean 10^k. So how does Nikhilam help with, say, 6347 − 2589?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"add-the-complement" trick.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Rewrite: 6347 − 2589 = 6347 + (10000 − 2589) − 10000 = 6347 + (complement of 2589) − 10000.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2049066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Complement of 2589 to 10000: 9-2=7, 9-5=4, 9-8=1, 10-9=1 → 7411.    – 6347 + 7411 = 13758.    – 13758 − 10000 = 3758.    – Check: 6347 − 2589 = 3758. ✓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4901" y="2564457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When is this faster?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When the borrowing in standard subtraction would chain through many digits, the complement method skips it entirely. For simple subtractions, standard is fine.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34901" y="3153519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Worksheet.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8 problems, mixed: some clean Nikhilam, some general using add-the-complement.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4901" y="3536900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Reflection.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"Which method-type did you find genuinely faster? Which felt the same?"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Honest answers — Nikhilam is a tool, not a universal speed-up.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scaled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Complement Flashcards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). Today's slice: focus on the part of the activity that reinforces General Subtraction via Complements.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Wrap-up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One-sentence exit ticket: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"What's one thing you learned today?"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– Preview tomorrow.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for today's task.)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Extension: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offer one open question or extra problem for fast finishers.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Support: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pair students who need scaffolds; offer partial outlines.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5D1D2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99792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– Citations: at least one quoted verse with citation per module. Day 1 already includes one if applicable; you may add more. – Connect to prior modules where natural (especially Module 2 pañcabhūta).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Senior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Senior</dc:title>
  <dc:subject>PptxGenJS Presentation</dc:subject>
  <dc:creator>IKS Curriculum</dc:creator>
  <cp:lastModifiedBy>IKS Curriculum</cp:lastModifiedBy>
  <cp:revision>1</cp:revision>
  <dcterms:created xsi:type="dcterms:W3CDTF">2026-05-28T04:32:50Z</dcterms:created>
  <dcterms:modified xsi:type="dcterms:W3CDTF">2026-05-28T04:32:50Z</dcterms:modified>
</cp:coreProperties>
</file>