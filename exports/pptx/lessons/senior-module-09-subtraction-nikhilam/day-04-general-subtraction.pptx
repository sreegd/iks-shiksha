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General Subtraction via Complements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use add-the-complement trick for arbitrary subtractions.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pratiyogi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pratiyogi (modern coinage); lit. "the number that adds to a base")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powers of 10.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Most real subtractions aren't from a clean 10^k. So how does Nikhilam help with, say, 6347 − 2589?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"add-the-complement" trick.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Rewrite: 6347 − 2589 = 6347 + (10000 − 2589) − 10000 = 6347 + (complement of 2589) − 10000.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4906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Complement of 2589 to 10000: 9-2=7, 9-5=4, 9-8=1, 10-9=1 → 7411.    – 6347 + 7411 = 13758.    – 13758 − 10000 = 3758.    – Check: 6347 − 2589 = 3758. 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56445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is this faster?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When the borrowing in standard subtraction would chain through many digits, the complement method skips it entirely. For simple subtractions, standard is fine.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15351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Worksheet.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8 problems, mixed: some clean Nikhilam, some general using add-the-complement.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53690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method-type did you find genuinely faster? Which felt the same?"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Honest answers — Nikhilam is a tool, not a universal speed-up.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General Subtraction via Complements.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2026-05-25T16:39:07Z</dcterms:created>
  <dcterms:modified xsi:type="dcterms:W3CDTF">2026-05-25T16:39:07Z</dcterms:modified>
</cp:coreProperties>
</file>