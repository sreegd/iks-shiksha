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General Subtraction via Complements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use add-the-complement trick for arbitrary subtractions.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General Subtraction via Complements.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2026-05-25T09:27:57Z</dcterms:created>
  <dcterms:modified xsi:type="dcterms:W3CDTF">2026-05-25T09:27:57Z</dcterms:modified>
</cp:coreProperties>
</file>