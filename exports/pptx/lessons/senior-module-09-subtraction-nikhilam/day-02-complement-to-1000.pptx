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2 — Complement to 1000 and Beyond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Subtraction — Nikhilam (All from 9)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compute complements to 1000 and 10000 mentally.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pratiyogi (modern coinage)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pratiyogi (modern coinage); lit. "the number that adds to a base")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complement.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complement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base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− 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Today we find complements to 1000 mentally.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37705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738 → 9-7=2, 9-3=6, 10-8=2 →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Check: 738 + 262 = 1000. ✓ – 405 → 9-4=5, 9-0=9, 10-5=5 →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595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Check: 405 + 595 = 1000. ✓ – 999 → 0, 0, 1 →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001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Edge case: trailing 9s carry differently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"all from 9 except the LAST non-zero digit, which is from 10."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366367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"trailing zero" caveat.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730 (ends in 0): treat the last non-zero digit as the one from 10. 730 → 9-7=2, 10-3=7, 0 →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Or equivalently: complement 73 to 100 (= 27), append the trailing 0 → 270.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955429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algebra.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&lt; 10^k, the complement is (10^k − 1) − N + 1 = (10^k − N). The "all from 9 last from 10" procedure computes this digit-by-digit.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544491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15-problem mental sprint, complements to 1000 only. 5 minutes.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 Flashcards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Complement to 1000 and Beyond.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2026-05-25T16:38:56Z</dcterms:created>
  <dcterms:modified xsi:type="dcterms:W3CDTF">2026-05-25T16:38:56Z</dcterms:modified>
</cp:coreProperties>
</file>