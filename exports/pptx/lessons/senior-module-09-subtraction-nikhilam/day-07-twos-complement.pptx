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Two's Complement in Computers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Subtraction — Nikhilam (All from 9)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show how the same idea underlies binary computer subtraction.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Nikhilaṁ Navataścaramaṁ Daśataḥ; lit. ""all from 9, the last from 10"")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Two's Complement in Computers.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2026-05-25T09:28:14Z</dcterms:created>
  <dcterms:modified xsi:type="dcterms:W3CDTF">2026-05-25T09:28:14Z</dcterms:modified>
</cp:coreProperties>
</file>