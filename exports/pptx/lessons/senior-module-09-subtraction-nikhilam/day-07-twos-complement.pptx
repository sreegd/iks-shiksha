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5D1D2E"/>
                </a:solidFill>
                <a:latin typeface="Times New Roman" pitchFamily="34" charset="0"/>
                <a:ea typeface="Times New Roman" pitchFamily="34" charset="-122"/>
                <a:cs typeface="Times New Roman" pitchFamily="34" charset="-120"/>
              </a:rPr>
              <a:t>Day 7 — Two's Complement in Computers</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Module: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Subtraction — Nikhilam (All from 9)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Band: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Senior ·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Time: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Learning objective</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By the end of this lesson, students will: show how the same idea underlies binary computer subtraction.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Materials</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Whiteboard / chart paper</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Notebook, pen per student</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(See lesson-plan.md for any day-specific materials)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Vocabulary introduced today</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A1A1A"/>
                </a:solidFill>
                <a:latin typeface="Georgia" pitchFamily="34" charset="0"/>
                <a:ea typeface="Georgia" pitchFamily="34" charset="-122"/>
                <a:cs typeface="Georgia" pitchFamily="34" charset="-120"/>
              </a:rPr>
              <a:t>Nikhilaṁ Navataścaramaṁ Daśataḥ</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(IAST: Nikhilaṁ Navataścaramaṁ Daśataḥ; lit. ""all from 9, the last from 10"")</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Warm-up (5 min)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Daily check-in: one-sentence response to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remember about yesterday's lesson?"</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Hook: introduce a phenomenon or question that motivates today's concept.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Bridge to computing.</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Modern computers don't have a subtraction circuit — they have an ADDER circuit. They subtract by adding the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two's complement</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of the subtrahend. This is the same Nikhilam idea, in binary.</a:t>
            </a:r>
            <a:endParaRPr lang="en-US" sz="1200" dirty="0"/>
          </a:p>
        </p:txBody>
      </p:sp>
      <p:sp>
        <p:nvSpPr>
          <p:cNvPr id="5" name="Text 3"/>
          <p:cNvSpPr/>
          <p:nvPr/>
        </p:nvSpPr>
        <p:spPr>
          <a:xfrm>
            <a:off x="634901" y="1472654"/>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Binary Nikhilam.</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For an 8-bit number:</a:t>
            </a:r>
            <a:endParaRPr lang="en-US" sz="1200" dirty="0"/>
          </a:p>
        </p:txBody>
      </p:sp>
      <p:sp>
        <p:nvSpPr>
          <p:cNvPr id="6" name="Text 4"/>
          <p:cNvSpPr/>
          <p:nvPr/>
        </p:nvSpPr>
        <p:spPr>
          <a:xfrm>
            <a:off x="634901" y="1856036"/>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One's complement: flip every bit (= "all from 1," the binary analogue of "all from 9").</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Two's complement: one's complement + 1.</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Worked example.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Compute 9 − 5 in 8-bit binary:</a:t>
            </a:r>
            <a:endParaRPr lang="en-US" sz="1200" dirty="0"/>
          </a:p>
        </p:txBody>
      </p:sp>
      <p:sp>
        <p:nvSpPr>
          <p:cNvPr id="5" name="Text 3"/>
          <p:cNvSpPr/>
          <p:nvPr/>
        </p:nvSpPr>
        <p:spPr>
          <a:xfrm>
            <a:off x="634901" y="1266974"/>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5 = 00000101</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Flip: 11111010 (one's complement)</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Add 1: 11111011 (two's complement)</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Add to 9 = 00001001: 00001001 + 11111011 = 100000100, drop the overflow bit → 00000100 = 4. ✓</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Source.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D.E. Knuth,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The Art of Computer Programming</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vol. 2 — full treatment.</a:t>
            </a:r>
            <a:endParaRPr lang="en-US" sz="1200" dirty="0"/>
          </a:p>
        </p:txBody>
      </p:sp>
      <p:sp>
        <p:nvSpPr>
          <p:cNvPr id="5" name="Text 3"/>
          <p:cNvSpPr/>
          <p:nvPr/>
        </p:nvSpPr>
        <p:spPr>
          <a:xfrm>
            <a:off x="634901" y="1266974"/>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Critical-thinking close.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"The Nikhilam sūtra (or its decimal-complement principle) and binary two's complement both date their origins to vastly different traditions and eras. What does this tell us about (a) the universality of certain algorithmic ideas and (b) the limits of cultural-priority claims?"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Activity (15 min)</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 scaled version of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Complement Flashcards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activities/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Today's slice: focus on the part of the activity that reinforces Two's Complement in Computers.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Wrap-up (5 min)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One-sentence exit ticket: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"What's one thing you learned today?"</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Preview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Homework</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(See </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homework.md</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for today's task.)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Extension:</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offer one open question or extra problem for fast finishers.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Support:</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pair students who need scaffolds; offer partial outlines.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Teacher notes</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Citations: at least one quoted verse with citation per module. Day 1 already includes one if applicable; you may add more.</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Connect to prior modules where natural (especially Module 2 pañcabhūta).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Senior</dc:title>
  <dc:subject>PptxGenJS Presentation</dc:subject>
  <dc:creator>IKS Curriculum</dc:creator>
  <cp:lastModifiedBy>IKS Curriculum</cp:lastModifiedBy>
  <cp:revision>1</cp:revision>
  <dcterms:created xsi:type="dcterms:W3CDTF">2026-05-28T06:06:19Z</dcterms:created>
  <dcterms:modified xsi:type="dcterms:W3CDTF">2026-05-28T06:06:19Z</dcterms:modified>
</cp:coreProperties>
</file>