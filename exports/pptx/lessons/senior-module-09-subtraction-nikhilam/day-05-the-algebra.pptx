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derive the place-value identity that makes the rule work.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Why It Works — The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2026-05-28T04:32:55Z</dcterms:created>
  <dcterms:modified xsi:type="dcterms:W3CDTF">2026-05-28T04:32:55Z</dcterms:modified>
</cp:coreProperties>
</file>