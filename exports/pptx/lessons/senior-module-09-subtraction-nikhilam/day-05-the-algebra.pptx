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Why It Works — The Algebra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Subtraction — Nikhilam (All from 9)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derive the place-value identity that makes the rule work.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Nikhilaṁ Navataścaramaṁ Daśataḥ; lit. ""all from 9, the last from 10"")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identity.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N with k digits, 10^k − N can be computed as ((10^k − 1) − N) + 1.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"all from 9 last from 10" works.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(10^k − 1) is a number with k nines: 9, 99, 999, 9999, ...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(10^k − 1) − N: each digit of N is subtracted from 9. The result has no borrows because each digit of (10^k − 1) is 9.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1 to that bumps the last digit by 1, which is equivalent to "the last digit from 10" rather than "from 9."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algebraic example.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 = 437, k =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999 − 437 = 562 (digit-wise: 9-4, 9-3, 9-7)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562 + 1 = 563 = 1000 − 437. 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9413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general formula.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10^k − N = (10^k − 1) − N + 1 — a foundational identity in modular arithmetic and binary computer arithmetic.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bridge.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is the same identity that underlies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two's complement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binary computer arithmetic — tomorrow's topic.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Why It Works — The Algebra.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2026-05-28T06:06:07Z</dcterms:created>
  <dcterms:modified xsi:type="dcterms:W3CDTF">2026-05-28T06:06:07Z</dcterms:modified>
</cp:coreProperties>
</file>