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Mixed Practice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solve a mixed problem set comparing complement vs traditional borrow.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Mixed Practice.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2026-05-25T09:28:25Z</dcterms:created>
  <dcterms:modified xsi:type="dcterms:W3CDTF">2026-05-25T09:28:25Z</dcterms:modified>
</cp:coreProperties>
</file>