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Mixed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solve a mixed problem set comparing complement vs traditional borrow.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problem set.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 subtractions, classes mixed: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Simple borrows (use borrow or Nikhilam, your choice)    – Multi-borrow (Nikhilam likely faster)    – Subtraction from powers of 10 (Nikhilam dominates)    – Add-the-complement (general)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choice.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picks the method per problem and writes the chosen method beside the answer.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530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swap; compare method choices.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"Did you both pick the same method? When did you disagree?"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53647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Nikhilam ALWAYS better? When is plain borrowing fine?"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(Single-digit, small subtractions.)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91985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Method-comparison artefact.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starts a "personal mental-math toolkit" page summarising when to use each method.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Mixed Practice.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2026-05-25T16:39:35Z</dcterms:created>
  <dcterms:modified xsi:type="dcterms:W3CDTF">2026-05-25T16:39:35Z</dcterms:modified>
</cp:coreProperties>
</file>