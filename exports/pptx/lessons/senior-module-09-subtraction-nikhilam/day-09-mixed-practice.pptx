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Mixed Practice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solve a mixed problem set comparing complement vs traditional borrow.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Nikhilaṁ Navataścaramaṁ Daśataḥ; lit. ""all from 9, the last from 10"")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 problem set.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20 subtractions, classes mixed: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Simple borrows (use borrow or Nikhilam, your choice)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Multi-borrow (Nikhilam likely faster)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Subtraction from powers of 10 (Nikhilam dominates)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Add-the-complement (general)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 choice.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picks the method per problem and writes the chosen method beside the answer.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Pairs swap; compare method choices.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"Did you both pick the same method? When did you disagree?"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65035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"Is Nikhilam ALWAYS better? When is plain borrowing fine?"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(Single-digit, small subtractions.)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Method-comparison artefact.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starts a "personal mental-math toolkit" page summarising when to use each method.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Mixed Practice.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2026-05-28T06:06:29Z</dcterms:created>
  <dcterms:modified xsi:type="dcterms:W3CDTF">2026-05-28T06:06:29Z</dcterms:modified>
</cp:coreProperties>
</file>