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6 — Polyvagal Theory + Yoga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Yoga (Senior)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 (10 min movement)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Students read Porges (2009) and articulate the polyvagal-theory framing of how yoga practices affect the autonomic nervous system.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Mats – Printed Porges (2009) or teacher synopsis (1–2 pages) – Diagram of three-tier ANS (ventral vagal / sympathetic / dorsal vagal)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Settle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Reading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Silent read of Porges (2009) extract. – As they read, students note:   – The three-tier ANS framework   – What "ventral vagal" / "sympathetic" / "dorsal vagal" mean operationally   – How yoga practices (specifically breath + posture + interoception) might engage the ventral vagal complex   – One question they have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discussion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 the three-tier picture on the board: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Each row: Tier · State · Behaviour · Heart rate.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1556445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Ventral vagal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Safe, social, connected · Calm engagement · Slow, variable (high HRV)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Sympathetic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Mobilised, alert · Fight or flight · Fast, low HRV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Dorsal vagal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Shutdown, conservation · Freeze, dissociation · Very slow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4901" y="2427387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Yoga's hypothesised effects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(per Porges and others):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2798118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Slow exhalation → ventral vagal activation.    – Steady āsana practice → interoceptive awareness → ventral vagal.    – Group yoga practice → social engagement → ventral vagal.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34901" y="3313509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Limits and critiques.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06301" y="3684240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Porges's theory has critics — Grossman &amp; Taylor (2007) and others dispute specific claims about vagal physiology.    – The cleanest claim that survives: slow exhalation IS associated with parasympathetic activation (whether or not the polyvagal three-tier model is fully correct).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06301" y="447645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Practice (8 min) — Test the theory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1 min sukhāsana, natural breath, count heart rate (carotid pulse if comfortable). – 5 min counted breath (4 in, 4 out). – 1 min sukhāsana, count heart rate again.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37368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Did anything change? (Most students notice a slight slowing. The N=1 anecdote doesn't prove anything, but it lets students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feel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the principle.)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2 students share their question from the reading. – Preview Day 7: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"Tomorrow — modern postural yoga's specific 20th-century lineage."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Read the Grossman &amp; Taylor (2007) critique. Bring 1 specific objection to discuss.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Focus on the three-tier ANS framework; the polyvagal extensions can be supplementary.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The polyvagal framework is currently popular in wellness circles. It is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defensible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but not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Help students engage it as one framework, not as proof.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Citation(s) used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Porges, S. W. (2009). "The polyvagal theory."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Cleveland Clinic Journal of Medicine.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(Optional) Grossman &amp; Taylor (2007).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Biological Psychology.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2026-05-28T04:32:16Z</dcterms:created>
  <dcterms:modified xsi:type="dcterms:W3CDTF">2026-05-28T04:32:16Z</dcterms:modified>
</cp:coreProperties>
</file>