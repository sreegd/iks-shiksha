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Polyvagal Theory + Yoga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 (10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read Porges (2009) and articulate the polyvagal-theory framing of how yoga practices affect the autonomic nervous system.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Printed Porges (2009) or teacher synopsis (1–2 pages)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 of three-tier ANS (ventral vagal / sympathetic / dorsal vagal)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read of Porges (2009) extract.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they read, students note: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three-tier ANS framework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"ventral vagal" / "sympathetic" / "dorsal vagal" mean operationally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yoga practices (specifically breath + posture + interoception) might engage the ventral vagal complex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 they have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discussion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three-tier picture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Tier · State · Behaviour · Heart rate.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discussion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Ventral vagal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Safe, social, connected · Calm engagement · Slow, variable (high HRV)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Sympathetic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Mobilised, alert · Fight or flight · Fast, low HRV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Dorsal vagal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Shutdown, conservation · Freeze, dissociation · Very slow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discussion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Yoga's hypothesised effects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(per Porges and others):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exhalation → ventral vagal activation.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Steady āsana practice → interoceptive awareness → ventral vagal.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yoga practice → social engagement → ventral vagal.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discussion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 and critiques.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Porges's theory has critics — Grossman &amp; Taylor (2007) and others dispute specific claims about vagal physiology.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cleanest claim that survives: slow exhalation IS associated with parasympathetic activation (whether or not the polyvagal three-tier model is fully correct).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(8 min) — Test the theory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min sukhāsana, natural breath, count heart rate (carotid pulse if comfortable).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 counted breath (4 in, 4 out).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min sukhāsana, count heart rate again.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418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anything change? (Most students notice a slight slowing. The N=1 anecdote doesn't prove anything, but it lets students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principle.)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students share their question from the reading.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7: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modern postural yoga's specific 20th-century lineage."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the Grossman &amp; Taylor (2007) critique. Bring 1 specific objection to discuss.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the three-tier ANS framework; the polyvagal extensions can be supplementary.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polyvagal framework is currently popular in wellness circles. It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defensible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but not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Help students engage it as one framework, not as proof.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Porges, S. W. (2009). "The polyvagal theory."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Cleveland Clinic Journal of Medicine.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(Optional) Grossman &amp; Taylor (2007).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Biological Psychology.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2026-05-28T06:05:20Z</dcterms:created>
  <dcterms:modified xsi:type="dcterms:W3CDTF">2026-05-28T06:05:20Z</dcterms:modified>
</cp:coreProperties>
</file>