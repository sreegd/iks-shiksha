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Summative + Paper Submission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Yoga (Senior)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Students complete summative quiz and submit 5–6 page research-synthesis paper.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Summative quiz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Stopwatch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Quiz (35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35 marks. MC, limb identification, primary-source reading, safety question, polyvagal-theory question, open response.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Paper submission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Print or upload. Teacher spot-checks.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(2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 slip.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Closing namaste.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None. Module complete.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Begin reading next module's prerequisites.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Open-notebook quiz for documented learning needs.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 within 5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papers should be assessed on quality of synthesis, not on agreement with any particular position.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2026-05-28T06:05:38Z</dcterms:created>
  <dcterms:modified xsi:type="dcterms:W3CDTF">2026-05-28T06:05:38Z</dcterms:modified>
</cp:coreProperties>
</file>