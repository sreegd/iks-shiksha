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Three Definitions of Yoga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 (10 min movement)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articulate three distinct definitions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(Patañjali, Bhagavad-gītā, modern) and recognise their non-equivalence.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Mats – Printed: YS 1.2, BG 2.50, BG 6.10–13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Sukhāsana. 5 breaths.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(15 min) — three definitions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 (Yoga Sūtra 1.2):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yogaś citta-vṛtti-nirodhaḥ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&gt; "Yoga is the settling of the fluctuations of consciousness."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This is about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Patañjali frames yoga as a discipline aimed at quieting mental activity.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84591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Bhagavad-gītā (2.50):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2166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yogaḥ karmasu kauśalam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&gt; "Yoga is skill in action."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50611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This is about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Krishna frames yoga as a way of acting without attachment to results.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280823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postural yoga (any contemporary text):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317896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Yoga is a system of physical postures and breath techniques for health, flexibility, and stress reduction.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346843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This is about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modern frame is the one most people in 2026 encounter first.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377056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these the same?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 question. Discuss: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4141291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Patañjali's eight limbs include āsana (#3) but most limbs are mental/ethical. – The Gītā's "skill in action" can be done without any āsana at all. – Modern postural yoga focuses on what classical Patañjali treated as one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the whole.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47202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(12 min) — tāḍāsana + brief vṛkṣāsana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3 holds of tāḍāsana (30 sec each). – 2 holds vṛkṣāsana per side. – Settle in sukhāsana for 60 sec.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of the three definitions feels most accurate to YOUR experience of yoga?"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"Are they compatible? Do they conflict?"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2: eight limbs in their classical Sāṅkhya-Yoga context.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Bryant's introduction to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Sūtras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before Day 2. Bring 1 question.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memorising the two Sanskrit definitions (YS 1.2 and BG 2.50).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Some students will resist the framing "modern postural yoga is recent." Save the deep history for Day 7; today just plant the three definitions.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YS 1.2 — Bryant (2009) – BG 2.50 — multiple translations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day-01-hook.json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provides supporting BG and SB references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2026-05-28T04:31:53Z</dcterms:created>
  <dcterms:modified xsi:type="dcterms:W3CDTF">2026-05-28T04:31:53Z</dcterms:modified>
</cp:coreProperties>
</file>