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3 — Āsana: Patañjali's Definition (YS 2.46)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Yoga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 (15 min movement)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read YS 2.46–48 in IAST + translation, identify the dual condition for āsana (steady AND comfortable), and reflect on whether modern āsana practice meets Patañjali's criterion.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Mats – Printed YS 2.46–48 with Bryant's commentary – Practice space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Settle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YS 2.46: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sthira-sukham āsanam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&gt; "Posture should be steady and comfortable."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3 words. 3 Sanskrit words.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sthira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steady, firm.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sukha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comfortable, easeful.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āsanam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posture.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The dual condition: BOTH steady AND comfortable. Not steady-but-uncomfortable. Not comfortable-but-collapsing.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13538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YS 2.47: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50611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prayatna-śaithilyānanta-samāpattibhyām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&gt; "[Sthira-sukham is achieved] through the relaxation of effort and absorption into the infinite."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3008858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Two means to the dual condition: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prayatna-śaithilya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(relaxing effort)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ananta-samāpatti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(absorption into the infinite / the limitless).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4901" y="352425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YS 2.48: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389498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tato dvandvānabhighātaḥ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&gt; "Then [the practitioner is] no longer afflicted by the pairs of opposites."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418445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Result: equanimity in the face of dualities (hot/cold, comfort/discomfort, etc.).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455012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 (15 min) — Test the definition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 tāḍāsana for 60 sec. Notice: – Are you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sthira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(steady)? – Are you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sukha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(comfortable)? – Are you both?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hold vṛkṣāsana (right). Same questions.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498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balāsana for 90 sec. Same questions.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7393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(in pairs, 2 min): which pose best met Patañjali's dual criterion for you, today?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Reflection writing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5-minute quick-write: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"Does modern postural yoga, with its emphasis on advanced and challenging poses, actually meet Patañjali's criterion of steady AND comfortable? Argue your position in 4–5 sentences."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2 students share their position. – Preview Day 4: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Sūrya Namaskāra. And a surprising historical question about its age."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Bryant's full commentary on YS 2.46–48. Bring 1 question.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memorising YS 2.46 in Sanskrit (3 words).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The dual criterion is genuinely counter-cultural to most modern yoga. Many studios push the "challenging hold" model. Patañjali doesn't. – The reflection writing often surfaces students' own conflicted relationship with effort vs ease.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Patañjali YS 2.46–48 — Bryant (2009), p. 282–286.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2026-05-28T04:32:03Z</dcterms:created>
  <dcterms:modified xsi:type="dcterms:W3CDTF">2026-05-28T04:32:03Z</dcterms:modified>
</cp:coreProperties>
</file>