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Project Session 2: Draft + Counter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reaches at least 2 pages drafted including a counter-argument and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Drafts in progress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Brief: today's focus is the counter-argument.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Sprints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 draft body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 buddy counter-argument workshop (cross-topic pairings recommended)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 incorporate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students share their best counter.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draft.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distinct counters from different angles.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Detailed outline + 1 paragraph acceptable if a full draft is too much.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pattern: students avoid the counter because it feels like weakening their thesis. Reframe — a strong paper anticipates objections.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2026-05-28T06:05:34Z</dcterms:created>
  <dcterms:modified xsi:type="dcterms:W3CDTF">2026-05-28T06:05:34Z</dcterms:modified>
</cp:coreProperties>
</file>