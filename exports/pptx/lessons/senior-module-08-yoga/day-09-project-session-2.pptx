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 + Counter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reaches at least 2 pages drafted including a counter-argument and response.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Drafts in progress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Brief: today's focus is the counter-argument.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15 min draft body – 15 min buddy counter-argument workshop (cross-topic pairings recommended) – 5 min incorporate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their best counter.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Finish draft.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distinct counters from different angles.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Detailed outline + 1 paragraph acceptable if a full draft is too much.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Common pattern: students avoid the counter because it feels like weakening their thesis. Reframe — a strong paper anticipates objections.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2026-05-28T04:32:28Z</dcterms:created>
  <dcterms:modified xsi:type="dcterms:W3CDTF">2026-05-28T04:32:28Z</dcterms:modified>
</cp:coreProperties>
</file>