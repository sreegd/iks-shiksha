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Modern Postural Yoga: A Historical Note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engage Singleton's (2010) thesis that modern postural yoga is largely a 20th-century synthesis, articulate one strength and one weakness of that thesis, and discuss what is at stake.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 from Singleton (2010),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Body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Introduction + Ch. 1 (or teacher synopsis)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Singleton's thesis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073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073944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Modern postural yoga, as taught in studios and schools worldwide today, is largely a 20th-century synthesis — drawing on classical Indian texts AND on European physical-culture movements that arrived in India during the colonial period (gymnastics, Swedish drill, bodybuilding, etc.).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examples Singleton gives: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 Namaskāra in its modern form: early 20th c. (Raja of Aundh, 1928).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strong-postural emphasis: Krishnamacharya (1888–1989), in Mysore Palace.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 + breath co-ordination: 20th-c. innovation, partly inspired by Western physical culture.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international spread: Krishnamacharya's students Iyengar (1918–2014), Pattabhi Jois (1915–2009), Desikachar (1938–2016), TKV's daughter Indra Devi.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Singleton does NOT claim: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 does NOT say "yoga is fake."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 does NOT say "Patañjali is recent."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 does NOT say "Indians didn't invent yoga."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postural form is recent, even though many of its component techniques are old.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students: avoids the trap of either uncritical reverence or dismissive "it's all made-up."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policy: NEP §4.6 ("Integration of IKS") works best when IKS is presented accurately, including the modern history.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practice: knowing the history doesn't diminish the value. Modern postural yoga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that's not in dispute.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is YOUR reaction to Singleton's thesis? Does it diminish yoga, enrich your understanding, or feel like Western academic attack?"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Hear from multiple students. Don't resolve the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"Singleton is a British scholar. Does that matter? Why or why not?"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Sūrya Namaskāra — 1 round. Same body, fresh awareness.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paper outlining."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De Michelis (2004) too. Compare and contrast with Singleton.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Singleton's central thesis; the further reading can wait.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most politically loaded session of the module. Honour the discomfort some students will feel.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achievements are not less valuable for being recent. Modern postural yoga is also a real Indian achievement; it's just a 20th-century one rather than an ancient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Singleton, M. (2010).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Body: The Origins of Modern Posture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Oxford University Press.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Michelis, E. (2004).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Modern Yoga.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(Optional further reading.)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2026-05-28T06:05:26Z</dcterms:created>
  <dcterms:modified xsi:type="dcterms:W3CDTF">2026-05-28T06:05:26Z</dcterms:modified>
</cp:coreProperties>
</file>