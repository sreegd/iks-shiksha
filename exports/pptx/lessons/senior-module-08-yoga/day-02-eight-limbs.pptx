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Eight Limbs in Their Classical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(10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enumerate the eight limbs with Patañjali's classical definitions and locate the limbs within the Sāṅkhya-Yoga framework.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Mats – Eight-limbs wall chart – YS 2.29 + 2.30, 2.32, 2.46, 2.49, 3.1, 3.2, 3.3 (key sūtras for each limb)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YS 2.29: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yama-niyamāsana-prāṇāyāma-pratyāhāra-dhāraṇā-dhyāna-samādhayo 'ṣṭāv aṅgāni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"Restraints, observances, posture, breath regulation, sense-withdrawal, focused attention, sustained meditation, absorption — these are the eight limbs."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through each limb with its key sūtra: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537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# · Limb · Sanskrit gloss · Source verse.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55838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restraints (ahiṁsā, satya, asteya, brahmacarya, aparigraha) · YS 2.30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niyama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observances (śauca, santoṣa, tapas, svādhyāya, īśvara-praṇidhāna) · YS 2.32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"sthira-sukham" — steady and comfortable · YS 2.46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prāṇāyāma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breath regulation; cessation of gati · YS 2.49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pratyāhāra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sense-withdrawal · YS 2.54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dhāraṇā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focused attention · YS 3.1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dhyāna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sustained meditation · YS 3.2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samādhi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absorption · YS 3.3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474568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proportions.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Patañjali's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Sūtras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total ~196 sūtras across 4 chapters. Of these: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116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Ethics + observances (yama, niyama): ~16 sūtras    - Āsana: ~3 sūtras (just YS 2.46–48)    – Prāṇāyāma: ~5 sūtras (YS 2.49–53)    – Pratyāhāra: ~2 sūtras    – Dhāraṇā + dhyāna + samādhi: most of Chapter 3 (~50 sūtras)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6191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postural yoga focuses on āsana — to which Patañjali devotes 3 sūtras out of 196.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9848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Tāḍāsana → vṛkṣāsana → baddha-koṇāsana → balāsana → sukhāsana.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Limb quiz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8 marks — name all 8 limbs in Sanskrit with English meaning.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we read YS 2.46 closely — Patañjali's definition of āsana."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5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yamas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5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niyamas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Sanskrit.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8 limbs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"proportions" observation is a powerful teaching moment. Most students assume yoga = āsana. The 3-out-of-196 statistic reframes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Patañjali YS 2.29, 2.30, 2.32, 2.46, 2.49 — Bryant (2009).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day-02-eightlimbs.json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2026-05-28T04:31:58Z</dcterms:created>
  <dcterms:modified xsi:type="dcterms:W3CDTF">2026-05-28T04:31:58Z</dcterms:modified>
</cp:coreProperties>
</file>