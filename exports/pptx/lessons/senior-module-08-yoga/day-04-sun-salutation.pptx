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4 — Sūrya Namaskāra: Practice and Historical Note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Yoga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 (20 min movement)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perform 2 rounds of Sūrya Namaskāra with breath co-ordination AND learn the surprising historical fact that the modern sequence is early-20th-century.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Mats – Wall poster of 12 SN poses – Brief printed handout on SN history (teacher synopsis, 1 page)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Settle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(10 min) — The history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Sūrya Namaskāra in its modern 12-pose form was codified by the Raja of Aundh (Bhawanrao Shrinivasrao Pant Pratinidhi) in the early 20th century. He published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Ten-Point Way to Health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1928, popularising the sequence. – The individual āsanas have older roots. The sequence does not. – This is one of many examples where modern postural yoga has a 20th-century pedigree, even when the Sanskrit names sound ancient.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81287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(We return to this on Day 7.)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Practice (20 min) — 2 rounds with breath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row: # · Pose · Breath.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9634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Praṇāmāsana · exhale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Hasta-uttānāsana · inhale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Uttānāsana · exhale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Aśva-sañcalanāsana · inhale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Adho-mukha-śvānāsana · exhale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Aṣṭāṅga-namaskāra · (brief hold)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Bhujaṅgāsana · inhale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Adho-mukha-śvānāsana · exhale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Aśva-sañcalanāsana · inhale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Uttānāsana · exhale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Hasta-uttānāsana · inhale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Praṇāmāsana · exhale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22537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Round 1: slow, teacher-called. Round 2: at your own pace, breath-led.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514850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Śavāsana for 2 min after.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880521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Discussion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Did knowing the modern history change how the practice felt? Why or why not? – Patañjali's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sthira-sukham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criterion — does Sūrya Namaskāra meet it?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Preview Day 5: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"Tomorrow — primary source reading on prāṇāyāma."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Read about the Krishnamacharya lineage (Singleton ch. 8 brief).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1 round at slower pace; focus on breath co-ordination.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The history surprises students. Some find it diminishing; others find it interesting. Both reactions are legitimate. – Inversions in advanced SN variations are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taught here. Stick to the basic 12-pose sequence.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Pant Pratinidhi (1928).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Ten-Point Way to Health.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Singleton (2010).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Yoga Body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ch. on SN.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2026-05-28T04:32:07Z</dcterms:created>
  <dcterms:modified xsi:type="dcterms:W3CDTF">2026-05-28T04:32:07Z</dcterms:modified>
</cp:coreProperties>
</file>