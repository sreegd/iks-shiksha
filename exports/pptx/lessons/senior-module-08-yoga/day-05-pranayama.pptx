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Prāṇāyāma + Primary Source Reading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 (15 min movement / breath)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read YS 2.49–50 in IAST + translation, practise counted breath safely, and complete the formative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Printed YS 2.49–50 with translation + commentary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Printed SB 4.8.44 (from cache)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Formative quiz Part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reading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YS 2.49: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842962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tasmin sati śvāsa-praśvāsayor gati-vicchedaḥ prāṇāyāmaḥ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"When that [āsana] is established, prāṇāyāma is the regulation [literally: severing of the flow] of inhalation and exhalation."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21143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Note: prāṇāyāma presupposes āsana. You don't do prāṇāyāma in chaotic posture.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reading (12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YS 2.50: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10739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1073944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bāhya-ābhyantara-stambha-vṛttir deśa-kāla-saṅkhyābhiḥ paridṛṣṭo dīrgha-sūkṣmaḥ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"Prāṇāyāma has three modifications: outer (exhale), inner (inhale), and held (retained). It is observed by place, time, and number, and becomes long and subtle."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reading (12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components: out-breath, in-breath, retention. Three measurements: place (in body), time (duration), number (count).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dīrgha-sūkṣma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long and subtle.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reading (12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 4.8.44: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842962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prāṇāyāmena tṛ-vṛtā prāṇendṛya-mano-malam śanair vyudasyābhidhyāyen manasā guruṇā gurum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"Through the threefold prāṇāyāma practice, one gradually purifies the breath, senses, and mind, and meditates."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(12 min) — Safe counted breath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min: natural-breath observation.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min: counted breath (4 in, 4 out). No retention.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min: śavāsana.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418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Senior-band caveat: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explicit teacher screening for contraindications (asthma, anxiety disorders), counted breath with brief retention (4-4-4-4: in 4, hold 4, out 4, hold 4) MAY be introduced. Default: skip retention.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quiz Part B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marks: limb identification, YS verse identification, safety question, short answer on YS 2.46 dual criterion, primary source reading question.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6: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the modern research framing. Polyvagal theory."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Bryant's commentary on YS 2.49–53. Note Vyāsa's framing of subtler prāṇāyāma practices.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Stay with the natural breath; the YS verses can be re-read at home.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"ascending from gross to subtle" arc of YS 2.49 → 2.50 → 2.51 is one of the most concise descriptions of prāṇāyāma in any tradition. Linger here.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safety: forceful prāṇāyāma is genuinely contraindicated for several conditions. Default position: natural breath + counted breath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 YS 2.49–50 — Bryant (2009), p. 288–292.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 4.8.44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day-06-pranayama.json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2026-05-28T06:05:14Z</dcterms:created>
  <dcterms:modified xsi:type="dcterms:W3CDTF">2026-05-28T06:05:14Z</dcterms:modified>
</cp:coreProperties>
</file>