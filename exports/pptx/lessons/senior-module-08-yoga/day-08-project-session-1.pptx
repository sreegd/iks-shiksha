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Project Session 1: Topic + Outline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Yoga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commit to a research-synthesis paper topic, draft a thesis paragraph, and produce an outline citing all 3 required source types.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Project brief + rubric – Drafting materials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 selection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Suggested topics: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668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"Does the counted-breath prāṇāyāma practice we learned have measurable effects on HRV? A literature review."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"Patañjali defines āsana as 'steady and comfortable' (YS 2.46). Does modern postural yoga meet this criterion? Examine through 3 specific postures."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"Singleton (2010) argues modern postural yoga is largely 20th century. Evaluate his evidence."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"Compare Patañjali's prāṇāyāma framework (YS 2.49–53) with the polyvagal theory's account of breath effects."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"Choose any one āsana and trace its history from classical text (if any) to modern practice. What does the history reveal?"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93027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student commits to a topic. Discusses with teacher (60-sec rotation) — too broad? too narrow?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 5-6 page outline: – Intro with thesis – 3 body sections – Counter-argument – Conclusion – Works cited (3+ sources, must include 1 classical primary + 1 historical scholarly + 1 modern research)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Outline submitted at door.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Begin drafting at home.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Add a 4th source type (e.g. an empirical study of an unrelated culture's somatic practice).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Narrow your topic further; one specific verse + one specific modern study is enough depth.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Strong topics are specific. Weak topics are broad. Push for specificity.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2026-05-28T04:32:24Z</dcterms:created>
  <dcterms:modified xsi:type="dcterms:W3CDTF">2026-05-28T04:32:24Z</dcterms:modified>
</cp:coreProperties>
</file>