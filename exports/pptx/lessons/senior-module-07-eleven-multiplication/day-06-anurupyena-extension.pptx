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Anurūpyena — ×12 to ×19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extend the method to ×12 and ×13 using one-more-digit adjustments.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Anurūpyena — ×12 to ×19.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2026-05-25T09:27:13Z</dcterms:created>
  <dcterms:modified xsi:type="dcterms:W3CDTF">2026-05-25T09:27:13Z</dcterms:modified>
</cp:coreProperties>
</file>