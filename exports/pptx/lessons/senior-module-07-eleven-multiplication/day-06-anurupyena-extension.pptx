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extend the method to ×12 and ×13 using one-more-digit adjustments.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beyond ×11.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("proportionately") sūtra extends the digit-sum idea to ×12 through ×19. Procedure for ×12: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Write any number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Compute: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12 =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10) +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 2) — easy mental sum. – Equivalent digit-procedure: split-double-add.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753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example, 23 × 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4612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23 × 10 = 230    – 23 × 2 = 46    – Sum: 276    – OR digit-wise: 2 _ 3 → 2_(2·1+3)_(3·1) wait — this gets tangled. The cleanest mental version is the (×10) + (×k) split.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8615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×(10+k)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 × (10+k) = 10N + kN. The Anurūpyena framing emphasises the proportional scaling.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Compute mentally: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61563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14 × 13 = 140 + 42 = 182    – 25 × 15 = 250 + 125 = 375    – 32 × 17 = 320 + 224 = 544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3917752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historical note.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(10+k) decomposition isn't unique to Tirthaji — Western mental-math systems describe the same trick. Tirthaji's contribution is grouping it under a Sanskrit sūtra-system.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57036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Anurūpyena — ×12 to ×19.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2026-05-28T04:31:31Z</dcterms:created>
  <dcterms:modified xsi:type="dcterms:W3CDTF">2026-05-28T04:31:31Z</dcterms:modified>
</cp:coreProperties>
</file>