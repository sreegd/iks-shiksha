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Anurūpyena — ×12 to ×19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×11 Multiplication — Ekādhikena Pūrveṇa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extend the method to ×12 and ×13 using one-more-digit adjustments.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Anurūpyena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Anurūpyena; lit. ""proportionately" — sūtra used for ×12, ×13 extensions")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Move beyond ×11.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Tirthaji's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Anurūpyena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("proportionately") sūtra extends the digit-sum idea to ×12 through ×19. Procedure for ×12: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any number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 12 =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 10) +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 2) — easy mental sum.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Equivalent digit-procedure: split-double-add.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Worked example, 23 × 12.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 × 10 = 230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 × 2 = 46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Sum: 276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 digit-wise: 2 _ 3 → 2_(2·1+3)_(3·1) wait — this gets tangled. The cleanest mental version is the (×10) + (×k) split.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General ×(10+k) rule.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 × (10+k) = 10N + kN. The Anurūpyena framing emphasises the proportional scaling.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Compute mentally: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650355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 × 13 = 140 + 42 = 182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× 15 = 250 + 125 = 375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 × 17 = 320 + 224 = 544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historical note.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(10+k) decomposition isn't unique to Tirthaji — Western mental-math systems describe the same trick. Tirthaji's contribution is grouping it under a Sanskrit sūtra-system.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Anurūpyena — ×12 to ×19.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2026-05-28T06:04:23Z</dcterms:created>
  <dcterms:modified xsi:type="dcterms:W3CDTF">2026-05-28T06:04:23Z</dcterms:modified>
</cp:coreProperties>
</file>