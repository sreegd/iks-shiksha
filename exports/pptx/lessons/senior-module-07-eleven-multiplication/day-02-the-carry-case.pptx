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The Carry 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×11 Multiplication — Ekādhikena Pūrveṇa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compute 87×11, 65×11 correctly using the carry rule.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sūtra; lit. "aphorism / formula")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The Carry Case.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2026-05-25T09:26:51Z</dcterms:created>
  <dcterms:modified xsi:type="dcterms:W3CDTF">2026-05-25T09:26:51Z</dcterms:modified>
</cp:coreProperties>
</file>