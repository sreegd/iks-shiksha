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Carry 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87×11, 65×11 correctly using the carry rule.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87 × 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Apply the rule: 8 _ (8+7) _ 7 = 8 _ 15 _ 7. But 15 doesn't fit in one slot. 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keep the 5 in the middle, add the 1 to the 8 → 9 5 7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rule extension.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the middle sum ≥ 10: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Write the units of the sum in the middle.    – Carry the tens digit to the left, adding it to the existing left digit.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progression.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1623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65 × 11 = 6_(11)_5 → 715    – 49 × 11 = 4_(13)_9 → 539    – 99 × 11 = 9_(18)_9 → 1089    – 84 × 11 = 9_(12)_4 → 924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8183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Cross-check with standard long multiplication.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students verify two of the answers using the traditional algorithm.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"Same answer? Good. The Vedic method is just a different procedure for the same arithmetic."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4074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 recognition.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"When might this be slower than long multiplication?"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numbers with three or more digits where carries cascade, the saving shrinks. Tomorrow we extend to 3-digit and meet the algebraic proof.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Carry 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2026-05-28T04:31:13Z</dcterms:created>
  <dcterms:modified xsi:type="dcterms:W3CDTF">2026-05-28T04:31:13Z</dcterms:modified>
</cp:coreProperties>
</file>