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3 — Why It Works — The Algebra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×11 Multiplication — Ekādhikena Pūrveṇa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derive (10a+b)×11 = 100a + 10(a+b) + b and explain.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Anurūpyena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Anurūpyena; lit. ""proportionately" — sūtra used for ×12, ×13 extensions")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any 2-digit number as 10a + b.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Examples: 23 = 10·2 + 3 (a=2, b=3); 87 = 10·8 + 7.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 multiplication.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9522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952202"/>
          </a:xfrm>
          <a:prstGeom prst="line">
            <a:avLst/>
          </a:prstGeom>
          <a:noFill/>
          <a:ln w="47625">
            <a:solidFill>
              <a:srgbClr val="5D1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(10a + b) × 11 = (10a + b)(10 + 1)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(10a + b)·10 + (10a + b)·1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100a + 10b + 10a + 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100a + 10(a + b) + 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final line in plain language.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100a → hundreds digit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10(a+b) → tens digit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a+b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(the digit sum!)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+b → units digit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12526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the trick. The algebra spells out the procedure.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on 23.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100·2 + 10·(2+3) + 3 = 200 + 50 + 3 = 253. 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Connection to the carry case.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When a+b ≥ 10, 10(a+b) becomes 10(a+b) = 100 + 10·(a+b-10), pushing the overflow into the hundreds place. The algebra automatically handles the carry.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85603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task.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writes the proof in their own words for a homework explainer to a younger student.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Math Sprint 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Why It Works — The Algebra.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2026-05-28T06:04:06Z</dcterms:created>
  <dcterms:modified xsi:type="dcterms:W3CDTF">2026-05-28T06:04:06Z</dcterms:modified>
</cp:coreProperties>
</file>