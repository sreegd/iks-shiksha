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derive (10a+b)×11 = 100a + 10(a+b) + b and explain.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Why It Works — The Algebra.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2026-05-25T09:26:57Z</dcterms:created>
  <dcterms:modified xsi:type="dcterms:W3CDTF">2026-05-25T09:26:57Z</dcterms:modified>
</cp:coreProperties>
</file>