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(10a+b)×11 = 100a + 10(a+b) + b and explain.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any 2-digit number as 10a + b.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Examples: 23 = 10·2 + 3 (a=2, b=3); 87 = 10·8 + 7.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 multiplication.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650355"/>
            <a:ext cx="0" cy="952202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7773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11 = (10a + b)(10 + 1)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51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b)·10 + (10a + b)·1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26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+ 10a + 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01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+ 10(a + b) +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0405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final line in plain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7478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100a → hundreds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10(a+b) → tens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a+b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 digit sum!) - +b → units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36426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trick. The algebra spells out the procedure.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366638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on 23.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100·2 + 10·(2+3) + 3 = 200 + 50 + 3 = 253. 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049762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Connection to the carry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a+b ≥ 10, 10(a+b) becomes 10(a+b) = 100 + 10·(a+b-10), pushing the overflow into the hundreds place. The algebra automatically handles the carry.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63882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the proof in their own words for a homework explainer to a younger student.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0857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2026-05-28T04:31:18Z</dcterms:created>
  <dcterms:modified xsi:type="dcterms:W3CDTF">2026-05-28T04:31:18Z</dcterms:modified>
</cp:coreProperties>
</file>