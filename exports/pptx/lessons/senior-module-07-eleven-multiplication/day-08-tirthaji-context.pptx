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Tirthaji and Historical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×11 Multiplication — Ekādhikena Pūrveṇa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explain who tirthaji was and why scholars debate the "vedic" attribution.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sūtra; lit. "aphorism / formula")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was Tirthaji?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Bharati Krishna Tirthaji (1884–1960), Śaṅkarācārya of Govardhana Maṭha, Puri. Composed the manuscript that became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during 1911–1918. Published posthumously 1965.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Tirthaji's claim.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16 sūtras + 13 sub-sūtras were "reconstructed"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Pariśiṣṭa of the Atharva Veda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 original manuscript with sūtras has never been independently located.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Scholarly response.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S.G. Dani (Tata Institute of Fundamental Research),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Frontline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(1993), examined the claim: the sūtras as published do NOT appear in extant Atharva Veda Pariśiṣṭa manuscripts. Most academic mathematicians treat Tirthaji's system as a 20th-century mental-arithmetic synthesis, drawing on traditional and modern sources, NOT strictly ancient mathematics.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3062139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Pedagogical value.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methods themselves work and teach number sense effectively.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claim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separable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pedagogical method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Many curricula in India today teach the methods while updating the historical claim.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856881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Hand out a one-page excerpt from Dani's article and Tirthaji's preface side-by-side. Pairs discuss: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does each author claim? What evidence does each provide?"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5094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Tirthaji and Historical Context.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2026-05-25T16:38:33Z</dcterms:created>
  <dcterms:modified xsi:type="dcterms:W3CDTF">2026-05-25T16:38:33Z</dcterms:modified>
</cp:coreProperties>
</file>