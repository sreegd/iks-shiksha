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Tirthaji and Historical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who tirthaji was and why scholars debate the "vedic" attribution.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Tirthaji and Historical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2026-05-25T09:27:24Z</dcterms:created>
  <dcterms:modified xsi:type="dcterms:W3CDTF">2026-05-25T09:27:24Z</dcterms:modified>
</cp:coreProperties>
</file>