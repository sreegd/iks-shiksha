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Mixed Practice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solve a mixed problem set using best-fit method per problem.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Anurūpyena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Anurūpyena; lit. ""proportionately" — sūtra used for ×12, ×13 extensions")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Mixed Practice.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2026-05-25T09:27:30Z</dcterms:created>
  <dcterms:modified xsi:type="dcterms:W3CDTF">2026-05-25T09:27:30Z</dcterms:modified>
</cp:coreProperties>
</file>