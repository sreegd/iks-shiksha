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Mixed Practice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solve a mixed problem set using best-fit method per problem.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Mixed-method practice set.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25 problems, 15 minutes. Each problem is either: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Easy ×11 (no carry)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Tricky ×11 (with carry)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×12 or ×13 (Anurūpyena)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2-digit × 2-digit (use any method)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Self-routing.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decide WHICH method to apply per problem, justified silently. Speed and accuracy both matter.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Pair-mark + discuss.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Two minutes per pair to compare strategies.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"Did you both pick the same method? When did you disagree?"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Whole-class harvest.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Two students share one problem each where method choice mattered.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(3 sentences).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which method-type they're confident in, which they want more practice on, which they avoid.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Mixed Practice.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2026-05-28T06:04:39Z</dcterms:created>
  <dcterms:modified xsi:type="dcterms:W3CDTF">2026-05-28T06:04:39Z</dcterms:modified>
</cp:coreProperties>
</file>