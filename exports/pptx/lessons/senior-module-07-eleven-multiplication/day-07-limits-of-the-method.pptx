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7 — Limits of the Method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×11 Multiplication — Ekādhikena Pūrveṇa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recognise when traditional long multiplication is faster than the sūtra method.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Ekādhikena Pūrveṇa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Ekādhikena Pūrveṇa; lit. ""by one more than the previous" — sūtra 1 in Tirthaji")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Pose the question.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"When IS the ×11 (or near-base) method genuinely faster than traditional long multiplication? When is it the SAME or SLOWER?"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Categorise problem types.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2-digit × 11 — much faster.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3-digit × 11 — somewhat faster.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2-digit × 12–19 — comparable.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2-digit × 23 (far from base) — long multiplication is faster.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Long multi-digit products — long multiplication or scientific notation is best.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Honest framing.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Tirthaji's sūtras are not a universal speed-up. They are 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toolbox of mental shortcuts for specific patterns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The skill is recognising when to use which tool.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Reference.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Modern mathematicians (S.G. Dani, 1993; Kim Plofker,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Mathematics in India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2009) have written critically about the "Vedic" claim and pedagogically about the methods. Read Dani's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Frontline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article excerpt aloud (one paragraph).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Reflection.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writes 3 sentences: which method-types are useful, what limits are, and where standard arithmetic remains best.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Mental Math Sprint 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Limits of the Method.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2026-05-28T06:04:28Z</dcterms:created>
  <dcterms:modified xsi:type="dcterms:W3CDTF">2026-05-28T06:04:28Z</dcterms:modified>
</cp:coreProperties>
</file>