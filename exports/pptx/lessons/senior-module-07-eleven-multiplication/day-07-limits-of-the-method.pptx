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Limits of the Method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recognise when traditional long multiplication is faster than the sūtra method.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 the question.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"When IS the ×11 (or near-base) method genuinely faster than traditional long multiplication? When is it the SAME or SLOWER?"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Categorise problem types.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4338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2-digit × 11 — much faster.    – 3-digit × 11 — somewhat faster.    – 2-digit × 12–19 — comparable.    – 2-digit × 23 (far from base) — long multiplication is faster.    – Long multi-digit products — long multiplication or scientific notation is best.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5877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framing.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Tirthaji's sūtras are not a universal speed-up. They are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toolbox of mental shortcuts for specific patterns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skill is recognising when to use which tool.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47839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Modern mathematicians (S.G. Dani, 1993; Kim Plofker,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Mathematics in India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2009) have written critically about the "Vedic" claim and pedagogically about the methods. Read Dani's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Frontline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article excerpt aloud (one paragraph).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74258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3 sentences: which method-types are useful, what limits are, and where standard arithmetic remains best.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Limits of the Method.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2026-05-28T04:31:36Z</dcterms:created>
  <dcterms:modified xsi:type="dcterms:W3CDTF">2026-05-28T04:31:36Z</dcterms:modified>
</cp:coreProperties>
</file>