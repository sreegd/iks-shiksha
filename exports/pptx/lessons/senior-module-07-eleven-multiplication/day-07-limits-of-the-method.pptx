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Limits of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recognise when traditional long multiplication is faster than the sūtra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Limits of the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2026-05-25T09:27:18Z</dcterms:created>
  <dcterms:modified xsi:type="dcterms:W3CDTF">2026-05-25T09:27:18Z</dcterms:modified>
</cp:coreProperties>
</file>