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3-Digit × 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234×11 = 2_5_7_4 using the extended split method.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Ekādhikena Pūrveṇa; lit. ""by one more than the previous" — sūtra 1 in Tirthaji")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Generalise to 3-digit.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(= 100a + 10b + c) × 11: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(100a + 10b + c)(10 + 1) = 1000a + 100b + 10c + 100a + 10b + c                             = 1000a + 100(a+b) + 10(b+c) + 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Split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two gaps: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_ b _ 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Fill gaps with adjacent sums: a+b, then b+c. Result: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(a+b) (b+c) 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Carry where needed.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234 × 11 = 2_(2+3)_(3+4)_4 = 2574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567 × 11 = 5_(5+6)_(6+7)_7 = 6237 (carries: 11→ carry 1 to left; 13 → carry 1 to next left)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729 × 11 = 7_(7+2)_(2+9)_9 = 8019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13791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234 = 100·2 + 10·3 + 4. × 11 = 1000·2 + 100·5 + 10·7 + 4 = 2574. 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 activity.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pair solves five 3-digit × 11 problems, then verifies by long multiplication. Time-budget 8 minutes; share fastest correct-answer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3-Digit × 11.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2026-05-28T06:04:11Z</dcterms:created>
  <dcterms:modified xsi:type="dcterms:W3CDTF">2026-05-28T06:04:11Z</dcterms:modified>
</cp:coreProperties>
</file>