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3-Digit × 11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234×11 = 2_5_7_4 using the extended split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3-Digit × 11.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2026-05-25T09:27:03Z</dcterms:created>
  <dcterms:modified xsi:type="dcterms:W3CDTF">2026-05-25T09:27:03Z</dcterms:modified>
</cp:coreProperties>
</file>