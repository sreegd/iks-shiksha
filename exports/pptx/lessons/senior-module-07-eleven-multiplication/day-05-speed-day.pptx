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Speed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×11 Multiplication — Ekādhikena Pūrveṇa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complete a 50-problem mental-math sprint in 5 minutes.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sūtra; lit. "aphorism / formula")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50-problem mental-math sprint. Mixed 2- and 3-digit × 11. Half no-carry, half carry. Five minutes on the clock.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 run.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Silence. Pen-on-paper. Five minutes.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65035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Pair-mark.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Swap with partner; mark in two minutes.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0337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errors.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"Most common error?"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(Forgetting to carry; transposing digits.)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"Fastest sub-strategy?"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Discuss.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41711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 comparison.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Equivalent traditional long-multiplication sprint would take ~15 minutes. Time-saving on this problem class: ~3×. State the limit: this is for ×11 specifically. Tomorrow we extend to ×12 through ×19.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00617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best.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records their score and target for next week.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Speed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2026-05-28T04:31:27Z</dcterms:created>
  <dcterms:modified xsi:type="dcterms:W3CDTF">2026-05-28T04:31:27Z</dcterms:modified>
</cp:coreProperties>
</file>