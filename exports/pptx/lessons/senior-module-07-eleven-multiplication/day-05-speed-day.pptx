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50-problem mental-math sprint in 5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50-problem mental-math sprint. Mixed 2- and 3-digit × 11. Half no-carry, half carry. Five minutes on the clock.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run.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Silence. Pen-on-paper. Five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Swap with partner; mark in two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337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 errors.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"Most common error?"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(Forgetting to carry; transposing digits.)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"Fastest sub-strategy?"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Discuss.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1711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Standards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Equivalent traditional long-multiplication sprint would take ~15 minutes. Time-saving on this problem class: ~3×. State the limit: this is for ×11 specifically. Tomorrow we extend to ×12 through ×19.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0061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best.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records their score and target for next week.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2026-05-25T16:38:17Z</dcterms:created>
  <dcterms:modified xsi:type="dcterms:W3CDTF">2026-05-25T16:38:17Z</dcterms:modified>
</cp:coreProperties>
</file>