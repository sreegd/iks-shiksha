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The Hook — What Is the Trick?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23×11, 35×11 mentally using the split-and-sum method.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Ekādhikena Pūrveṇa; lit. ""by one more than the previous" — sūtra 1 in Tirthaji")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Bharati Krishna Tirthaji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The Hook — What Is the Trick?.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2026-05-25T09:26:46Z</dcterms:created>
  <dcterms:modified xsi:type="dcterms:W3CDTF">2026-05-25T09:26:46Z</dcterms:modified>
</cp:coreProperties>
</file>