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The Hook — What Is the Trick?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23×11, 35×11 mentally using the split-and-sum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Bharati Krishna Tirthaji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 23 × 11 silently in your head.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Pause. Show of hands for who got 253. Then write 23 × 11 = 253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Reveal the trick.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Split the digits of 23 (gap in the middle):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_ 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Add the digits in the middle: 2 + 3 = 5. Fill the gap: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2 5 3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253. Done.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together.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35 × 11 = 3_(3+5)_5 = 385. 24 × 11 = 264. 71 × 11 = 781. 52 × 11 = 572. 80 × 11 = 880. Pace: 4 problems in 2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Tirthaji's framing.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method appears as an application of the sūtra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("by one more than the previous") in Bharati Krishna Tirthaji's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(1965). Honest historical note: the manuscript was written 1911–1918; some scholars (Dani 1993) consider it a 20th-century mental-arithmetic system rather than strictly ancient mathematics.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practice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Worksheet: 20 two-digit × 11 problems, no carry case. Pairs compete.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Hook — What Is the Trick?.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2026-05-28T06:03:55Z</dcterms:created>
  <dcterms:modified xsi:type="dcterms:W3CDTF">2026-05-28T06:03:55Z</dcterms:modified>
</cp:coreProperties>
</file>