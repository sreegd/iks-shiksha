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10 — Final Assessment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×11 Multiplication — Ekādhikena Pūrveṇa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take the summative quiz and reflect on which method works best.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Ekādhikena Pūrveṇa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Ekādhikena Pūrveṇa; lit. ""by one more than the previous" — sūtra 1 in Tirthaji")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626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observable phenomenon first.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Whatever the day's idea is — a number trick, a celestial pattern, a herb's identifying feature — start with the thing students can see, hear, or do.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Introduce the Sanskrit term.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Once, in the triple format, then italicised only.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Build the conceptual map.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Connect today's idea to prior modules (especially Module 2 if applicable) and prior days.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 an example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with the whole class on the board.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Independent or paired practice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~5 minutes.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Final Assessment.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2026-05-25T09:27:35Z</dcterms:created>
  <dcterms:modified xsi:type="dcterms:W3CDTF">2026-05-25T09:27:35Z</dcterms:modified>
</cp:coreProperties>
</file>