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take the summative quiz and reflect on which method works best.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Method-comparison reflection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a one-paragraph response: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"Compare the Tirthaji ×11 method with traditional long multiplication. When is each preferable? What does Tirthaji's system teach you that standard arithmetic doesn't?"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history check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2-3 sentences, summarise the historical debate about 'Vedic Mathematics.' What's claimed? What does scholarship say?"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67396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 of computation, algebraic proof, and conceptual questions.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75508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share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 method-comparison poster they built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50267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number-sense habit from this module that you'll keep using?"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sentence.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2026-05-28T04:31:49Z</dcterms:created>
  <dcterms:modified xsi:type="dcterms:W3CDTF">2026-05-28T04:31:49Z</dcterms:modified>
</cp:coreProperties>
</file>