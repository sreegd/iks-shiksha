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Final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×11 Multiplication — Ekādhikena Pūrveṇa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take the summative quiz and reflect on which method works best.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Ekādhikena Pūrveṇa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Ekādhikena Pūrveṇa; lit. ""by one more than the previous" — sūtra 1 in Tirthaji")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Method-comparison reflection (10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writes a one-paragraph response: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"Compare the Tirthaji ×11 method with traditional long multiplication. When is each preferable? What does Tirthaji's system teach you that standard arithmetic doesn't?"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67833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history check (5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 2-3 sentences, summarise the historical debate about 'Vedic Mathematics.' What's claimed? What does scholarship say?"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267396"/>
            <a:ext cx="8102798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Summative quiz (25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Mix of computation, algebraic proof, and conceptual questions.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quizzes/summative.md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875508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share (5 min).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shows the method-comparison poster they built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assessments/project-brief.md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502670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close.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number-sense habit from this module that you'll keep using?"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student shares one sentence.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Final Assessment.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2026-05-25T16:38:44Z</dcterms:created>
  <dcterms:modified xsi:type="dcterms:W3CDTF">2026-05-25T16:38:44Z</dcterms:modified>
</cp:coreProperties>
</file>