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Group Work: Balance and Imbalance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Panchabhūta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identify a real local example of one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pañcabhūta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being "out of balance" in their environment and propose one observable consequence and one mitigation action.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5 large pieces of chart paper, one labelled with each element. – Sticky notes (~30) per group. – Markers. – Optional: 3–5 short newspaper clippings about local environmental issues (air quality, water shortage, waste/landfill, heatwave, deforestation).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 new Sanskrit. Introduce the word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imbalance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the operating concept of the 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 — 2 students.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"All week we've talked about the elements as if they sit nicely in their boxes. Today we'll see what happens when one of them takes over — or disappears."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From individual elements to imbalanced systems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question, take 3 answers: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"Can you think of a place where one of the five elements is too much, or too little?"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Example answers students typically give: too much smoke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pollution), no water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drought), too much plastic waste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landfill), too noisy a road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śabda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sound pollution), too hot a city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heat island).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971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 the principle (write on board):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14044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healthy environment has all five elements in balance. When one is overloaded or depleted, the others suffer.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44256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 case study together — air pollution in Indian cities: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813298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Too much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form of vehicle exhaust →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becomes carrying polluted matter →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(rain) becomes acidic →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(soil) absorbs the acid → plants struggle → less oxygen →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worsens further. – Notice: an imbalance in one element cascades.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Five-Element Imbalance Map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groups of 4, each group tackles ONE element. On their large chart paper they fill four quadrants: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element does for us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(positive contributions)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an excess looks like in our area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(one specific local example)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depletion looks like in our area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(one specific local example)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small thing students our age can actually do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(concrete, doable this week)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27513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group sticks their chart on the wall. Gallery walk: students rotate, read all five charts, and place a sticky note on the action they'd most commit to.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Each group reads aloud their chosen action (just the one line). – Note: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"Notice how no single action solves everything — but every chart has at least one thing that's doable."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Preview Day 8: project work begins. Bring all your materials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074194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074194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Balance and imbalance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healthy environment has all five elements in balance. When one takes over or disappears, the others suffer.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 of imbalance you might recognise: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1154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Imbalance | What you observe | |-----------|------------------| | Too much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tejas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(heat) | Urban heat-island; summer power cuts | | Too little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(water) | Drought; failed crops; long water-queue at the tap | | Polluted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vāyu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(air) | Smog; difficulty breathing on bad-air days | | Polluted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pṛthvī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(earth) | Plastic waste; barren soil; landfill near homes | | Noisy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ākāśa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Sound pollution; sleep disturbance; bad concentration |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330532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Sanskrit concept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Vasudhaiva Kuṭumbakam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"the earth is one family" — is the ecological framing for this. We'll meet it again in Module 13.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Bring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materials to tomorrow's session. The work begins in earnest. – For your project, consider: is there a small element of "imbalance" worth showing alongside the element's main story?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Pick TWO elements and explain how an imbalance in one causes an imbalance in the other. Be specific.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choosing ONE concrete action you can commit to this week (carry a water bottle to reduce plastic, switch off lights when leaving a room, etc.). The systems-thinking can come later.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lesson connects to NEP §11.8 (multidisciplinary linkage) and is a natural lead-in to Module 13 (Indic Ecology) when the time comes. – Some students may feel discouraged by the scale of the problems. Don't soften the reality, but anchor every imbalance to a doable response. The point is agency, not despair. – If your school is in a location with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well-known environmental issue (e.g. a polluted river, a heavily quarried hillside), centre that as the case study and skip the air-pollution example.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Vasudhaiva Kuṭumbakam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foreshadowed but not cited. Save full sourcing for Module 13.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 new RAG citations.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2026-05-25T05:02:36Z</dcterms:created>
  <dcterms:modified xsi:type="dcterms:W3CDTF">2026-05-25T05:02:36Z</dcterms:modified>
</cp:coreProperties>
</file>