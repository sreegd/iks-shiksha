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Group Work: Balance and Imbalance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identify a real local example of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being "out of balance" in their environment and propose one observable consequence and one mitigation action.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large pieces of chart paper, one labelled with each element.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notes (~30) per group.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3–5 short newspaper clippings about local environmental issues (air quality, water shortage, waste/landfill, heatwave, deforestation).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Sanskrit. Introduce the word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operating concept of the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— 2 students.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 week we've talked about the elements as if they sit nicely in their boxes. Today we'll see what happens when one of them takes over — or disappears."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From individual elements to imbalanced systems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question, take 3 answers: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you think of a place where one of the five elements is too much, or too little?"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answers students typically give: too much smoke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pollution), no water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drought), too much plastic waste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landfill), too noisy a road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śabda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sound pollution), too hot a city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heat island).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principle (write on board):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From individual elements to imbalanced systems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57883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1157883"/>
            <a:ext cx="0" cy="8429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34838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healthy environment has all five elements in balance. When one is overloaded or depleted, the others suffer.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210234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case study together — air pollution in Indian cities: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485727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form of vehicle exhaust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becomes carrying polluted matter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(rain) becomes acidic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(soil) absorbs the acid → plants struggle → less oxygen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worsens further.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an imbalance in one element cascades.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Five-Element Imbalance 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groups of 4, each group tackles ONE element. On their large chart paper they fill four quadrants: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element does for us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(positive contributions)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excess looks like in our area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specific local example)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depletion looks like in our area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specific local example)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thing students our age can actually do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(concrete, doable this week)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Five-Element Imbalance Map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sticks their chart on the wall. Gallery walk: students rotate, read all five charts, and place a sticky note on the action they'd most commit 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reads aloud their chosen action (just the one line).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how no single action solves everything — but every chart has at least one thing that's doable."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 project work begins. Bring all your materials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741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741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and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healthy environment has all five elements in balance. When one takes over or disappears, the others suffer.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of imbalance you might recognise: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Imbalance | What you observe | |-----------|------------------| | Too much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(heat) | Urban heat-island; summer power cuts | | Too little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(water) | Drought; failed crops; long water-queue at the tap | | Polluted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(air) | Smog; difficulty breathing on bad-air days | | Polluted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(earth) | Plastic waste; barren soil; landfill near homes | | Noisy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Sound pollution; sleep disturbance; bad concentration 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330532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Sanskrit concept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Vasudhaiva Kuṭumbakam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"the earth is one family" — is the ecological framing for this. We'll meet it again in Module 13.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materials to tomorrow's session. The work begins in earnest.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project, consider: is there a small element of "imbalance" worth showing alongside the element's main story?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TWO elements and explain how an imbalance in one causes an imbalance in the other. Be specific.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choosing ONE concrete action you can commit to this week (carry a water bottle to reduce plastic, switch off lights when leaving a room, etc.). The systems-thinking can come later.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 connects to NEP §11.8 (multidisciplinary linkage) and is a natural lead-in to Module 13 (Indic Ecology) when the time comes.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may feel discouraged by the scale of the problems. Don't soften the reality, but anchor every imbalance to a doable response. The point is agency, not despair.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school is in a location with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well-known environmental issue (e.g. a polluted river, a heavily quarried hillside), centre that as the case study and skip the air-pollution example.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foreshadowed but not cited. Save full sourcing for Module 13.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RAG citations.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2026-05-28T05:42:53Z</dcterms:created>
  <dcterms:modified xsi:type="dcterms:W3CDTF">2026-05-28T05:42:53Z</dcterms:modified>
</cp:coreProperties>
</file>