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700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6 — Cross-Disciplinary: Pañcabhūta and Modern Science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124688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Panchabhūta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57445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98834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 compare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pañcabhūta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framework with the modern states-of-matter / periodic-table framework, identifying what each captures that the other does not.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A copy of the standard periodic table on the wall (any classroom poster works). – A printed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pañcabhūta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table (the one built on Day 3). – A two-column comparison worksheet (blank, students fill in).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 recap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new Sanskrit. Today is the day to use English freely and compare frameworks.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Daily prompt — 2 students. – Provocation: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"If I told you 'fire is not an element,' would I be right or wrong?"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Take both sides. Don't resolve.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"Today we'll see how both answers can be correct, because they're answering different questions."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(10 min) — Compare-Contrast Worksheet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pick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 3 objects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from the Day 4 sort. For each, they fill in a 2-column row: -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Pañcabhūta description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(which element dominates, which tanmātra, which others present) -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Modern science description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(state of matter, dominant chemical components if known)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5869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then write one sentence: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"For this object, the framework I'd choose to describe it depends on ..."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Cold-call 3 students to share their "I'd choose framework X because ..." sentence. – Note out loud: there's no universal right answer. The framework depends on the question. – Preview Day 7: "Tomorrow we'll look at what happens when one of the five elements is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 of balance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 real ecosystem — and what that has to do with us."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2343150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2343150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frameworks for the same world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692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pañcabhūta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tradition organises matter and space into 5 categories using sensory observation. Modern science organises matter into 118 elements (and 4+ states of matter) using experiments and measurement. They are answering different questions.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2074218"/>
            <a:ext cx="7973389" cy="692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| Question | Framework that fits | |----------|--------------------| | "What's the dominant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feel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 this object?" | Pañcabhūta | | "What atoms make up this object?" | Periodic table | | "Why does soil smell after rain?" | Both, in different ways |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2805261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Both frameworks are still in use today. Neither one is "wrong."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Choose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of the modules from your science textbook chapter on Matter (states of matter, or the periodic table). Write a 1-paragraph note: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would the pañcabhūta framework get right about this topic, and what would it miss?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37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Read about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plasma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as a fourth state of matter. Where would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plasma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fit in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pañcabhūta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 Defend your placement.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Just remember the framing: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frameworks survive because both are useful.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comparisons can be filled in over the next few days.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1279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This is the day skeptical students will engage most. Welcome it. Do not retreat into "ancient Indians were right too" — that defeats the lesson. The honest stance is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frameworks are real intellectual achievements with different scopes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– If a student says "the pañcabhūta framework is incomplete because it can't predict chemistry" — they're correct. Acknowledge that. Then ask: "Can the periodic table predict whether the air in this room feels stuffy or fresh? Both frameworks have limits." – For NEP §4.6 compliance, the framing is integration, not replacement. The line to hold: students are learning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useful frameworks, not one true one.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No new RAG citations introduced. – Modern science references: NCERT Class 9 Science, Chapters 1 ("Matter in Our Surroundings") and 5 — 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2026-05-25T05:02:30Z</dcterms:created>
  <dcterms:modified xsi:type="dcterms:W3CDTF">2026-05-25T05:02:30Z</dcterms:modified>
</cp:coreProperties>
</file>