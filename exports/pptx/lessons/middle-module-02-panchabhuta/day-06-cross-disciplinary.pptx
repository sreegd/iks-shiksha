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Cross-Disciplinary: Pañcabhūta and Modern Science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compare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framework with the modern states-of-matter / periodic-table framework, identifying what each captures that the other does not.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copy of the standard periodic table on the wall (any classroom poster works). – A printed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 (the one built on Day 3). – A two-column comparison worksheet (blank, students fill in).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recap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Sanskrit. Today is the day to use English freely and compare frameworks.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 — 2 students. – Provocation: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 told you 'fire is not an element,' would I be right or wrong?"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both sides. Don't resolve.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we'll see how both answers can be correct, because they're answering different questions."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Compare-Contrast Worksheet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pick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3 objects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Day 4 sort. For each, they fill in a 2-column row: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 description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(which element dominates, which tanmātra, which others present)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science description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(state of matter, dominant chemical components if known)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then write one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this object, the framework I'd choose to describe it depends on ..."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Cold-call 3 students to share their "I'd choose framework X because ..." sentence. – Note out loud: there's no universal right answer. The framework depends on the question. – Preview Day 7: "Tomorrow we'll look at what happens when one of the five elements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balance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real ecosystem — and what that has to do with us."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frameworks for the same world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pañcabhūta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tradition organises matter and space into 5 categories using sensory observation. Modern science organises matter into 118 elements (and 4+ states of matter) using experiments and measurement. They are answering different questions.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Question | Framework that fits | |----------|--------------------| | "What's the dominant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this object?" | Pañcabhūta | | "What atoms make up this object?" | Periodic table | | "Why does soil smell after rain?" | Both, in different ways |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8052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frameworks are still in use today. Neither one is "wrong."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Choose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modules from your science textbook chapter on Matter (states of matter, or the periodic table). Write a 1-paragraph 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the pañcabhūta framework get right about this topic, and what would it miss?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 fourth state of matter. Where would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fit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Defend your placement.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framing: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frameworks survive because both are useful.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comparisons can be filled in over the next few days.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day skeptical students will engage most. Welcome it. Do not retreat into "ancient Indians were right too" — that defeats the lesson. The honest stance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frameworks are real intellectual achievements with different scopes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If a student says "the pañcabhūta framework is incomplete because it can't predict chemistry" — they're correct. Acknowledge that. Then ask: "Can the periodic table predict whether the air in this room feels stuffy or fresh? Both frameworks have limits." – For NEP §4.6 compliance, the framing is integration, not replacement. The line to hold: students are learning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useful frameworks, not one true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RAG citations introduced. – Modern science references: NCERT Class 9 Science, Chapters 1 ("Matter in Our Surroundings") and 5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2026-05-28T04:15:47Z</dcterms:created>
  <dcterms:modified xsi:type="dcterms:W3CDTF">2026-05-28T04:15:47Z</dcterms:modified>
</cp:coreProperties>
</file>