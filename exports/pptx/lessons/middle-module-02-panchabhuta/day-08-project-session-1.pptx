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Session 1: Plan and Begin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Panchabhūta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every pair / individual will have a written project plan and at least one tangible artefact (draft poster outline, demo prop, story opening paragraph, etc.) for their final project.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3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materials brought by each pair (as per their plan)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Spare poster paper, markers, scissors, glue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printed copy of the rubric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per pair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Stopwatch / classroom timer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 — 2 students.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out the rubric. Walk through it in 60 seconds: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"You'll be graded on accuracy, use of sources, originality, communication, collaboration, and presentation. Highest mark in each row is 4."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(35 min) — Workshop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Three 10-minute sprints with a 1-minute "stand and stretch" between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(35 min) — Workshop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213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 (10 min) — Plan completion.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pair finalises: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Element + project title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single sentence the audience should walk away thinking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structure (3 parts max: e.g. "what tradition says / one science parallel / one local imbalance")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division of labour (who does what)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source(s) they will cite (must include one RAG citation from Day 1–3 caches, OR a citation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 (10 min) — First artefact.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Pairs start building. Teacher does rapid-rotation: 90 seconds per pair, asking one focused question.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3 (10 min) — Build / iterate.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Continue.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(35 min) — Workshop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Teacher's role during sprints: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30-second visit to each pair in Sprint 2.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for pairs who are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planning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during Sprint 2. Pull them aside, force a "start drawing / start writing / start building NOW" intervention.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projects on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(often the trickiest), check that they've found a concrete way to show emptiness — silence, white-space, a pause, a gap.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30-second share-out from any 4 pairs (you call them) — they hold up their progress.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project plan paragraph at the door on the way out.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9: refine and rehearse.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49567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49567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workshop — Session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you'll plan and start your project. By end of class, your pair should have: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written plan (the paragraph you turn in today).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first concrete artefact in progress — even if rough.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template: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``` Element: __________ Title: __________ Audience walks away thinking: __________ Structure (3 parts):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9195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__________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318864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__________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2051" y="345772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__________ Division of labour (Partner A): __________ Division of labour (Partner B): __________ Sources we'll cite: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2051" y="395778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__________ (from class cache or sources.md) ```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6301" y="454431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Whatever your pair didn't finish today — finish at home tonight. Tomorrow is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Stretch goal — add an interactive element (a question for the audience, a small experiment they can join). Adds depth.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Allow choosing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format mid-stream if the original plan is collapsing. A clear poster beats a half-built video.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pacing of three sprints is deliberate — most students will resist starting to build. The 10-minute timer forces them past planning paralysis.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pair seems stuck, ask: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you had to present right now, in 30 seconds, what would you say?"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That often unlocks the structure.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pair's chosen source(s) — verified during Sprint 1.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2026-05-28T05:42:58Z</dcterms:created>
  <dcterms:modified xsi:type="dcterms:W3CDTF">2026-05-28T05:42:58Z</dcterms:modified>
</cp:coreProperties>
</file>