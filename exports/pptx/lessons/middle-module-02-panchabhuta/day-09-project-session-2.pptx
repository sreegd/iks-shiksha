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Project Session 2: Refine and Rehearse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Panchabhūta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every pair will have a presentation-ready project artefact and will have rehearsed their 3-minute presentation at least once with timed feedback.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Pairs bring all in-progress materials. – Stopwatch. – Printed feedback form: 1 strength, 1 fix, in 30 seconds.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 — 2 students. – Brief: "Today is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refine + rehearse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By end of class, you'll have presented to one other pair and gotten feedback."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(30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Two 15-minute halves.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1 (15 min) — Refine.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Continue building / drafting. – Teacher does rapid rotation: 60 seconds per pair, focused question: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"Show me your strongest 30 seconds."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Look for projects that: – Are missing the citation — flag immediately. – Are missing the modern-science parallel — required for accuracy mark. – Are missing the local imbalance — required for the "originality / connection" mark. – Pairs that look ready early start to rehearse.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485727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Half 2 (15 min) — Rehearse with a buddy pair.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856458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Match each pair to one other pair. (Vary partners — match a strong pair with one that's behind, etc.)   – Pair A presents to Pair B for 3 minutes (use the timer).   – Pair B gives feedback for 60 seconds — one strength, one fix.   – Swap. (Total: 8 min per rotation, ×2 = 16 min — runs slightly over, that's OK.)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in parallel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Teacher with the timer; intervene if a pair tries to rehearse for more than 3 min. – Listen for projects that are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summary, no specifics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Intervene: "Give me one concrete example or detail — what does the audience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One-sentence share: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the one thing I'm changing before tomorrow?"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every pair contributes. – Tomorrow: full presentations + summative quiz.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Final touches at home tonight. Bring everything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Add a Q&amp;A-ready note: anticipate one tricky question from the audience and prepare a 30-second answer.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Allow reading from a written script for the presentation. The goal is communication, not memorisation.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"buddy pair" rehearsal often surfaces problems the teacher missed. Encourage students to be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kind and specific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their feedback — "the part about water was clear, the part about pollution was rushed" beats "good job." – Pairs who consistently can't fit in 3 minutes are usually trying to say too much. Help them cut.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Verified per pair during refine half.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2026-05-25T05:02:48Z</dcterms:created>
  <dcterms:modified xsi:type="dcterms:W3CDTF">2026-05-25T05:02:48Z</dcterms:modified>
</cp:coreProperties>
</file>