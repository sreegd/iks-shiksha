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9 — Project Session 2: Refine and Rehearse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Panchabhūta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every pair will have a presentation-ready project artefact and will have rehearsed their 3-minute presentation at least once with timed feedback.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bring all in-progress materials.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Stopwatch.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Printed feedback form: 1 strength, 1 fix, in 30 seconds.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prompt — 2 students.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Brief: "Today is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refine + rehearse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By end of class, you'll have presented to one other pair and gotten feedback."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Two 15-minute halves.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988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1 (15 min) — Refine.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building / drafting.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does rapid rotation: 60 seconds per pair, focused question: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"Show me your strongest 30 seconds."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 projects that: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missing the citation — flag immediately.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missing the modern-science parallel — required for accuracy mark.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missing the local imbalance — required for the "originality / connection" mark.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that look ready early start to rehearse.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(30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2 (15 min) — Rehearse with a buddy pair.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each pair to one other pair. (Vary partners — match a strong pair with one that's behind, etc.)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A presents to Pair B for 3 minutes (use the timer).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 B gives feedback for 60 seconds — one strength, one fix.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Swap. (Total: 8 min per rotation, ×2 = 16 min — runs slightly over, that's OK.)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in parallel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with the timer; intervene if a pair tries to rehearse for more than 3 min.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for projects that are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summary, no specifics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Intervene: "Give me one concrete example or detail — what does the audience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One-sentence share: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"What's the one thing I'm changing before tomorrow?"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pair contributes.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Tomorrow: full presentations + summative quiz.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3033713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3033713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workshop — Session 2: Refine + Rehearse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checklist: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My artefact is presentation-ready (no half-finished sections).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cited at least one source (verse, sūtra, or PDF).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150418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named at least one modern-science parallel.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2051" y="2419499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named one local example of imbalance.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2051" y="2688580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timed my presentation — it fits in 3 minutes.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2051" y="2957661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 know what my partner says and what I say.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2051" y="322674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] I've heard feedback from one other pair and decided what to change.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92051" y="349582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Tomorrow you present.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touches at home tonight. Bring everything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 a Q&amp;A-ready note: anticipate one tricky question from the audience and prepare a 30-second answer.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Allow reading from a written script for the presentation. The goal is communication, not memorisation.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"buddy pair" rehearsal often surfaces problems the teacher missed. Encourage students to be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and specific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their feedback — "the part about water was clear, the part about pollution was rushed" beats "good job."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who consistently can't fit in 3 minutes are usually trying to say too much. Help them cut.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per pair during refine half.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2026-05-28T05:43:04Z</dcterms:created>
  <dcterms:modified xsi:type="dcterms:W3CDTF">2026-05-28T05:43:04Z</dcterms:modified>
</cp:coreProperties>
</file>