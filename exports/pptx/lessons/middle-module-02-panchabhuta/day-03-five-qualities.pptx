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Five Qualities and Five Senses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match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(subtle quality) to its element and to the sense organ that perceives it, and explain why this mapping is symmetric.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a blank 3-column table ready – Optional: small samples for the senses station — a bell (sound), a piece of cotton (touch), a coloured leaf (form), a piece of jaggery or salt crystal (taste), a sprig of mint or a slice of orange peel (smell) – Notebook, 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tanmātra; lit. "that-much, subtle essence") — the perceptual quality that "belongs" to each element. Five of them: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śabda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(sound),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(touch),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rūpa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(form),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(taste),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(smell).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element did you notice most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Hold up the bell. Ring it once.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 just perceive?"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(Sound.)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through what element did the sound reach you?"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(Air, and ultimately space.)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master table on the board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row at a time, asking students to predict the senses):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9585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yesterday's quality-count rule: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added at each element is the new quality that earth carries all five of. So earth — solid stuff — is the one you can perceive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5476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(don't memorise):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91834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mṛdutvaṁ kaṭhinatvaṁ ca śaityam uṣṇatvam eva ca / etat sparśasya sparśatvaṁ tanmātratvaṁ nabhasvataḥ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"Softness, hardness, cold and heat — these are the qualities of touch, which is the subtle attribute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air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nabhasvat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)." &gt; — Śrīmad-Bhāgavatam 3.26.36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63435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what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touch is — not just 'softness' but also 'cold and heat.' The tradition is sorting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sensations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air-element bucket. Does that surprise you?"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14975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parallel (one sentence each, no deep dive yet — that's Day 6):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52048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physiology: sound = pressure waves transmitted through a medium → ear drum. Touch = mechanoreceptors in skin. Form = light reflected off objects → retina. Taste = chemical receptors on tongue. Smell = airborne molecules → olfactory receptors. – Both systems are sorting our perception. The Indian system asks "what kind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 this perception live in?" Modern science asks "what physical process produces this perception?"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652596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Sense Station Rotation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stations around the room (or 5 desks, one per element). Each has:   – A label (Sanskrit + English + tanmātra + sense organ)   – A small sample to perceive (see materials list)   – A worksheet question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work in pairs. 2 minutes per station. They rotate clockwise.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At each station, they answer in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I perceive? What other element could I perceive at the same time?"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at the bell station: heard the sound — also felt the vibration if they touched the bell.)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7854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End-of-rotation discussion (3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Did any sample give you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perception? Which? What does that tell us about how the elements overlap in the real world?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grading; the next day's class includes the result.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element has a quality. Each quality is perceived by a sense.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Element | Quality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| Perceived by | |---|---|---|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śabda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(sound) | ear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(touch) | skin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rūpa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(form, colour) | eye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(taste) | tongue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gandha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(smell) | nose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has all five qualities. That's why you can hear soil shift, feel its texture, see its colour, taste its mineral content (you've all chewed sand in childhood — admit it), and smell it after rain.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"Softness, hardness, cold and heat are the qualities of touch, the subtle attribute of air." &gt; — Śrīmad-Bhāgavatam 3.26.36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each of your three home-objects (which you'll bring on Day 4), figure 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 and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one line per object.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about ultrasonic sound (above 20,000 Hz) — humans can't hear it, but bats can. Does it still belong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What about magnetic fields, which no human sense can detect directly?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memorising the table. The "why does this match the order of creation?" question can come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challenge "fire = form/colour." Walk them through: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perception of fire is what we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light, colour. We feel heat from fire, but that's borrowed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tanmātra of touch (heat). The mapping is about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 each element introduces. – Watch for the smell-station: students will spend most of their time there. That's fine. Give them 30 extra seconds and pull them along. – If using jaggery / sweets — check for diabetic students. Substitute with salt or a non-edible smell-only sample.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3.26.36"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day-03-qualities.json#chunks[3]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(tanmātra of touch, qualities of air)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3.26.44"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day-03-qualities.json#chunks[0]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(rasa transforms into gandha; smell perceived by nose)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2026-05-25T05:02:11Z</dcterms:created>
  <dcterms:modified xsi:type="dcterms:W3CDTF">2026-05-25T05:02:11Z</dcterms:modified>
</cp:coreProperties>
</file>