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Five Qualities and Five Senses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match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(subtle quality) to its element and to the sense organ that perceives it, and explain why this mapping is symmetric.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with a blank 3-column table ready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small samples for the senses station — a bell (sound), a piece of cotton (touch), a coloured leaf (form), a piece of jaggery or salt crystal (taste), a sprig of mint or a slice of orange peel (smell)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Notebook, pen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tanmātra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tanmātra; lit. "that-much, subtle essence") — the perceptual quality that "belongs" to each element. Five of them: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śabda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(sound),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(touch),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rūpa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(form),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(taste),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(smell).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element did you notice most yesterday?"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bell. Ring it once.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you just perceive?"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(Sound.)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— through what element did the sound reach you?"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(Air, and ultimately space.)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master table on the board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(one row at a time, asking students to predict the senses):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Element · Tanmātra (quality) · Sense organ · Test it:.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(space)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śabda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(sound) · ear · Ring the bell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(air)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(touch) · skin · Feel a breeze on your hand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(fire)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rūpa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(form / colour) · eye · Look at a flame's colour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(taste) · tongue · Taste sweetness / saltiness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(earth)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(smell) · nose · Smell soil, or jaggery, or peel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yesterday's quality-count rule: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tanmātra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added at each element is the new quality that earth carries all five of. So earth — solid stuff — is the one you can perceive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(don't memorise):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07394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07394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mṛdutvaṁ kaṭhinatvaṁ ca śaityam uṣṇatvam eva ca / etat sparśasya sparśatvaṁ tanmātratvaṁ nabhasvataḥ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 "Softness, hardness, cold and heat — these are the qualities of touch, which is the subtle attribute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of air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nabhasvat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)." — Śrīmad-Bhāgavatam 3.26.36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204638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what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touch is — not just 'softness' but also 'cold and heat.' The tradition is sorting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sensations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into the air-element bucket. Does that surprise you?"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parallel (one sentence each, no deep dive yet — that's Day 6):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physiology: sound = pressure waves transmitted through a medium → ear drum. Touch = mechanoreceptors in skin. Form = light reflected off objects → retina. Taste = chemical receptors on tongue. Smell = airborne molecules → olfactory receptors.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systems are sorting our perception. The Indian system asks "what kind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does this perception live in?" Modern science asks "what physical process produces this perception?"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Sense Station Rotation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stations around the room (or 5 desks, one per element). Each has: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label (Sanskrit + English + tanmātra + sense organ)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sample to perceive (see materials list)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worksheet question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9983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work in pairs. 2 minutes per station. They rotate clockwise.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Sense Station Rotation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each station, they answer in one sentence: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I perceive? What other element could I perceive at the same time?"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at the bell station: heard the sound — also felt the vibration if they touched the bell.)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End-of-rotation discussion (3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Did any sample give you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perception? Which? What does that tell us about how the elements overlap in the real world?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for grading; the next day's class includes the result.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element has a quality. Each quality is perceived by a sense.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Element | Quality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| Perceived by | |---|---|---|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(space)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śabda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(sound) | ear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(air)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(touch) | skin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(fire)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rūpa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(form, colour) | eye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(water)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(taste) | tongue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(earth)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gandha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(smell) | nose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has all five qualities. That's why you can hear soil shift, feel its texture, see its colour, taste its mineral content (you've all chewed sand in childhood — admit it), and smell it after rain.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"Softness, hardness, cold and heat are the qualities of touch, the subtle attribute of air." &gt; — Śrīmad-Bhāgavatam 3.26.36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of your three home-objects (which you'll bring on Day 4), figure out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element and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 tanmātra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Write one line per object.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about ultrasonic sound (above 20,000 Hz) — humans can't hear it, but bats can. Does it still belong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What about magnetic fields, which no human sense can detect directly?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memorising the table. The "why does this match the order of creation?" question can come later.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challenge "fire = form/colour." Walk them through: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perception of fire is what we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light, colour. We feel heat from fire, but that's borrowed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 tanmātra of touch (heat). The mapping is about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quality each element introduces.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for the smell-station: students will spend most of their time there. That's fine. Give them 30 extra seconds and pull them along.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using jaggery / sweets — check for diabetic students. Substitute with salt or a non-edible smell-only sample.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"SB 3.26.36"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day-03-qualities.json#chunks[3]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(tanmātra of touch, qualities of air)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"SB 3.26.44"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day-03-qualities.json#chunks[0]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(rasa transforms into gandha; smell perceived by nose)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2026-05-28T05:42:28Z</dcterms:created>
  <dcterms:modified xsi:type="dcterms:W3CDTF">2026-05-28T05:42:28Z</dcterms:modified>
</cp:coreProperties>
</file>