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Five Things Everywhere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(Grades 6–8)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five great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in Sanskrit and English and give one example of each from their own classroom.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sample objects arranged at the front: a rock or brick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 transparent jar of water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unlit candle or oil lamp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inflated balloon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empty cardboard box with the flaps open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/ chart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blank index cards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pañca-mahā-bhūta; lit. "five great elements") — the framework that organises matter and space into earth, water, fire, air, and space.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five elements themselves; see glossary.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"Look around this room without moving. What is everything you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of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Don't tell me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tell me what kind of stuff it is."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4 quick answers. Don't correct anyone. Write all answers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five objects on the table one at a time. For each,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this an example of?"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Rock → solid.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Sanskrit, this category is called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pṛthvī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PRITH-vee — the earth-element."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board.)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jar → liquid.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(Some texts say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The water-element."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Candle → heat / light.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tejas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TAY-jus — the fire-element. Not just a flame: anything hot, or that gives light, or transforms one thing into another."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Balloon → air.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vāyu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VAH-yu — the air-element. Anything that moves and flows like gas."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box → space.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"And finally —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made of cardboard, but what about what's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box? The room you have? That's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ākāśa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AH-KAH-sha — the space-element."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856036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20465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Around 1500 BCE, thinkers in the Indian subcontinent organised everything they could see into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categories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They called them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pañca-mahābhūta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great elements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source: read aloud the SB 2.10.3 paraphrase from the cache file: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"... bhūta — the five gross elements (the sky, air, fire, water, earth) ..."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Śrīmad-Bhāgavatam 2.10.3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(Read for adult ears, not for student memorisation. Just hear it once.)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Five Things in This Room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five index cards per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one element label at the top: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English in brackets).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10 minutes, students walk around the room (or stay seated if space is tight) and write ONE example of that element they can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 this room.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desk top, a textbook, the floor.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 in their water bottle, sweat on a friend's brow, condensation on a window.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sunlight through the window, the heat of a friend's hand, the warmth of a tube light.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Five Things in This Room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breeze from a fan, their own breath.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space between two students, the gap above their heads.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If a student writes "the chair" under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that's correct. If they write "a chair" under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explain it's the empty seat space, that's also correct — and worth celebrating.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(oral, going around the room): each student names ONE element and their own example. Anything that hasn't been said yet earns a small cheer.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Preview: "Tomorrow we'll see how the tradition says these five elements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 to be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after another, in a specific order."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we learned: The Five Great Elements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pañca-mahābhūta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the five categories ancient Indian thinkers used to organise everything around us: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(IAST) | English | One example from your room | |---|---|---|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Earth / solid stuff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Water / liquid stuff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Fire / heat / light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Air / gas / movement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Space / room | __________________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in the table with your own examples. Keep this in your notebook — we'll add to it through the module.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(if any)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interesting objects from home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class tomorrow. They should be small enough to fit on your desk. (You'll need them on Day 4.)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which element does each of your objects belong to?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 objects belong to more than one element. Find an object in this room that fits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elements and explain why.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five terms feel too many, focus on remembering three for now: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(earth, water, air). We'll add the other two over the next two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immediately try to "win" by giving exotic examples. Gently steer them back: the win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exotic-ness.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says 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doesn't fit anything in this room because nothing is on fire," ask them: is the tube light hot? Where is the warmth from? That's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confusion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Several students will insist "there's nothing here" — say "yes, and that 'nothing-here' has a name, and the name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 It's the medium other things sit 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2.10.3"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day-01-hook.json#chunks[0]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(verse defining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enumerating the five gross elements)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2026-05-28T05:42:13Z</dcterms:created>
  <dcterms:modified xsi:type="dcterms:W3CDTF">2026-05-28T05:42:13Z</dcterms:modified>
</cp:coreProperties>
</file>