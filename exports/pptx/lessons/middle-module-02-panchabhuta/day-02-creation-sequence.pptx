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 — The Creation Sequence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Panchabhūta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draw a diagram showing the five elements emerging in the Sāṅkhya creation sequence (space → air → fire → water → earth) and label what new quality each one adds.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Board / large chart paper – Coloured markers (5 colours, one per element) – Each student needs: their notebook, a ruler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guṇa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guṇa; lit. "thread, quality, attribute") — at this band, treat as "quality" or "property."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Question on the board (same daily prompt):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"Which element did you notice most yesterday? Why?"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2 students share for 30 seconds each. – Quick recall: hold up each of the 5 objects from Day 1; students call out the Sanskrit name in chorus.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prompt: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"If you had to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universe — start with nothing and make all matter — which element would you make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Which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Why?"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46000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Take 3–4 student answers. Don't judge them. Note: most will say earth first or water first.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762125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Reveal the Sāṅkhya answer (write on board, large):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145506"/>
            <a:ext cx="8331398" cy="603052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30113" y="2145506"/>
            <a:ext cx="0" cy="603052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627" y="2272457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ākāśa  →  vāyu  →  tejas  →  ap  →  pṛthvī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1627" y="2447032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(space)   (air)    (fire)   (water)  (earth)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6301" y="2837408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tradition says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opposite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what most of us guess. Why might that be?"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4901" y="3139529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with the quality-counting rule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(this is the key idea — write it boxed on the board):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6301" y="3510260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element carries forward all the qualities of the elements before it, and adds one new quality of its own.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6301" y="3799731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table on the board, filling row by row: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6301" y="578078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paraphrase: "Earth has five qualities, water has four, fire has three, air has two, and the sky has only one quality, sound."    — Śrīmad-Bhāgavatam 3.26.50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4901" y="6296174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"Why does it make sense that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earth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has all five qualities? Why does it make sense that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has only one?"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6301" y="6666905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Push toward: solid things are perceivable in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way — you can hear, touch, see, taste, smell soil. Empty space has no smell, taste, form, or touch — but you can hear sound in it.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06301" y="724584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(15 min) — Draw your own diagram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Students draw the five elements in their notebooks as a nested set of expanding "rings" or "stacked layers" — whichever visual makes sense to them. – Each layer is labelled with its element AND its quality-count. – Use coloured markers if available. – At the bottom, each student writes a one-sentence answer: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 my drawing, the reason X is the outer ring is ___."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800225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around. If a student draws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earth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the smallest, "central" element, that's also defensible — celebrate the reasoning, and gently distinguish: the SB sequence is about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of appearance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size or importance.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Exit ticket (written, 1 sentence, on a slip of paper turned in):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"If a friend asked you 'why does space come first?', what would you say?"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Preview: "Tomorrow we'll meet the qualities themselves — sound, touch, form, taste, smell — and see how each one connects to one of your five senses."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381250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381250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Five Elements emerge in a sequence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ākāśa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(space) →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vāyu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(air) →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tejas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(fire) →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(water) →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pṛthvī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(earth)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12255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new element carries forward the qualities of the ones before it and adds one new quality of its own. So earth has all five, while space has just one — sound.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2112318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"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mahīṁ gandha-guṇām ādhāt ...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 — "The earth was endowed with the quality of smell, by the impulse of time." &gt; — Śrīmad-Bhāgavatam 3.5.36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051" y="2612380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your notebook, draw the five elements as nested layers, label each with its qualities, and write one sentence explaining why this order makes sense to you.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Find ONE thing in your home that perfectly demonstrates the "all five qualities"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pṛthvī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You should be able to hear it, touch it, see it, taste it (or imagine the taste), and smell it. Bring a 2-sentence description.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Modern physics has electric and magnetic fields — would they fit into this sequence? If so, where? Defend your answer.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Just remember the order — space, air, fire, water, earth — and that earth has the most qualities. The "why" can come on Day 3.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127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quality-counting rule is mathematically elegant and is the single best hook for students who like patterns. Linger here if your class is enjoying it. – A student may ask: "But doesn't fire have a smell? Doesn't water have a colour?" — Good question. The SB framework is talking about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defining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quality each element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we still perceive lower qualities in higher elements (e.g. water has all four — sound, touch, form, taste — but its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defining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contribution is taste/coolness). – Sanskrit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guṇa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has a deeper meaning in Sāṅkhya philosophy (sattva/rajas/tamas). At Middle band, don't open that door — say "we'll meet a different meaning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guṇa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 later module."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"SB 3.26.50" (paraphrase) — vidya-karana RAG cache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day-02-creation.json#chunks[2]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(Sāṅkhya quality-count rule)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"SB 3.5.36" — vidya-karana RAG cache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day-02-creation.json#chunks[1]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(earth element acquiring smell as the last new quality)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2026-05-25T05:02:05Z</dcterms:created>
  <dcterms:modified xsi:type="dcterms:W3CDTF">2026-05-25T05:02:05Z</dcterms:modified>
</cp:coreProperties>
</file>