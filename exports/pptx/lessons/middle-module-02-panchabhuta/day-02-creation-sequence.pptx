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Creation Sequence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draw a diagram showing the five elements emerging in the Sāṅkhya creation sequence (space → air → fire → water → earth) and label what new quality each one adds.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/ large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Coloured markers (5 colours, one per element)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needs: their notebook, a ruler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guṇa; lit. "thread, quality, attribute") — at this band, treat as "quality" or "property."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on the board (same daily prompt):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element did you notice most yesterday? Why?"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 for 30 seconds each.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recall: hold up each of the 5 objects from Day 1; students call out the Sanskrit name in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prompt: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"If you had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universe — start with nothing and make all matter — which element would you make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Which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Why?"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3–4 student answers. Don't judge them. Note: most will say earth first or water first.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 the Sāṅkhya answer (write on board, large):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ākāśa  →  vāyu  →  tejas  →  ap  →  pṛthvī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(space)   (air)    (fire)   (water)  (earth)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301" y="15754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tradition says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opposite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what most of us guess. Why might that be?"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with the quality-counting rule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(this is the key idea — write it boxed on the board):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842962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element carries forward all the qualities of the elements before it, and adds one new quality of its own.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1987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table on the board, filling row by row: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48825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Element · Qualities.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(space) — 1 — sound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(air) — 2 — sound, touch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(fire) — 3 — sound, touch, form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(water) — 4 — sound, touch, form, taste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(earth) — 5 — sound, touch, form, taste, smell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paraphrase: "Earth has five qualities, water has four, fire has three, air has two, and the sky has only one quality, sound."    — Śrīmad-Bhāgavatam 3.26.50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"Why does it make sense that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all five qualities? Why does it make sense that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only one?"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toward: solid things are perceivable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way — you can hear, touch, see, taste, smell soil. Empty space has no smell, taste, form, or touch — but you can hear sound in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Draw your own diagram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draw the five elements in their notebooks as a nested set of expanding "rings" or "stacked layers" — whichever visual makes sense to them.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is labelled with its element AND its quality-count.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coloured markers if available.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bottom, each student writes a one-sentence answer: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my drawing, the reason X is the outer ring is 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Draw your own diagram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around. If a student draws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smallest, "central" element, that's also defensible — celebrate the reasoning, and gently distinguish: the SB sequence is about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of appearance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size or importance.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(written, 1 sentence, on a slip of paper turned in):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a friend asked you 'why does space come first?', what would you say?"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Preview: "Tomorrow we'll meet the qualities themselves — sound, touch, form, taste, smell — and see how each one connects to one of your five senses."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Elements emerge in a sequence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(space)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(air)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(fire)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(water)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(earth)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new element carries forward the qualities of the ones before it and adds one new quality of its own. So earth has all five, while space has just one — sound.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mahīṁ gandha-guṇām ādhāt ...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 — "The earth was endowed with the quality of smell, by the impulse of time." &gt; — Śrīmad-Bhāgavatam 3.5.36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your notebook, draw the five elements as nested layers, label each with its qualities, and write one sentence explaining why this order makes sense to you.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ONE thing in your home that perfectly demonstrates the "all five qualities"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You should be able to hear it, touch it, see it, taste it (or imagine the taste), and smell it. Bring a 2-sentence description.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Modern physics has electric and magnetic fields — would they fit into this sequence? If so, where? Defend your answer.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order — space, air, fire, water, earth — and that earth has the most qualities. The "why" can come on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quality-counting rule is mathematically elegant and is the single best hook for students who like patterns. Linger here if your class is enjoying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may ask: "But doesn't fire have a smell? Doesn't water have a colour?" — Good question. The SB framework is talking about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quality each element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we still perceive lower qualities in higher elements (e.g. water has all four — sound, touch, form, taste — but its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contribution is taste/coolness).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a deeper meaning in Sāṅkhya philosophy (sattva/rajas/tamas). At Middle band, don't open that door — say "we'll meet a different meaning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 later module."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"SB 3.26.50" (paraphrase)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day-02-creation.json#chunks[2]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(Sāṅkhya quality-count rule)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"SB 3.5.36"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day-02-creation.json#chunks[1]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(earth element acquiring smell as the last new quality)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2026-05-28T05:42:20Z</dcterms:created>
  <dcterms:modified xsi:type="dcterms:W3CDTF">2026-05-28T05:42:20Z</dcterms:modified>
</cp:coreProperties>
</file>