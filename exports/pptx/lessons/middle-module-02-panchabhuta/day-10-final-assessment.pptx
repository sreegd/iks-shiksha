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(potentially extend to 60 if presentations need it)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module's learning objectives through a summative quiz and a 3-minute project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copy (printed) for each pair, with teacher marking column.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"reflection slip" — one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daily prompt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"Two parts today — a quiz first, then your presentations. Quiz is 20 minutes, individual. Presentations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Closed-book. No discussion.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covers: element names (Sanskrit + English), creation sequence, quality-count rule, tanmātra-to-sense mapping, one comparison question on pañcabhūta vs. modern science, one open-response on element imbalance.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quizzes at 20-min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presentation + 1 min Q&amp;A per pair.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~8–10 pairs in a typical class, you'll fit 5 pairs in the remaining 20 min.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the next class period for the remaining presentations.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(Note this honestly — Day 10 alone is rarely enough for 10+ pairs.)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each presentation: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teacher marks the rubric in real-time.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audience member is assigned to ask one specific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completes a "1 thing I learned, 1 question I have" slip per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the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question (oral, voluntary):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you'll keep noticing after this module ends?"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 due: students answer the three reflection questions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265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265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quiz + presentations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minutes for the summative quiz — closed book.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3-minute presentation per pair, then 1 minute of audience questions.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you're in the audience, fill out one "I learned / I wonder" slip per presentation. These go to the presenters and help them know what landed.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(due at the end of class):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you set out to learn or make, and what did you actually end up with?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most surprising thing you discovered while making this?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1886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had three more days, what would you do differently?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The module is complete. (Begin the next module's prerequisite reading if your sequence flows directly into another.)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who finishes the quiz early can write a 1-paragraph "what would Module 2 look like for a class of Grade 11 students?" — useful input for the Senior-band pack.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the quiz to be open-notebook for a student with documented learning needs — your call.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out 30 minutes after class for marking the quiz while presentations are fresh.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presentations spill into Day 11, that's fine — protect that time. Don't compress presentations to fit; you lose the assessment validity.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rubric in real-time, but write detailed comments only after each presentation finishes — the comment is what students keep.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citations verified across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2026-05-28T05:43:10Z</dcterms:created>
  <dcterms:modified xsi:type="dcterms:W3CDTF">2026-05-28T05:43:10Z</dcterms:modified>
</cp:coreProperties>
</file>