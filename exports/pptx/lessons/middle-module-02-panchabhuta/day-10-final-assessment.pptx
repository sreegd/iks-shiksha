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Project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(potentially extend to 60 if presentations need it)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demonstrate mastery of the module's learning objectives through a summative quiz and a 3-minute project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summative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one per student. – Stopwatch. – Rubric copy (printed) for each pair, with teacher marking column. – A "reflection slip" — one per student.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daily prompt today. – Brief: "Two parts today — a quiz first, then your presentations. Quiz is 20 minutes, individual. Presentations after."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Closed-book. No discussion. – Quiz covers: element names (Sanskrit + English), creation sequence, quality-count rule, tanmātra-to-sense mapping, one comparison question on pañcabhūta vs. modern science, one open-response on element imbalance. – Collect quizzes at 20-min mark.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Project Presentations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 min presentation + 1 min Q&amp;A per pair. – With ~8–10 pairs in a typical class, you'll fit 5 pairs in the remaining 20 min.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the next class period for the remaining presentations.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(Note this honestly — Day 10 alone is rarely enough for 10+ pairs.) – During each presentation: – One teacher marks the rubric in real-time. – One audience member is assigned to ask one specific question. – Audience completes a "1 thing I learned, 1 question I have" slip per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Thank the class. – Closing question (oral, voluntary):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you'll keep noticing after this module ends?"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Reflection slip due: students answer the three reflection questions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None. The module is complete. (Begin the next module's prerequisite reading if your sequence flows directly into another.)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student who finishes the quiz early can write a 1-paragraph "what would Module 2 look like for a class of Grade 11 students?" — useful input for the Senior-band pack.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the quiz to be open-notebook for a student with documented learning needs — your call.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Block out 30 minutes after class for marking the quiz while presentations are fresh. – If presentations spill into Day 11, that's fine — protect that time. Don't compress presentations to fit; you lose the assessment validity. – Mark the rubric in real-time, but write detailed comments only after each presentation finishes — the comment is what students keep.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citations verified across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2026-05-25T05:02:54Z</dcterms:created>
  <dcterms:modified xsi:type="dcterms:W3CDTF">2026-05-25T05:02:54Z</dcterms:modified>
</cp:coreProperties>
</file>