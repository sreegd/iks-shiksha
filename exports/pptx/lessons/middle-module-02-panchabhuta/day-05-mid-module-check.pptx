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5 — Mid-Module Check</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Panchabhūta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demonstrate working recall of all five elements, their qualities, and the creation sequence, and will commit to a project topic and partner.</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4559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Printed formative quiz (5 questions,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quizzes/formative.md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Part B) — one per student. – Sample project briefs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assessments/project-brief.md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one per pair. – Sticky notes (3 per student).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Hand back yesterday's formative slip (the 5 quick questions from Day 3). Don't review answers — just hand them back. – Daily prompt: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"Which element did you notice most over the weekend?"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2 students.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 Formative quiz + class review</a:t>
            </a:r>
            <a:endParaRPr lang="en-US" sz="1800" dirty="0"/>
          </a:p>
        </p:txBody>
      </p:sp>
      <p:sp>
        <p:nvSpPr>
          <p:cNvPr id="4" name="Text 2"/>
          <p:cNvSpPr/>
          <p:nvPr/>
        </p:nvSpPr>
        <p:spPr>
          <a:xfrm>
            <a:off x="634901" y="883593"/>
            <a:ext cx="8102798" cy="116175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Formative quiz (10 min)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quizzes/formative.md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Part B. Closed notebook. 5 questions: MCQ on the order of emergence, fill-in on the quality-table, one short-answer "name an object dominated by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ākāśa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Review together (10 min)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go through each question. Don't grade now; grade overnight. The goal here is exposure to common errors. Ask: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"who would have answered (b)? Why?"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Invite the wrong reasoning, surface the misconception, correct it.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Project commitment</a:t>
            </a:r>
            <a:endParaRPr lang="en-US" sz="1800" dirty="0"/>
          </a:p>
        </p:txBody>
      </p:sp>
      <p:sp>
        <p:nvSpPr>
          <p:cNvPr id="4" name="Text 2"/>
          <p:cNvSpPr/>
          <p:nvPr/>
        </p:nvSpPr>
        <p:spPr>
          <a:xfrm>
            <a:off x="406301" y="870942"/>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Hand out the project brief. Read aloud the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one-paragraph project description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the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list of project format options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(poster, demo, short story, 90-second video, infographic, songbook). – Pairs / individuals choose: – Element they'll focus on – Format – One-sentence "what we'll show" – Each pair writes their three choices on a sticky note and posts on the board under the element label. – Teacher does a 30-second sanity check on each — if a pair has chosen something impractical for the time available, redirect now.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board is a snapshot of the class's project distribution. Note out loud: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have 4 groups on water, only 1 on space — interesting. Group on space, you'll have a unique presentation. Water groups, find a way to make yours distinct."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Preview Day 6: "Tomorrow we leave Sanskrit for a day and look at the modern science framework — and ask which one is 'right.'"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1881187"/>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1881187"/>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Mid-module check</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you'll take a short quiz today and choose your project.</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Project options for your final assignment (Days 8–10):</a:t>
            </a:r>
            <a:endParaRPr lang="en-US" sz="1300" dirty="0"/>
          </a:p>
        </p:txBody>
      </p:sp>
      <p:sp>
        <p:nvSpPr>
          <p:cNvPr id="8" name="Text 6"/>
          <p:cNvSpPr/>
          <p:nvPr/>
        </p:nvSpPr>
        <p:spPr>
          <a:xfrm>
            <a:off x="692051" y="1612255"/>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Format | Best for elements ... | |--------|------------------------| | Poster (A2) | Any | | Live demo (2 min)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tejas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(fire),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vāyu</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(air) | | Short story (1 page) | Any — especially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ākāśa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 90-second video | Any | | Infographic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pṛthvī</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ap</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(data-heavy) | | Original song / poem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vāyu</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ākāśa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t>
            </a:r>
            <a:endParaRPr lang="en-US" sz="1300" dirty="0"/>
          </a:p>
        </p:txBody>
      </p:sp>
      <p:sp>
        <p:nvSpPr>
          <p:cNvPr id="9" name="Text 7"/>
          <p:cNvSpPr/>
          <p:nvPr/>
        </p:nvSpPr>
        <p:spPr>
          <a:xfrm>
            <a:off x="692051" y="2343299"/>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You'll work in pairs or alone. Decide today.</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Submit project plan in writing by next morning. Format: 1 paragraph stating element, format, and what audience will see/hear/feel. – Begin gathering project materials.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pair tackling space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ākāśa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challenge: how do you make a poster about emptiness? Force the constraint and find a creative answer.</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Allow individual work with teacher check-ins every 10 minutes during Days 8–9.</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Grade the formative quiz tonight and walk in tomorrow knowing who is shaky on the creation sequence vs. who is shaky on the tanmātra mapping. The two error patterns need different reteaching. – If too many pairs cluster on one element (e.g. 6 pairs on fire), gently broker — "groups 4 and 5, would you consider switching to space or air? You'll have less competition for attention on presentation 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 new citations introduced.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2026-05-25T05:02:24Z</dcterms:created>
  <dcterms:modified xsi:type="dcterms:W3CDTF">2026-05-25T05:02:24Z</dcterms:modified>
</cp:coreProperties>
</file>