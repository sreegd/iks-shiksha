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Element Sort (Hands-on Activity)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classify at least 12 everyday objects by their dominant element and defend a classification where more than one element is present.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3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bring their 3 home-objects from yesterday's homework.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 mystery objects supplied by the teacher (suggested: a bicycle pump, a glass of milk, a magnifying glass, a small mirror, a sponge).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sorting trays / boxes / labelled areas on the floor — one per element.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Worksheet (one per pair) — printable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activities/activity-01-element-sort.md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terms today. Review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pṛthvī, ap, tejas, vāyu, 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the five tanmātras.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element did you notice most yesterday?"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today is a sorting day. We'll see how messy the world really is when you try to put it in five boxes.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 — Demonstrate with one tricky object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a glass of milk.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"Where does this go?"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3 student answers.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walk through it together: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(water-element).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milk has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(solid suspended particles) → some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(rasa) → tanmātra of water, confirms.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smell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(gandha) → some earth-quality too.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(rūpa) → some fire-quality (form/colour).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 — Demonstrate with one tricky object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real objects are mixtures.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exercise is to identify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element while honestly naming the others present.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Element Sort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the full activity sheet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activities/activity-01-element-sort.md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Brief outline: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Element Sort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work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places their 3 home-objects + 2 teacher-supplied objects on the right element tray. (5 objects per pair.)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object, they fill the worksheet table: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754535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 name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Dominant element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elements present (1–4 more)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 tanmātra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86925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walk (5 min within the 25):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visit two other pairs' trays and put a sticky note where they disagree, explaining briefly.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question, open to the room: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object was the hardest to classify, and why?"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5: a mid-module check + an extended reflection.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(The activity sheet is the student-facing content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activities/activity-01-element-sort.md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homework. (Spend the freed time finalising the project pair or topic — partners and projects are confirmed by Day 5.)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After sorting, pick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most "mixed"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object and write a paragraph explaining the proportions you'd assign each of the five elements within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five categories feel hard, sort first into THREE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pṛthvī, ap, 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then come back and consider where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should be added.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activity often surfaces interesting disagreements between students who classify the same object differently.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resolve the disagreements quickly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let them argue it out. The reasoning is more important than the answer.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common dispute: where does a "balloon filled with air" go?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because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air?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because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balloon material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rubber (a solid)? Both are defensible — push students to articulate which one is "dominant."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for students who are insisting on a single rigid answer. They are missing the lesson — gently steer toward "and what's the next-strongest element here?"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any especially good or disputed sorting choices; reuse on Day 7 group discussion.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citations introduced. Review citations from Day 1–3.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2026-05-28T05:42:34Z</dcterms:created>
  <dcterms:modified xsi:type="dcterms:W3CDTF">2026-05-28T05:42:34Z</dcterms:modified>
</cp:coreProperties>
</file>