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Element Sort (Hands-on Activity)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Panchabhūta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classify at least 12 everyday objects by their dominant element and defend a classification where more than one element is present.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Students bring their 3 home-objects from yesterday's homework.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 mystery objects supplied by the teacher (suggested: a bicycle pump, a glass of milk, a magnifying glass, a small mirror, a sponge).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49475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5 sorting trays / boxes / labelled areas on the floor — one per element. – Worksheet (one per pair) — printable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activities/activity-01-element-sort.md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recap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new terms today. Review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pṛthvī, ap, tejas, vāyu, ākāśa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the five tanmātras.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element did you notice most yesterday?"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students. – Brief: today is a sorting day. We'll see how messy the world really is when you try to put it in five boxes.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(10 min) — Demonstrate with one tricky object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Hold up a glass of milk.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"Where does this go?"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Take 3 student answers. – Then walk through it together: – It's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liquid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(water-element). – But milk has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(solid suspended particles) → some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It has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(rasa) → tanmātra of water, confirms. – It has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smell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(gandha) → some earth-quality too. – You can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(rūpa) → some fire-quality (form/colour).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869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Conclusion: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real objects are mixtures.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exercise is to identify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dominant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element while honestly naming the others present.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(25 min) — Element Sort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the full activity sheet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activities/activity-01-element-sort.md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Brief outline: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82588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work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pair places their 3 home-objects + 2 teacher-supplied objects on the right element tray. (5 objects per pair.)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object, they fill the worksheet table: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4088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Object name    – Dominant element    – Other elements present (1–4 more)    – Strongest tanmātra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43001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 walk (5 min within the 25):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pairs visit two other pairs' trays and put a sticky note where they disagree, explaining briefly.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Discussion question, open to the room: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object was the hardest to classify, and why?"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Preview Day 5: a mid-module check + an extended reflection.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(The activity sheet is the student-facing content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activities/activity-01-element-sort.md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 new homework. (Spend the freed time finalising the project pair or topic — partners and projects are confirmed by Day 5.)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After sorting, pick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most "mixed"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object and write a paragraph explaining the proportions you'd assign each of the five elements within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five categories feel hard, sort first into THREE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pṛthvī, ap, 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then come back and consider where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should be added.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7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activity often surfaces interesting disagreements between students who classify the same object differently.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resolve the disagreements quickly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let them argue it out. The reasoning is more important than the answer. – A common dispute: where does a "balloon filled with air" go?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because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air? 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because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balloon material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rubber (a solid)? Both are defensible — push students to articulate which one is "dominant." – Look for students who are insisting on a single rigid answer. They are missing the lesson — gently steer toward "and what's the next-strongest element here?" – Photograph any especially good or disputed sorting choices; reuse on Day 7 group discussion.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 new citations introduced. Review citations from Day 1–3.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2026-05-28T04:15:37Z</dcterms:created>
  <dcterms:modified xsi:type="dcterms:W3CDTF">2026-05-28T04:15:37Z</dcterms:modified>
</cp:coreProperties>
</file>