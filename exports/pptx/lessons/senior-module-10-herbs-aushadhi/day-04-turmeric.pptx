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4 — Turmeric — Golden Root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Herbs —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distinguish fresh root vs powder; identify curcumin as active compound.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haridrā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haridrā; lit. "turmeric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Curcuma longa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Botanical identification.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Curcuma longa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A rhizome (underground stem, not a root). Bright orange when cut. Fresh vs dried (turmeric powder).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Active compound.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Curcumin (~2-5% of dried rhizome). Bright yellow polyphenol. Other compounds: turmerones in the essential oil.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Traditional uses.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Caraka cites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haridrā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for: wound healing (topical paste), anti-inflammatory (golden milk), as a colouring + preservative agent in food. Centuries of culinary use.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research.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Curcumin has been studied extensively for anti-inflammatory effects. Bioavailability is poor without piperine (black pepper) or fat — which is why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haldi doodh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(turmeric milk with ghee) is traditional. Modern preparations use liposomal or piperine-enhanced formulations.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/ activity.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Crush a small piece of fresh turmeric on paper. Note the staining (curcumin is a pH indicator — colour changes with vinegar/lemon vs baking soda). This is also chemistry, not just culinary.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Turmeric — Golden Root.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2026-05-28T06:06:56Z</dcterms:created>
  <dcterms:modified xsi:type="dcterms:W3CDTF">2026-05-28T06:06:56Z</dcterms:modified>
</cp:coreProperties>
</file>