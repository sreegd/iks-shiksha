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Turmeric — Golden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fresh root vs powder; identify curcumin as active compound.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haridrā; lit. "turmeric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Turmeric — Golden Root.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2026-05-25T09:28:52Z</dcterms:created>
  <dcterms:modified xsi:type="dcterms:W3CDTF">2026-05-25T09:28:52Z</dcterms:modified>
</cp:coreProperties>
</file>