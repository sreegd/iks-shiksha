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What is Auṣadhi?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define auṣadhi and recognise the six herbs of this module.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auṣadhi; lit. "medicinal plant / herb")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 Saṁhitā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What is Auṣadhi?.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2026-05-25T09:28:36Z</dcterms:created>
  <dcterms:modified xsi:type="dcterms:W3CDTF">2026-05-25T09:28:36Z</dcterms:modified>
</cp:coreProperties>
</file>