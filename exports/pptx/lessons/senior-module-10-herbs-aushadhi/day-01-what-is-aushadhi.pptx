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What is Auṣadhi?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define auṣadhi and recognise the six herbs of this module.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Sanskrit for "medicinal plant" — broader than English "herb." Includes leaves, roots, barks, seeds, resins. Distinguish from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(food) and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rasāyana* (rejuvenative).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herbs we'll study.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samples: Tulsī, Neem, Turmeric, Ginger, Ajwain, Mint. Pass them around for sight + smell.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traditional framework.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herb has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(taste),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(potency — heating/cooling),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(post-digestive effect),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prabhāva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(specific action). This is the basic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dravyaguṇa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(pharmacology) of Āyurveda.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"There is nothing in the world that, applied at the right time and place, is not medicine."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aloud.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critical caveat, repeated three times.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module teaches IDENTIFICATION and traditional uses. It does NOT teach therapeutic dosing. Therapeutic use requires a qualified practitioner. State this rule prominently in workbooks.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What is Auṣadhi?.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2026-05-25T16:39:46Z</dcterms:created>
  <dcterms:modified xsi:type="dcterms:W3CDTF">2026-05-25T16:39:46Z</dcterms:modified>
</cp:coreProperties>
</file>