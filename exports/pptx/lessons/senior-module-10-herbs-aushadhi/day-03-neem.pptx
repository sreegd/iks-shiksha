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5D1D2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Day 3 — Neem — Bitter Healer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Herbs — Auṣadhi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Senior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By the end of this lesson, students will: identify nimba; learn about azadirachtin; understand high-dose safety warning.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Whiteboard / chart paper – Notebook, pen per student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Vocabulary introduced today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nimba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(IAST: nimba; lit. "neem —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Azadirachta indica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Daily check-in: one-sentence response to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remember about yesterday's lesson?"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Hook: introduce a phenomenon or question that motivates today's concept.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(20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Botanical identification.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Azadirachta indica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 Tall tree, ~15-20 m. Pinnate compound leaves with serrated leaflets. Distinctive bitter smell when crushed.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472654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Active compound.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Azadirachtin (in seeds, oil). Nimbidin (in leaves, bark). Quercetin (a flavonoid).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34901" y="1856036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Traditional uses.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Caraka and Suśruta cite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nimba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for: skin conditions, fever, infections, oral hygiene (chewing the twig). External use is well-supported by modern studies.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34901" y="2445097"/>
            <a:ext cx="8102798" cy="6932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SAFETY WARNING.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Neem at high concentrations (especially neem oil) is documented to be hepatotoxic. Caraka itself notes restrictions. Modern pediatric case-reports (e.g.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Indian Pediatrics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journals) document harm in infants given neem oil. NEVER ingest in concentrated form. State this rule THREE TIMES.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34901" y="3239839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Modern use cases.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Neem-based pesticides (azadirachtin is one of the most studied bio-pesticides). Toothpaste with neem extract. Skin creams. Discussion: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 separates safe external use from risky internal use?"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(15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36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scaled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Blind Smell-Test Identification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). Today's slice: focus on the part of the activity that reinforces Neem — Bitter Healer.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One-sentence exit ticket: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learned today?"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Preview tomorrow.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22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for today's task.)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Extension: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offer one open question or extra problem for fast finishers.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Support: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pair students who need scaffolds; offer partial outlines.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Citations: at least one quoted verse with citation per module. Day 1 already includes one if applicable; you may add more. – Connect to prior modules where natural (especially Module 2 pañcabhūta).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Senior</dc:title>
  <dc:subject>PptxGenJS Presentation</dc:subject>
  <dc:creator>IKS Curriculum</dc:creator>
  <cp:lastModifiedBy>IKS Curriculum</cp:lastModifiedBy>
  <cp:revision>1</cp:revision>
  <dcterms:created xsi:type="dcterms:W3CDTF">2026-05-25T16:39:57Z</dcterms:created>
  <dcterms:modified xsi:type="dcterms:W3CDTF">2026-05-25T16:39:57Z</dcterms:modified>
</cp:coreProperties>
</file>