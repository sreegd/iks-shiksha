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Neem — Bitter Healer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nimba; learn about azadirachtin; understand high-dose safety warning.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Tall tree, ~15-20 m. Pinnate compound leaves with serrated leaflets. Distinctive bitter smell when crushed.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Azadirachtin (in seeds, oil). Nimbidin (in leaves, bark). Quercetin (a flavonoid).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and Suśruta cite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for: skin conditions, fever, infections, oral hygiene (chewing the twig). External use is well-supported by modern studies.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WARNING.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Neem at high concentrations (especially neem oil) is documented to be hepatotoxic. Caraka itself notes restrictions. Modern pediatric case-reports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Pediatrics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journals) document harm in infants given neem oil. NEVER ingest in concentrated form. State this rule THREE TIMES.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use cases.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Neem-based pesticides (azadirachtin is one of the most studied bio-pesticides). Toothpaste with neem extract. Skin creams. Discussion: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separates safe external use from risky internal use?"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Neem — Bitter Healer.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2026-05-28T04:33:31Z</dcterms:created>
  <dcterms:modified xsi:type="dcterms:W3CDTF">2026-05-28T04:33:31Z</dcterms:modified>
</cp:coreProperties>
</file>