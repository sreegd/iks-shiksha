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Ginger — Warming Root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distinguish fresh vs dried; gingerol vs shogaol.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ārdraka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ārdraka; lit. "ginger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Zingiber officinale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Botanical identification.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Zingiber officinale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Rhizome (like turmeric, not a true root). Light tan skin. Fresh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ārdraka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vs dried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śuṇṭhī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— distinct Sanskrit names because the properties differ.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Active compounds.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Fresh ginger: gingerols. Dried ginger: shogaols (gingerols dehydrate during drying). Both are pungent / "hot."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vs modern uses.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Caraka cites ginger for: digestive fire, nausea, cold-induced cough. Modern clinical trials support: nausea (motion sickness, chemo-induced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Cochrane Reviews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), and mild anti-inflammatory effect.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preparations, two effects.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"Why does Āyurveda distinguish fresh from dried?"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Fresh ginger is heating but mild; dried ginger is more concentrated and warming. Modern: same compound family, different ratios.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Smell-test: fresh ginger root vs dried ginger powder. Students rate intensity 1-5 and write one sentence on the difference.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Ginger — Warming Root.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2026-05-28T06:07:02Z</dcterms:created>
  <dcterms:modified xsi:type="dcterms:W3CDTF">2026-05-28T06:07:02Z</dcterms:modified>
</cp:coreProperties>
</file>