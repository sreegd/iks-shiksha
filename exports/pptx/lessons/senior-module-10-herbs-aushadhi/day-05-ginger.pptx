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Ginger — Warming Root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distinguish fresh vs dried; gingerol vs shogaol.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ārdraka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ārdraka; lit. "ginger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Zingiber officinale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Ginger — Warming Root.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2026-05-25T09:28:58Z</dcterms:created>
  <dcterms:modified xsi:type="dcterms:W3CDTF">2026-05-25T09:28:58Z</dcterms:modified>
</cp:coreProperties>
</file>