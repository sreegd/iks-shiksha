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Mint — Cooling Leaf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recognise several mentha varieties; identify menthol.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pudīnā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pudīnā; lit. "mint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spp.")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Botanical identification.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genus — many species: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M. arvensis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(corn mint,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pudīnā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M. spicata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(spearmint),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M. piperita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(peppermint). Distinguish by leaf shape, smell.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compound.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Menthol (peppermint), carvone (spearmint). Both terpenoids, both "cooling" perceptually (menthol activates cold-sensing TRPM8 receptors in the mouth).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uses.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 prominent in classical Caraka/Suśruta (mint was a later introduction to Indian materia medica). Modern Āyurveda uses for: cooling drinks, digestive aid, breath freshener.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65077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research.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Peppermint oil — well-studied for IBS symptom relief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BMJ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multiple trials). Cooling sensation is a TRPM8 channel effect, NOT actual cooling of tissue.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23983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Cooling-sensation test: students suck on a peppermint and report on tongue temperature.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the mint actually cool? Or does it just feel cool?"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(It's the TRPM8 receptor activation — the same nerve that signals real cold.)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Mint — Cooling Leaf.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2026-05-28T04:33:49Z</dcterms:created>
  <dcterms:modified xsi:type="dcterms:W3CDTF">2026-05-28T04:33:49Z</dcterms:modified>
</cp:coreProperties>
</file>