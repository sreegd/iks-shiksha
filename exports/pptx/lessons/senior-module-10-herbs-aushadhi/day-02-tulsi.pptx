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Tulsī — Holy Basil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tulasī by leaf and smell; name the active compound (eugenol).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tulasī; lit. "holy basil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Botanical identification.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(also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O. sanctum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Square stem, opposite leaves with serrated edges, distinctive aromatic oil glands. Multiple cultivars: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Rama 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(green),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Kṛṣṇa 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(purple),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Vana 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(wild).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compound.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Eugenol (60-70% of essential oil), ursolic acid, rosmarinic acid. Some research on adaptogenic / anti-inflammatory effects (Cohen, 2014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Journal of Ayurveda and Integrative Medicine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and Suśruta cite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for: cough, cold, low-grade fever, indigestion (in tea form), as a bedside plant for air quality.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Atharva Veda 10.97 — Auṣadhi Sūkta — though not naming tulasī specifically, the framing of "herbs as healing beings" begins here. Caraka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26 lists tulasī formally.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Smell-test demo.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Crush a leaf; pass around. Note clove-like aroma (eugenol). Modern aroma-chemistry: same compound (eugenol) gives cloves their scent.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Tulsī — Holy Basil.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2026-05-28T06:06:46Z</dcterms:created>
  <dcterms:modified xsi:type="dcterms:W3CDTF">2026-05-28T06:06:46Z</dcterms:modified>
</cp:coreProperties>
</file>