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2 — Tulsī — Holy Basil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Herbs — Auṣadhi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identify tulasī by leaf and smell; name the active compound (eugenol).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tulasī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tulasī; lit. "holy basil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Ocimum tenuiflorum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observable phenomenon first.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Whatever the day's idea is — a number trick, a celestial pattern, a herb's identifying feature — start with the thing students can see, hear, or do.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Introduce the Sanskrit term.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Once, in the triple format, then italicised only.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conceptual map.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Connect today's idea to prior modules (especially Module 2 if applicable) and prior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an example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the whole class on the 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or paired practice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~5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Blind Smell-Test Identification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Tulsī — Holy Basil.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2026-05-25T09:28:41Z</dcterms:created>
  <dcterms:modified xsi:type="dcterms:W3CDTF">2026-05-25T09:28:41Z</dcterms:modified>
</cp:coreProperties>
</file>