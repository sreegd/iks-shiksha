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the class herb deck; take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herb-deck presentation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card and gives a 1-minute talk on their herb.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herb would you most want in your home garden?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one surprised you?"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Vocabulary, identification, doṣa-pairing, safety.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doṣa-herb framework is ancient. Modern science can test specific claims. Where does each work best? Where does each fall short?"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13 (Indic Ecology) will revisit this through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lens — herbs as part of the larger ecology.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2026-05-28T06:07:29Z</dcterms:created>
  <dcterms:modified xsi:type="dcterms:W3CDTF">2026-05-28T06:07:29Z</dcterms:modified>
</cp:coreProperties>
</file>