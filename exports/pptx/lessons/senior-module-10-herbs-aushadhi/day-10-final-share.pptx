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Final Share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present the class herb deck; take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nimba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nimba; lit. "neem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Azadirachta indica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herb-deck presentation (20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shows their card and gives a 1-minute talk on their herb.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(10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herb would you most want in your home garden? Why?"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one surprised you?"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650355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Vocabulary, identification, doṣa-pairing, safety.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5278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Critical-thinking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doṣa-herb framework is ancient. Modern science can test specific claims. Where does each work best? Where does each fall short?"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3 sentences.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4184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Linkage.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Module 13 (Indic Ecology) will revisit this through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vasudhaiva kuṭumbakam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lens — herbs as part of the larger ecology.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Final Share and 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2026-05-28T04:34:03Z</dcterms:created>
  <dcterms:modified xsi:type="dcterms:W3CDTF">2026-05-28T04:34:03Z</dcterms:modified>
</cp:coreProperties>
</file>