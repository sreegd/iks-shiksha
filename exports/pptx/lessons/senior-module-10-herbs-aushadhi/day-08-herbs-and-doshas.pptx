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Herbs and the Doṣas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categorise the six herbs by heating/cooling effect (links to module 4).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auṣadhi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auṣadhi; lit. "medicinal plant / herb")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Herbs and the Doṣas.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2026-05-25T09:29:14Z</dcterms:created>
  <dcterms:modified xsi:type="dcterms:W3CDTF">2026-05-25T09:29:14Z</dcterms:modified>
</cp:coreProperties>
</file>