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Herbs and the Doṣas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categorise the six herbs by heating/cooling effect (links to module 4).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auṣadhi; lit. "medicinal plant / herb")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doṣa framework (Module 4).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Vāta = motion, Pitta = transformation, Kapha = structure.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Herb classification by doṣa effect.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Caraka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26: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Heating / Pitta-aggravating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(use with care if pitta-dominant): ginger, ajwain, hot pepper.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Cooling / Pitta-pacifying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(good for hot conditions): mint, fennel.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Drying / Kapha-pacifying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(good for congestion): turmeric, neem.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Lubricating / Vāta-pacifying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(good for dryness): ghee-based preparations.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 onto modern thermoregulation.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Heating herbs (ginger, ajwain) often increase metabolic rate slightly. Cooling herbs (mint via TRPM8) provide perceptual cooling. The mapping is empirically observed, not purely conceptual.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67833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someone has a vāta imbalance — dry skin, restless sleep — which of our six herbs would Āyurveda recommend?"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(Avoid the very dry/cold ones. Ginger in moderate amounts; ghee-based ginger tea.)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reminder.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wellness lens, NOT diagnosis. Don't prescribe based on doṣa lens; consult a qualified practitioner.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Herbs and the Doṣas.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2026-05-28T06:07:19Z</dcterms:created>
  <dcterms:modified xsi:type="dcterms:W3CDTF">2026-05-28T06:07:19Z</dcterms:modified>
</cp:coreProperties>
</file>