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Ajwain — Carom Seed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recognise seeds and leaves; identify thymol; traditional digestive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yavānī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yavānī; lit. "ajwain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Trachyspermum ammi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identification.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Trachyspermum ammi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Small seeds (closer to caraway than parsley). Distinctive sharp aroma. Leaves of the plant resemble parsley.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compound.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Thymol (35-60% of essential oil). Same compound as in thyme. Strong antimicrobial and digestive-stimulating actions.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cites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yavānī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primarily for digestive complaints: indigestion, gas, colic. The traditional remedy: a few seeds chewed after a heavy meal.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507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research.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Thymol's antimicrobial effect is well-documented in food science (it's used as a natural preservative). Limited clinical research on traditional digestive claims, but the underlying chemistry is plausible.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239839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is the same compound (thymol) found in ajwain and thyme — plants from very different families?"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convergent evolution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plant chemistry: distantly related plants evolving the same defensive compound. A great cross-cultural pharmacology insight.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Ajwain — Carom Seed.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2026-05-25T16:40:14Z</dcterms:created>
  <dcterms:modified xsi:type="dcterms:W3CDTF">2026-05-25T16:40:14Z</dcterms:modified>
</cp:coreProperties>
</file>