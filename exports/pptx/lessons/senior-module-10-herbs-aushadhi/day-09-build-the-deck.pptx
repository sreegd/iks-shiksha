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Build the Class Deck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each student contributes one identification card to the class library.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tulasī; lit. "holy basil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Ocimum tenuiflorum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Build the Class Deck.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2026-05-25T09:29:19Z</dcterms:created>
  <dcterms:modified xsi:type="dcterms:W3CDTF">2026-05-25T09:29:19Z</dcterms:modified>
</cp:coreProperties>
</file>