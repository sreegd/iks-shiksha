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Build the Class Deck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each student contributes one identification card to the class library.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tulasī; lit. "holy basil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Ocimum tenuiflorum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Card-deck project assembly.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claims one of the six herbs as their primary contribution. They produce one detailed identification card: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Sanskrit + botanical name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Leaf/seed/root drawing (large, accurate)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Smell description (concrete words)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traditional uses with cited sources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active compound and its action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safety note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Tools and references.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Use Caraka Saṁhitā Sūtrasthāna 26 (compiled excerpts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), modern phytochemistry summaries from ICMR-NIN 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Journal of Ethnopharmacology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reviews.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9170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Work-time.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30 minutes individual work. Teacher circulates to check sources.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Pair-review.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Pairs swap cards; check for accuracy and one quality-improvement suggestion.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deck assembly.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Cards laminated (optional) and bound into a class library. Teachers may keep one set for future use.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Build the Class Deck.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2026-05-28T06:07:24Z</dcterms:created>
  <dcterms:modified xsi:type="dcterms:W3CDTF">2026-05-28T06:07:24Z</dcterms:modified>
</cp:coreProperties>
</file>