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What is the Sun Doing?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Movement of the Sun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describe the Sun's daily and annual apparent motion and articulate the question: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Sun rise from exactly the same spot every day?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Whiteboard – A 30 cm wooden dowel or pencil + a piece of cardboard / paper to plant it on (the gnomon) – A compass (or a phone with a compass app) – A printout of a year-calendar (Jan to Dec, all dates visible) — one per pair – Optional: a photo of the room taken at the same time on different days (a teacher prep item)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Sūrya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sūrya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lit. "the Sun") — the luminary at the centre of our solar system; the object we will track for the next 10 days.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krānti-vṛtta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krānti-vṛtta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lit. "deflection-circle") —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ecliptic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apparent path the Sun traces across the sky over a year.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Prompt on board: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"Where was the Sun this morning when you left home?"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Take 3–4 responses. Most will say "east" or "in front of me / behind me." Some will say "I didn't notice." That's the honest answer — and the launching point. – Teacher: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"Today we're going to start noticing. For two weeks we'll track the Sun. The Indian astronomical tradition has been doing exactly this for 2000+ years."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Shadow-stick observation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weather permits and the schoolyard has a sunny spot: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106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Plant the gnomon (the dowel) upright in a piece of cardboard. Mark north on the cardboard using the compass. – At a known time (say, the start of the lesson), trace the shadow of the gnomon onto the cardboard. Write the time and the date next to the line. – Return to the same gnomon in 10 minutes. The shadow has moved. Trace the new line. – Discuss: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Sun seemed to stand still while you were in class — but the shadow moved. What does that tell you about how the Sun moved?"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30296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weather doesn't permit: do the activity indoors with a strong torch (acting as the Sun) and a pencil-on-paper gnomon. Move the torch slowly along an arc to mimic the daily motion. Each "minute" of torch travel = ~4 minutes of real Sun travel.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805708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reminder: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students look at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the Sun. Anyone caught glancing up at the Sun pays a forfeit (a fun one — like doing the daily prompt next class).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Exit prompt: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one sentence — how can you tell tomorrow morning whether the Sun has 'moved north' or 'moved south' since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Take 2 responses. Acceptable answer: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"Compare the sunrise spot to a known landmark on the horizon — has the rising point moved closer to north or to south?"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Preview Day 2: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WHY does the Sun's spot shift? Bring a globe if you have a small one at home."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For three mornings this week, when you leave home, glance at the eastern horizon. Note where exactly the Sun rises relative to a landmark (a tree, a building, a flagpole). Sketch the spot on a small map — three sketches. – Bring the calendar printout to Day 2.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 out (online or in the school library)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sunrise and sunset for today AND for one day exactly six months from now. By how many minutes does the day length differ?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 do the morning-glance — don't worry about sketching maps. Three mental notes are enough.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Some students will know the Sun-rises-in-the-east rule and stop there. Push: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"Always east? Or east-ish?"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"ish" is the entire module. – Don't introduce axial tilt yet. That's Day 2. Let students sit with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 shifting spot before getting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The shadow activity is more valuable than the explanation. If you only have 30 minutes, run the activity and trim the Core.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2026-05-28T04:23:45Z</dcterms:created>
  <dcterms:modified xsi:type="dcterms:W3CDTF">2026-05-28T04:23:45Z</dcterms:modified>
</cp:coreProperties>
</file>