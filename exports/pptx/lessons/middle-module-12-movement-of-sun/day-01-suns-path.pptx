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the Sun Doing?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describe the Sun's daily and annual apparent motion and articulate the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Sun rise from exactly the same spot every day?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30 cm wooden dowel or pencil + a piece of cardboard / paper to plant it on (the gnomon)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compass (or a phone with a compass app)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printout of a year-calendar (Jan to Dec, all dates visible) — one per pair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a photo of the room taken at the same time on different days (a teacher prep item)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"the Sun") — the luminary at the centre of our solar system; the object we will track for the next 10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krānti-vṛtta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krānti-vṛtta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"deflection-circle")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ecliptic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apparent path the Sun traces across the sky over a year.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on board: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"Where was the Sun this morning when you left home?"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3–4 responses. Most will say "east" or "in front of me / behind me." Some will say "I didn't notice." That's the honest answer — and the launching point.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we're going to start noticing. For two weeks we'll track the Sun. The Indian astronomical tradition has been doing exactly this for 2000+ years."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motions, one Sun.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Sketch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motion: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rises east-ish, climbs, sets west-ish. Takes ~24 hours.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motion: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rising spot shifts north (summer) and south (winter) along the horizon, completing a full cycle in ~365.25 days.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998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Sun's apparent path on the sky.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Show this: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7423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217423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NORTH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W---+---E   ← in March/September the Sun rises due east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and sets due west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W---+---E   ← in June the rising point shifts NORTH of east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(high arc in the sky, long days)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5817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W---+---E   ← in December it shifts SOUTH of east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(low arc, short days)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the Sun traces against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a year is called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ecliptic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krānti-vṛtta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Earth, we don't see the stars in daytime — but Indian astronomers worked out the ecliptic by noting which stars came up just before sunrise and just after sunset.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questions for the module.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Why does the rising spot shift?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(Answer = axial tilt — Day 2.)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did Indian astronomers call the Sun's slow north-south swing?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(Answer = uttarāyaṇa and dakṣiṇāyana — Day 3.)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Shadow-stick observation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weather permits and the schoolyard has a sunny spot: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Shadow-stick observation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2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the gnomon (the dowel) upright in a piece of cardboard. Mark north on the cardboard using the compass.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 known time (say, the start of the lesson), trace the shadow of the gnomon onto the cardboard. Write the time and the date next to the line.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to the same gnomon in 10 minutes. The shadow has moved. Trace the new line.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Sun seemed to stand still while you were in class — but the shadow moved. What does that tell you about how the Sun moved?"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Shadow-stick observation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weather doesn't permit: do the activity indoors with a strong torch (acting as the Sun) and a pencil-on-paper gnomon. Move the torch slowly along an arc to mimic the daily motion. Each "minute" of torch travel = ~4 minutes of real Sun travel.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reminder: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students look at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the Sun. Anyone caught glancing up at the Sun pays a forfeit (a fun one — like doing the daily prompt next class).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how can you tell tomorrow morning whether the Sun has 'moved north' or 'moved south' since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2 responses. Acceptable 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"Compare the sunrise spot to a known landmark on the horizon — has the rising point moved closer to north or to south?"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WHY does the Sun's spot shift? Bring a globe if you have a small one at home."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502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502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 has two motions you can see: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rises east-ish, sets west-ish. Takes 24 hours.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Annual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rising spot drifts north and south along the horizon over a year.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Sun's yearly path across the stars is called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ecliptic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krānti-vṛtta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Indian astronomers, like astronomers everywhere, traced this path by watching which stars were just visible at dawn and dusk.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Today, you have noticed the daily motion (via the gnomon). Over the next two weeks, you'll learn the names for the annual motion: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(northward course)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(southward course).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three mornings this week, when you leave home, glance at the eastern horizon. Note where exactly the Sun rises relative to a landmark (a tree, a building, a flagpole). Sketch the spot on a small map — three sketches.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the calendar printout to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out (online or in the school library)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sunrise and sunset for today AND for one day exactly six months from now. By how many minutes does the day length differ?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do the morning-glance — don't worry about sketching maps. Three mental notes are enough.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know the Sun-rises-in-the-east rule and stop there. Push: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"Always east? Or east-ish?"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"ish" is the entire module.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introduce axial tilt yet. That's Day 2. Let students sit with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shifting spot before getting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explanation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shadow activity is more valuable than the explanation. If you only have 30 minutes, run the activity and trim the Core.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2026-05-28T05:53:50Z</dcterms:created>
  <dcterms:modified xsi:type="dcterms:W3CDTF">2026-05-28T05:53:50Z</dcterms:modified>
</cp:coreProperties>
</file>