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Project Session 1: Build the Rāśi-Wheel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session, every pair has a substantial draft of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project — labelled, coloured, with the four solstice/equinox markers and at least 6 of the 12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dates filled in.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in-progress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from Day 5 (one per pair) – Coloured pencils, sketch pens, markers – A4 / A3 chart paper for an optional larger wheel – Glue, scissors, ruler 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file printed for reference – Project rubric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printed and visible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Recap the project brief (5 sentences): each pair builds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that shows BOTH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dates for the four turning-points, the 12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names with English/Greek equivalents, and at least one paragraph linking it to axial tilt and seasons. – Show the rubric (it should already be on the board). Quick Q&amp;A: 2 minutes for any rubric clarifications.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explicitly walks through the "Meets" target for the project: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12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names in correct order ✓ – English / Greek equivalents matching ✓ – Approximate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date ranges (e.g. Meṣa = 14 Apr – 14 May) ✓ – All four solstice / equinox markers labelled with both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dates ✓ – A 4-sentence written explanation of why we have seasons (axial tilt) ✓ – Citation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Bṛhat Saṁhitā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an NCERT chapter ✓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8969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Exceed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add ONE of: – A clearly-drawn precession diagram showing the wobble cone – A second wheel for Greek-origin star-name comparisons – A short paragraph on the cross-cultural Sanskrit-Greek-Babylonian zodiac correspondence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time (30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work in silence first (10 min) to get the labels down, then collaborative (20 min) to add the explanatory text, colour, and diagrams.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circulates: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For pairs stuck on labelling: hand them the printed reference table from Day 5. – For pairs stuck on axial-tilt explanation: redirect to the Day 2 sketch in their notebook. – For pairs racing ahead: ask "what would happen if the tilt were 0°?" or "how would a Babylonian astronomer label this wheel differently?"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Check-in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work at minute 40. Each pair holds up their current draft. The teacher does a quick visual scan and notes 2–3 pairs to circle back to first thing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Exit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the ONE thing you still need to finish before tomorrow?"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Write it on a sticky note attached to the wheel.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 coaching prompts (for the teacher)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second concentric ring showing the Western horoscope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date range for each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reader should be able to compare the two rings at a glance.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Drop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dual labelling. Just label one set of dates clearly.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ayanāṁśa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concept appears only in the written paragraph.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pairs will spend the entire 45 minutes colouring and lose the astronomy. Intervene at minute 20: "show me your written paragraph on axial tilt." If it doesn't exist yet, stop the colouring. – A surprising number of pairs will get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order slightly wrong (especially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Tulā ↔ Vṛścika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Catch this early.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Finish at home what didn't get done in class. Bring back tomorrow ready to refine, not start. – If the pair worked separately, agree (over WhatsApp or in person) who finishes what.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2026-05-25T16:32:37Z</dcterms:created>
  <dcterms:modified xsi:type="dcterms:W3CDTF">2026-05-25T16:32:37Z</dcterms:modified>
</cp:coreProperties>
</file>