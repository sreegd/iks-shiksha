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 — Project Session 1: Build the Rāśi-Wheel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Movement of the Sun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session, every pair has a substantial draft of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rāśi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-wheel project — labelled, coloured, with the four solstice/equinox markers and at least 6 of the 12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saṁkrānti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dates filled in.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519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in-progress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rāśi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-wheel from Day 5 (one per pair)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Coloured pencils, sketch pens, markers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 / A3 chart paper for an optional larger wheel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Glue, scissors, ruler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file printed for reference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rubric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assessments/rubric.md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— printed and visible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the project brief (5 sentences): each pair builds a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rāśi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-wheel that shows BOTH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sāyana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nirayana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dates for the four turning-points, the 12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rāśi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names with English/Greek equivalents, and at least one paragraph linking it to axial tilt and seasons.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rubric (it should already be on the board). Quick Q&amp;A: 2 minutes for any rubric clarifications.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teacher explicitly walks through the "Meets" target for the project: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500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rāśi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names in correct order ✓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/ Greek equivalents matching ✓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Approximate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nirayana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date ranges (e.g. Meṣa = 14 Apr – 14 May) ✓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solstice / equinox markers labelled with both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sāyana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nirayana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dates ✓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4-sentence written explanation of why we have seasons (axial tilt) ✓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 to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Sūrya-siddhānta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Bṛhat Saṁhitā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an NCERT chapter ✓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Exceed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add ONE of: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clearly-drawn precession diagram showing the wobble cone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wheel for Greek-origin star-name comparisons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paragraph on the cross-cultural Sanskrit-Greek-Babylonian zodiac correspondence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time (30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 work in silence first (10 min) to get the labels down, then collaborative (20 min) to add the explanatory text, colour, and diagrams.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3736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circulates: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time (30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pairs stuck on labelling: hand them the printed reference table from Day 5.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pairs stuck on axial-tilt explanation: redirect to the Day 2 sketch in their notebook.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pairs racing ahead: ask "what would happen if the tilt were 0°?" or "how would a Babylonian astronomer label this wheel differently?"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Check-in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work at minute 40. Each pair holds up their current draft. The teacher does a quick visual scan and notes 2–3 pairs to circle back to first thing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386334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prompt: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"What's the ONE thing you still need to finish before tomorrow?"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it on a sticky note attached to the wheel.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Pair coaching prompts (for the teacher)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row: If you see ... · Try saying ....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Pair coaching prompts (for the teacher)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424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partner doing all the drawing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"Tell me what your partner is contributing. Where will their writing go?"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wheel with English names only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"Where do the Sanskrit names go? Show me."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about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sāyana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nirayana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"Pick the four turning-points. Write the December solstice date on one line. Now write the Makara Saṁkrānti date below it. They're different — your job is to make that visible on the wheel."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Beautiful art, no astronomy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"Where on the wheel does the reader learn that the seasons come from axial tilt? Add a sentence."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 a second concentric ring showing the Western horoscope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sāyana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date range for each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rāśi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reader should be able to compare the two rings at a glance.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Drop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sāyana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nirayana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dual labelling. Just label one set of dates clearly.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ayanāṁśa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concept appears only in the written paragraph.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pairs will spend the entire 45 minutes colouring and lose the astronomy. Intervene at minute 20: "show me your written paragraph on axial tilt." If it doesn't exist yet, stop the colouring.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surprising number of pairs will get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rāśi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order slightly wrong (especially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Tulā ↔ Vṛścika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Catch this early.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at home what didn't get done in class. Bring back tomorrow ready to refine, not start.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pair worked separately, agree (over WhatsApp or in person) who finishes what.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2026-05-28T05:54:48Z</dcterms:created>
  <dcterms:modified xsi:type="dcterms:W3CDTF">2026-05-28T05:54:48Z</dcterms:modified>
</cp:coreProperties>
</file>