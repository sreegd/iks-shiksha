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Project Session 2: Cross-Cultural Comparison and Refinement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2468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session, every pair has a presentation-ready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-wheel including a cross-cultural comparison element (Greek / Babylonian / Gregorian) and a rehearsed 3-minute presentation script.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3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in-progress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-wheel from Day 8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printout: Sanskrit / Greek / Babylonian zodiac names side by side (provided below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Cross-cultural reference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 / phone timer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Cross-cultural reference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 zodiac signs across three traditions: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# · Sanskrit (Indian,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Greek / English · Babylonian (~700 BCE origins).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Cross-cultural reference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(Ram) · Aries (Ram) · LU.ḪUN.GÁ (Hired Man)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Vṛṣabha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(Bull) · Taurus (Bull) · GU.AN.NA (Bull of Heaven)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Mithuna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(Twins) · Gemini (Twins) · MAŠ.TAB.BA (Great Twins)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(Crab) · Cancer (Crab) · AL.LUL (Crab)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Siṁha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(Lion) · Leo (Lion) · UR.GU.LA (Lion)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(Maiden) · Virgo (Maiden) · AB.SIN (Furrow / barley ear)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(Scales) · Libra (Scales) · RIN (Balance)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Vṛścika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(Scorpion) · Scorpio (Scorpion) · GIR.TAB (Scorpion)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Dhanus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(Bow) · Sagittarius (Archer) · PA.BIL.SAG (Archer)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(Sea-goat) · Capricorn (Sea-goat) · SUḪUR.MAŠ (Goat-fish)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Cross-cultural reference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Kumbha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(Water-pot) · Aquarius (Water-bearer) · GU.LA (Great One / water-pourer)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Mīna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(Fishes) · Pisces (Fishes) · DU.NU.NU (Tails)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Cross-cultural reference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Indian, Greek, and Babylonian names are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strikingly similar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same animals (ram, bull, twins, crab, lion, scorpion, fishes) appear in all three. This is not accidental. The most likely historical explanation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origin in Babylonian astronomy (~700 BCE)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transmitted to Greece (post-Alexander, ~300 BCE) and to India (Hellenistic contact, last centuries BCE). The 12-fold ecliptic division and the imagery were absorbed into the Indian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jyotiṣa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tradition and merged with earlier Vedic star-lore (the 27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nakṣatra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system, which is genuinely older and independently Indian).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Cross-cultural reference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27-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nakṣatra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distinctively Indian; the 12-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 is the Babylonian-Greek-Indian common ground.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the cross-cultural table on the board. Take 30 seconds to let students absorb.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patterns do you see?"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collect 2 observations.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observation: "they're all about the same animals." Confirm: yes — and this is a real historical clue about cultural exchange.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87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One-paragraph summary on the board: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12-fold zodiac is a shared inheritance across Babylon, Greece, and India.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jyotiṣa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layered this on top of the older 27-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nakṣatra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means: when you study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you are studying a 2700-year-old transcontinental mathematical-astronomical inheritance, not a purely Indian invention.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"Indians borrowed from the West" — Babylonian astronomy reached India before it reached Greece in some respects, and the Indian elaboration (the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convention,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ayanāṁśa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corrections) is a real intellectual contribution.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Refinement work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refine their wheel: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Refinement work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91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cross-cultural element. Options: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inset showing the Babylonian name for ONE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alongside the Sanskrit and Greek.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sentence on the wheel: "These 12 signs appear in similar form in Babylonian, Greek, and Indian astronomy — a 2700-year inheritance."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comparative note on Cancer / Karka with a footnote on the Babylonian name.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 the written explanation paragraph (4–6 sentences) covering: axial tilt, the two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four turning-points,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distinction, and one citation.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who-says-what in the 3-minute presentation.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Rehearsal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groups of two pairs (4 students), pairs rehearse their 3-minute presentation in front of each other.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listening pair times the speakers and gives one piece of feedback: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that came across clearly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the audience didn't understand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770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they swap.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signal: each pair raises hand showing 1, 2, 3, 4, or 5 fingers — how ready they feel for tomorrow.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notes any pair showing 1 or 2 and plans a 5-minute conference at the start of Day 10.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4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pair preparing a "stretch" closer: a 30-second factoid the audience will remember (e.g. "Precession means in ~13,000 years, the December solstice will be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"). Confirm the factoid is astronomically accurate before they include it.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Skip the Babylonian table; just mention "the zodiac is shared between India, Greece, and the older Babylonian tradition." That's enough for a "Meets" presentation.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3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but real risk: a pair invents a Sanskrit etymology to "explain" a Greek name. Catch this — don't let invented etymology into a presentation.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Babylonian names contain Akkadian / Sumerian cuneiform transliterations (LU.ḪUN.GÁ, etc.). Don't drill these — they're for visual comparison, not memorisation.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Lateness on the wheel is acceptable as long as the presentation is rehearsed. Better an unfinished but well-explained wheel than a beautiful unstructured 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74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touches. By tomorrow morning, the wheel should be: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Labelled in Sanskrit and English / Greek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Coloured legibly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Showing all four turning-points with dual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Including at least one cross-cultural reference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Accompanied by a 4–6 sentence explanation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Ready for a 3-minute presentation by both partners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2026-05-28T05:54:55Z</dcterms:created>
  <dcterms:modified xsi:type="dcterms:W3CDTF">2026-05-28T05:54:55Z</dcterms:modified>
</cp:coreProperties>
</file>