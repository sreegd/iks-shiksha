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 — Final Assessment + Showcase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Movement of the Sun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 (extendable to 60 if pair count &gt; 8)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session, the module is closed: the summative quiz is sat,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-wheel projects are presented to peers, and reflection slips are submitted.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Printed summative quiz, one per student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quizzes/summative.md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– The rubric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assessments/rubric.md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– A wall / pinboard for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-wheel display – A stopwatch / timer – Reflection slips (paper)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Summative quiz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Students sit individually for the printed quiz. – 15 minutes of work + 5 minutes of buffer. – Closed book. – Submit on the way out for the showcase.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Showcase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Pairs present their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-wheel. – 3 minutes per pair (strict). 1 minute for Q&amp;A. – Teacher marks on the rubric during each presentation (5 min slot per pair). – Audience: the rest of the class. Each non-presenting student writes ONE positive comment on a slip for the presenting pair (collected at the end).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5869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have more than 8 pairs and 20 minutes is tight, split into two simultaneous showcase clusters (4 pairs each, in different corners), with the teacher rotating between them.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Reflection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student fills the reflection slip: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ONE thing you'll remember about the Sun's movement six months from now?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ONE thing that didn't click for you in this module — that you want to come back to?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(Optional) Was there a "wait — that's surprising" moment? What was it?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03135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 before leaving.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gets graded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 Item · Marks · Where it lives.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1070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Summative quiz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25 ·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quizzes/summative.md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artefact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30 · rubric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assessments/rubric.md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(Day 10)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10 · rubric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assessments/rubric.md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(scaled to 40 for module total — see rubric)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33228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Reflection slips are not graded; they inform next module's design.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3-minute timer is strict. The discipline of compression is part of the learning. – If a pair runs over, the teacher gently raises a hand at 3 minutes; if they keep going past 3:30, end the presentation politely. – For pairs that struggled — don't grade harshly during the presentation. Mark on substance + clarity, not on stage presence. – Pin all the wheels on the wall after the showcase. Leave them up for a week.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30 seconds, teacher: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"Two weeks ago, none of you could name the 12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Today, all of you can — and you understand why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Makara Saṁkrānti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on January 14 and not December 21. That's astronomical literacy that took the Indian tradition centuries to build. You built it in 10 days. Well done."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Closing prompt: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morning, when you walk to school, notice which way the Sun is rising. You'll find yourself looking for it. That's the habit this module was after."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All citations were addressed in earlier days. No new citations introduced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Students who finish the quiz early can begin annotating their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-wheel with one additional astronomical fact each — checked by the teacher before being added to the displayed wheel.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Students struggling with the quiz: allow a 5-minute extension if needed; do NOT delay the showcase.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2026-05-28T04:24:30Z</dcterms:created>
  <dcterms:modified xsi:type="dcterms:W3CDTF">2026-05-28T04:24:30Z</dcterms:modified>
</cp:coreProperties>
</file>