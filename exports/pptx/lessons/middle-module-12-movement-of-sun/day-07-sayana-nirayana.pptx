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Sāyana vs Nirayana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distinguish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(tropical)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(sidereal) zodiacs, explain that the gap between them —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is ~24° today, and link this gap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precession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slow wobble of Earth's axis).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Two transparent circles printed on overhead-projector film or paper-cutouts: each shows the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arranged around a circle – A long printed strip showing the year (Jan to Dec) with the two solstice markers – Student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30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"with-ayana / tropical") — the reference frame fixed to the equinoxes. The Sun enters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(Aries) on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equinox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definition. The seasons stay locked to this system.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nir-ayana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"without-ayana / sidereal") — the reference frame fixed to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stars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Sun enters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it physically passes a fixed point against the background stars.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ayana-aṁśa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"precessional portion") — the angular offset between the two systems, ~24° today.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Precession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slow wobble of Earth's rotation axis. It traces a cone in space over ~25,800 years. Because of this wobble, the position of the equinoxes drifts among the stars at ~50 seconds of arc per year (~1° per 72 years).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Recall the puzzle: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~14 January but the winter solstice is ~21 December — a 24-day gap. –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"24 days. Why 24?"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2 guesses. Park them.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we resolve it."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Compare-contrast worksheet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activities/activity-03-sayana-nirayana.md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sheet.)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pairs, students fill a two-column table: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January 14 and not December 21? Answer in one sentence."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Acceptable answer: "Because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(sidereal) zodiac, used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is offset from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(tropical) zodiac, used for the solstice, by ~24° due to precession over ~1700 years." 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build the project. Your rāśi-wheel will show BOTH systems."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431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431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zodiacs, one sky.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System | Anchored to | Used by | |--------|-------------|---------|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Sāyana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(tropical) |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equinoxes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Modern astronomy, Western horoscopes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Nirayana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(sidereal) |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fixed stars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Indian traditional almanacs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 were aligned ~1700 years ago. Earth's slow axial wobble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precession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has drifted them apart by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~24°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since. That gap is called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ayanāṁśa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24° ÷ 360° × 365.25 days ≈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 days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That's why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Makara Saṁkrānti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(Jan 14,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nirayana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is 24 days after the winter solstice (Dec 21,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sāyana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Look up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value for today on any astronomy website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app. Most sources will quote either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Lahiri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value (the Government of India standard) or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Krishnamurti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value. They differ by a few minutes of arc. Note both. – Write 4 sentences: explain to a younger sibling why their newspaper horoscope sign (Western,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might be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"off" from a traditional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(Indian,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will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zodiacs realign? Hint: when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completes another ~336° (= 25,800 yrs × 336/360). Approximately when? (Answer: in ~24,000 years.) What was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1 CE? (Answer: very close to 0°.)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remember: ~24 days difference.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with the seasons.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with the stars. Don't worry about precession mechanics yet.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densest day of the module. Plan to take questions — and to defer some to next class. The full theory of precession is the Day 8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topic; here we just name it. – Some students will be upset that "the calendar is wrong." Reframe: neither calendar is wrong. Each is right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its frame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drift is a real astronomical phenomenon. – If you have only 35 minutes, drop the worksheet and use the time for questions and the demo.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Precession rate (~50″/year, ~25,800-year period) is a modern astronomy standard value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Lahiri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Government of India standard adopted in the 1950s by the Calendar Reform Committee chaired by Meghnad Saha.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2026-05-25T08:54:57Z</dcterms:created>
  <dcterms:modified xsi:type="dcterms:W3CDTF">2026-05-25T08:54:57Z</dcterms:modified>
</cp:coreProperties>
</file>