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Sāyana vs Nirayana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Movement of the Sun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distinguish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(tropical)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(sidereal) zodiacs, explain that the gap between them —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ayanāṁśa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is ~24° today, and link this gap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precession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slow wobble of Earth's axis).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transparent circles printed on overhead-projector film or paper-cutouts: each shows the 12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arranged around a circle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printed strip showing the year (Jan to Dec) with the two solstice markers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"with-ayana / tropical") — the reference frame fixed to the equinoxes. The Sun enters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(Aries) on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equinox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definition. The seasons stay locked to this system.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nir-ayana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"without-ayana / sidereal") — the reference frame fixed to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stars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Sun enters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it physically passes a fixed point against the background stars.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ayanāṁśa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ayana-aṁśa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lit. "precessional portion") — the angular offset between the two systems, ~24°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Precession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slow wobble of Earth's rotation axis. It traces a cone in space over ~25,800 years. Because of this wobble, the position of the equinoxes drifts among the stars at ~50 seconds of arc per year (~1° per 72 years).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puzzle: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~14 January but the winter solstice is ~21 December — a 24-day gap.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"24 days. Why 24?"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2 guesses. Park them.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we resolve it."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define the start of the zodiac.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the great circle of the ecliptic divided into 12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*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first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begin?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tropical):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begins 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March equinox point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makes the Sun's position lock-step with the seasons. When the Sun is at 0°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Meṣa*, it's the March equinox — always. Modern Western astronomy uses this.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sidereal):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begins 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point against the stars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(chosen near the star Spica /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Indian convention). When the Sun is at 0°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it's physically passing that star-anchored boundary. Indian traditional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jyotiṣa* uses this.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they differ?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precession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Earth's rotation axis isn't perfectly fixed in space. It's a slow wobble — like a spinning top tilting in a circle.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 wobble takes about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25,800 years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equinox point (where the Sun crosses the equator going north) is defined by the axis — so as the axis wobbles, the equinox point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against the background stars at about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seconds of arc per year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1° per 72 years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drift goes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the zodiac —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Mīna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into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Kumbha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so 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size of the gap right now.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systems were aligned approximately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1700 years ago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 the early centuries CE).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time, precession has drifted the equinox by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~24°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against the stars.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zodiac and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zodiac are now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24° apart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24° / 360° × 365.25 days ≈ 24.3 days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That's the gap.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24-day gap = 24° offset = ~1700 years of precession.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That's why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24 days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winter solstice.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with the two transparencies.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two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circles on top of each other, both starting at the top.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one circle 24° clockwise. Now both circles still have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Meṣa, Vṛṣabha, ...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order, but the boundaries are offset.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the Sun is at 0°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bottom (sāyana) circle on March 21, where is it in the top (nirayana) circle?" — answer: it's at 0°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Mīna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+ 6° (since it's offset 24° backward). It enters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nirayana ~24 days later, on ~April 14.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summary table: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Event ·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date ·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date · Gap.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enters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Capricorn — ~21 December (= winter solstice) · ~14 January (= Makara Saṁkrānti) · ~24 days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enters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Cancer — ~21 June (= summer solstice) · ~16 July · ~25 days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enters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Aries — ~21 March (= March equinox) · ~14 April · ~24 days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enters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Libra — ~23 September (= September equinox) · ~17 October · ~24 days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"right"?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Neither — they're answering different questions.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answers: "Where is the Sun relative to the seasons (equinoxes / solstices)?" — used by modern astronomy and the civil calendar.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answers: "Where is the Sun against the actual background stars?" — used by traditional Indian almanacs.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internally consistent.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They diverge because the equinox drifts; whichever frame you fix, the other one moves.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Compare-contrast worksheet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activities/activity-03-sayana-nirayana.md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full sheet.)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students fill a two-column table: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5940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Question ·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 ·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answer.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Compare-contrast worksheet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... — ~21 March · ~14 April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seasons?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Yes (by definition) · Drifts over centuries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stars?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Drifts over centuries · Yes (by definition)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modern astronomy?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Yes · No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Indian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— No · Yes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over millennia?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Star background drifts · Season alignment drifts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January 14 and not December 21? Answer in one sentence."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answer: "Because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(sidereal) zodiac, used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Makara 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 offset from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(tropical) zodiac, used for the solstice, by ~24° due to precession over ~1700 years."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8: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build the project. Your rāśi-wheel will show BOTH systems."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431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431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zodiacs, one sky.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System | Anchored to | Used by | |--------|-------------|---------|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Sāyana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(tropical) |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equinoxes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Modern astronomy, Western horoscopes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Nirayana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(sidereal) |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stars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Indian traditional almanacs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were aligned ~1700 years ago. Earth's slow axial wobble —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precession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has drifted them apart by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~24°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since. That gap is called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ayanāṁśa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574280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24° ÷ 360° × 365.25 days ≈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days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That's why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Makara Saṁkrānti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(Jan 14,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nirayana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is 24 days after the winter solstice (Dec 21,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sāyana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ayanāṁśa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for today on any astronomy website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app. Most sources will quote either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Lahiri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(the Government of India standard) or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Krishnamurti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value. They differ by a few minutes of arc. Note both.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4 sentences: explain to a younger sibling why their newspaper horoscope sign (Western,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might be one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rāśi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"off" from a traditional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(Indian,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will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zodiacs realign? Hint: when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ayanāṁśa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completes another ~336° (= 25,800 yrs × 336/360). Approximately when? (Answer: in ~24,000 years.) What was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ayanāṁśa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1 CE? (Answer: very close to 0°.)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remember: ~24 days difference.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Sāyana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with the seasons.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with the stars. Don't worry about precession mechanics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densest day of the module. Plan to take questions — and to defer some to next class. The full theory of precession is the Day 8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topic; here we just name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be upset that "the calendar is wrong." Reframe: neither calendar is wrong. Each is right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its frame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drift is a real astronomical phenomenon.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only 35 minutes, drop the worksheet and use the time for questions and the demo.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Precession rate (~50″/year, ~25,800-year period) is a modern astronomy standard value (see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Lahiri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ayanāṁśa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Government of India standard adopted in the 1950s by the Calendar Reform Committee chaired by Meghnad Saha.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2026-05-28T05:54:42Z</dcterms:created>
  <dcterms:modified xsi:type="dcterms:W3CDTF">2026-05-28T05:54:42Z</dcterms:modified>
</cp:coreProperties>
</file>