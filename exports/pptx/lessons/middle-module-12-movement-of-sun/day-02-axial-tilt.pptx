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Why Earth has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explain that Earth's ~23.5° axial tilt — not its distance from the Sun — is what causes the seasons, and demonstrate this with a torch-and-globe model.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small globe (or a ball with N and S marked) — one per group ideally, one as demo minimum – A strong torch / table lamp (the "Sun") – A protractor (to verify the tilt angle) – A blackout / curtained room if possible, OR a hallway – Student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 tilt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(obliquity of the ecliptic) — Earth's rotation axis is tilted ~23.5° from a line perpendicular to its orbital plane. This tilt does not change over a year — Earth keeps its tilt pointed in the same direction in space as it goes around the Sun.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65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new Sanskrit term today — yesterday's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krānti-vṛtta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covers it. The axial tilt is what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ecliptic to be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sky rather than just running along the equator.)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it hot in May–June in India and cool in December–January?"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Likely wrong answer (very common):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"Because Earth is closer to the Sun in summer and farther in winter."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Surprise: Earth is actually slightly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Sun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(perihelion ~3 January, 147.1 million km) and slightly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farther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(aphelion ~4 July, 152.1 million km). India is hot in May–June anyway. So distance is not the answer. – Real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else could cause seasons?"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Build your own tilt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students build a paper "season-checker":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Take an A4 sheet. Mark a small circle in the centre — that's the Sun. – Draw Earth's orbit as a big circle around it. – At four positions on the orbit (top, right, bottom, left), draw a small Earth with its axis tilted to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vertical (same direction in all four). – Mark which position is summer in the Northern Hemisphere, which is winter, which are the two equinoxes. – Label each: June / September / December / March. – Bonus: mark the Indian subcontinent on each Earth and shade where it's day.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on a slip of paper: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"Which is hotter in India in June: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length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of sunlight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your skin? Or both? In one sentence."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Acceptable answer: BOTH — longer days mean more total hours of sunlight, AND the steeper angle means each minute of sunlight delivers more heat per square metre.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 the calendar printout, mark the four dates: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 March (March equinox), ~21 June (June solstice), ~23 September (September equinox), ~21 December (December solstice).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Bring the marked calendar to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would the seasons be like if Earth's tilt were 0°? (No seasons; equal day/night everywhere all year; equatorial regions hot, polar regions cold permanently.) What if it were 45°? (Extreme seasons — the Arctic Circle would extend down to Delhi's latitude in summer.)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the demo. Just remember: "tilted toward = summer, tilted away = winter, sideways = equinox."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"Earth closer to Sun = summer" misconception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persistent. Highlight that India's June is summer despite Earth being farthest from the Sun in July. The misconception breaks instantly when this is named. – Some students will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"Then why is India summer in June and not in winter like Australia?"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Yes, India is in the Northern Hemisphere; Australia is in the Southern. Same Earth tilt, opposite seasons. (Australia is wearing shorts in December, jumpers in June.) – The demo will fail visually if the room is too bright. If you can't darken the room, use a smaller globe and bring the torch closer (3–4 cm from the globe surface).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Modern axial-tilt and orbital values from standard NCERT-level astronomy. No primary-source citation needed at this band.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2026-05-25T16:32:00Z</dcterms:created>
  <dcterms:modified xsi:type="dcterms:W3CDTF">2026-05-25T16:32:00Z</dcterms:modified>
</cp:coreProperties>
</file>