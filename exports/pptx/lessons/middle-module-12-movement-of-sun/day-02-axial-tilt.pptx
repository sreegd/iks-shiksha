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Why Earth has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explain that Earth's ~23.5° axial tilt — not its distance from the Sun — is what causes the seasons, and demonstrate this with a torch-and-globe model.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globe (or a ball with N and S marked) — one per group ideally, one as demo minimum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torch / table lamp (the "Sun")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protractor (to verify the tilt angle)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blackout / curtained room if possible, OR a hallway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Axial tilt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(obliquity of the ecliptic) — Earth's rotation axis is tilted ~23.5° from a line perpendicular to its orbital plane. This tilt does not change over a year — Earth keeps its tilt pointed in the same direction in space as it goes around the Sun.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65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new Sanskrit term today —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covers it. The axial tilt is what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ecliptic to be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sky rather than just running along the equator.)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 it hot in May–June in India and cool in December–January?"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Likely wrong answer (very common):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"Because Earth is closer to the Sun in summer and farther in winter."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Surprise: Earth is actually slightly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Sun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(perihelion ~3 January, 147.1 million km) and slightly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(aphelion ~4 July, 152.1 million km). India is hot in May–June anyway. So distance is not the answer.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question: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else could cause seasons?"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torch-and-globe demo.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 up: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the torch on a desk pointing horizontally.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the globe at arm's length, with its axis tilted ~23.5° (use the protractor to check). The N pole should lean either toward or away from the torch.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the globe through four positions, each ~90° around the torch, keeping the axis tilt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in space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N pole always points the same direction):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Position · What it represents · Northern Hemisphere · Southern Hemisphere.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pole tilted TOWARD torch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June solstice · Summer (long days) · Winter (short days)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pole tilted SIDEWAYS (1)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September equinox · Day = night · Day = night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pole tilted AWAY from torch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December solstice · Winter (short days) · Summer (long days)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pole tilted SIDEWAYS (2)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March equinox · Day = night · Day = night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students should see: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N is tilted toward the torch: the upper half of the globe is brightly lit, and the lit region extends past the N pole. India is well-lit and the Sun is high in the sky. → Summer.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N is tilted away: the upper half is poorly lit, the lit region falls short of the N pole. India is lit at a shallow angle. → Winter.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the tilt does: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length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when tilted toward, the daytime arc through India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than the night-time arc. → Longer days in summer.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of sunlight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sunlight hits a tilted surface at a steeper angle in summer (more concentrated, more heat per square metre) and a shallow angle in winter (more spread out, less heat).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tilt stay fixed?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Earth's rotation acts like a spinning top — it resists changes in its tilt direction. Over very long times (~25,800 years) the tilt direction wobbles in a slow circle (this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precession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Day 8 senior band; we hint at it here only as a footnote).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Build your own tilt model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build a paper "season-checker":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Build your own tilt model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an A4 sheet. Mark a small circle in the centre — that's the Sun.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Earth's orbit as a big circle around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four positions on the orbit (top, right, bottom, left), draw a small Earth with its axis tilted to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vertical (same direction in all four).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which position is summer in the Northern Hemisphere, which is winter, which are the two equinoxes.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each: June / September / December / March.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mark the Indian subcontinent on each Earth and shade where it's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on a slip of paper: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"Which is hotter in India in June: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length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of sunlight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your skin? Or both? In one sentence."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Acceptable answer: BOTH — longer days mean more total hours of sunlight, AND the steeper angle means each minute of sunlight delivers more heat per square metre.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calendar printout, mark the four dates: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~21 March (March equinox), ~21 June (June solstice), ~23 September (September equinox), ~21 December (December solstice).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 marked calendar to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193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193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is tilted.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Its rotation axis is at ~23.5° from straight-up (relative to its orbit around the Sun). And the tilt direction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doesn't change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Earth orbits.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single fact causes the seasons: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 N pole leans TOWARD the Sun (~June 21) → summer in India.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it leans AWAY (~December 21) → winter in India.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it leans SIDEWAYS (~March 21 and ~September 23) → day = night everywhere on Earth.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Surprise fact: Earth is actually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Sun in January than in July. Distance is not what causes seasons. Tilt is.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would the seasons be like if Earth's tilt were 0°? (No seasons; equal day/night everywhere all year; equatorial regions hot, polar regions cold permanently.) What if it were 45°? (Extreme seasons — the Arctic Circle would extend down to Delhi's latitude in summer.)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demo. Just remember: "tilted toward = summer, tilted away = winter, sideways = equinox."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"Earth closer to Sun = summer" misconception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persistent. Highlight that India's June is summer despite Earth being farthest from the Sun in July. The misconception breaks instantly when this is named.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"Then why is India summer in June and not in winter like Australia?"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Yes, India is in the Northern Hemisphere; Australia is in the Southern. Same Earth tilt, opposite seasons. (Australia is wearing shorts in December, jumpers in June.)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will fail visually if the room is too bright. If you can't darken the room, use a smaller globe and bring the torch closer (3–4 cm from the globe surface).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axial-tilt and orbital values from standard NCERT-level astronomy. No primary-source citation needed at this band.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2026-05-28T05:53:58Z</dcterms:created>
  <dcterms:modified xsi:type="dcterms:W3CDTF">2026-05-28T05:53:58Z</dcterms:modified>
</cp:coreProperties>
</file>