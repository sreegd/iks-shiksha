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Sun's transit from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two solstice-related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locate all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Yesterday's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(work-in-progress)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marked calendar from Days 2–3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of regional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(Pongal, Lohri, Bihu, Maghi, Uttarayan)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02 worksheet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saṁ-krānti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"transit, crossing") — the moment the Sun crosses from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next. There are ~12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year, one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January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(Capricorn).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(Cancer).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celebrated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Pongal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Lohri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Uttarayan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Likely many hands.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of these fall around the same date — January 14. Why?"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2 responses. Then: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"They're all names for the same astronomical event: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 we learn what that is, astronomically."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(transit)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day — the exact instant when the Sun's ecliptic longitude crosses a multiple of 30°, leaving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entering the next.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which this happens is named after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Sun is entering.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order: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Sun enters · Approximate date.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Mahā 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Tamil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Puthandu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Meṣa (Aries) · 14 April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Vṛṣabha (Taurus) · 14 May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Mithuna (Gemini) · 14/15 June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Karka (Cancer) · 16/17 July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Siṁha (Leo) · 16/17 August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Kanyā (Virgo) · 16/17 September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Tulā (Libra) · 17/18 October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Vṛścika (Scorpio) · 16/17 November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Dhanus (Sagittarius) · 15/16 December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Makara (Capricorn) · 14/15 January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Kumbha (Aquarius) · 12/13 February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Mīna (Pisces) · 14/15 March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especially significant: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19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(~14 January) — entry into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system, this is the traditional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Across India: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Pongal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Tamil Nadu (4-day harvest festival)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Lohri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Punjab and Haryana (bonfire eve)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Assam (Magh Bihu)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Punjab (Sikh new year)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Uttarayan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Gujarat (kite festival)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Khichdi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Uttar Pradesh and Bihar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Karnataka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(~16 July) — entry into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system, this is the traditional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Celebrated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 day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parts of Maharashtra and as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Rath Yatra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preparations in Odisha (loosely tied).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to the 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(Middle-band paraphrase):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239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239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Varāhamihira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(6th c. CE), in his encyclopedic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dedicates chapters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listing their dates, their seasonal markers, and (in his cultural context) their religious significance. The astronomical core — the Sun crossing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-boundary — is what we extract here. — paraphrased 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chapter on solar transits (see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Activity 02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explainer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activities/activity-02-makara-sankranti.md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 In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Activity 02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explainer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small groups of 3–4, students prepare a 2-minute explanation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answering: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astronomical event?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date does it fall 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regional festivals celebrate it?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traditionally mark?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group presents to one neighbouring group (pair-share). Last 3 minutes: one group presents to the full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prompt (verbal):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(today's date). Which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closest? Past or upcoming?"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BIG question.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Makara Saṁkrānti on 14 January and not on 21 December (the actual winter solstice)?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It's a 24-day gap. There's a reason."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502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502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 = the Sun crosses into a new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There are 12 per year.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most important: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(~14 January) — Sun enters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(Capricorn). Marks the start of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(sidereal) system. Celebrated as Pongal / Lohri / Bihu / Maghi / Uttarayan across India.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(~16 July) — Sun enters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(Cancer). Marks the start of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 calendar moment, named after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Sun is entering. Local festivals attach to many of them.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to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— write the approximate date at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family celebrates one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festivals (Pongal, Lohri, Bihu, etc.), ask one elder how they celebrate, and write 3 sentences. If your family doesn't celebrate any of them, write 3 sentences from a classmate's account.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 religious / cultural significance attached in traditional almanacs. List the 12 and their associated traditional names from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Wikipedia. Note: this is cultural-historical knowledge, not astronomy — keep the two separate.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two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(January)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(July). That's enough for Day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Resist the urge to "explain Day 7" early. Hold the puzzle: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 14 vs winter solstice on Dec 21 = 24-day gap. Let students sit with the gap; tomorrow we resolve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ready for a religious-festival drift. Acknowledge briefly that these are real festivals; redirect to the astronomy.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Varāhamihira reference is paraphrased — don't pretend to quote.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Varāhamihira,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Saṁhitā**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(6th c. CE) — paraphrased reference to the chapters 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saṁkrāntis*.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2026-05-28T05:54:32Z</dcterms:created>
  <dcterms:modified xsi:type="dcterms:W3CDTF">2026-05-28T05:54:32Z</dcterms:modified>
</cp:coreProperties>
</file>