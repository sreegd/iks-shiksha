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Saṁkrānti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Sun's transit from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next, name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two solstice-related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locate all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calendar.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(work-in-progress) – The marked calendar from Days 2–3 – A list of regional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(Pongal, Lohri, Bihu, Maghi, Uttarayan) – Activity 02 worksheet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saṁ-krānti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"transit, crossing") — the moment the Sun crosses from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the next. There are ~12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year, one for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January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(Capricorn).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 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the Sun enters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(Cancer). Traditionally marks the start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reckoning.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celebrated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Pongal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Lohri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Uttarayan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Likely many hands.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of these fall around the same date — January 14.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 responses. Then: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"They're all names for the same astronomical event: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 we learn what that is, astronomically."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Activity 02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Makara Saṁkrānti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explainer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activities/activity-02-makara-sankranti.md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sheet. In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 small groups of 3–4, students prepare a 2-minute explanation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answering: – What is the astronomical event? – What date does it fall on? – What regional festivals celebrate it? – What does it traditionally mark? – Each group presents to one neighbouring group (pair-share). Last 3 minutes: one group presents to the full class.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prompt (verbal):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(today's date). Which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closest? Past or upcoming?"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BIG question.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Makara Saṁkrānti on 14 January and not on 21 December (the actual winter solstice)?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It's a 24-day gap. There's a reason."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to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— write the approximate date at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-boundary. – If your family celebrates one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festivals (Pongal, Lohri, Bihu, etc.), ask one elder how they celebrate, and write 3 sentences. If your family doesn't celebrate any of them, write 3 sentences from a classmate's account.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 religious / cultural significance attached in traditional almanacs. List the 12 and their associated traditional names from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Wikipedia. Note: this is cultural-historical knowledge, not astronomy — keep the two separate.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two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(January)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(July). That's enough for Day 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"explain Day 7" early. Hold the puzzle: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Jan 14 vs winter solstice on Dec 21 = 24-day gap. Let students sit with the gap; tomorrow we resolve it. – Be ready for a religious-festival drift. Acknowledge briefly that these are real festivals; redirect to the astronomy. – The Varāhamihira reference is paraphrased — don't pretend to quote.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Varāhamihira,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Bṛhat Saṁhitā**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(6th c. CE) — paraphrased reference to the chapters 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saṁkrāntis*.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2026-05-25T08:54:51Z</dcterms:created>
  <dcterms:modified xsi:type="dcterms:W3CDTF">2026-05-25T08:54:51Z</dcterms:modified>
</cp:coreProperties>
</file>