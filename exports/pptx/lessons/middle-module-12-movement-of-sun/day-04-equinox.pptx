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Equinoxes (Viṣuva)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define an equinox as the day when day and night are equal, identify the two equinoxes in the year, and explain — in terms of axial tilt — why the days are equal on those two dates.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Day 2 torch-globe setup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printable day-length graph (x-axis = months, y-axis = day length in hours; blank for the students to fill)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"equal, balanced") —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of the two days a year when day and night have equal length everywhere on Earth (~12 hours each). Two of them: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vernal/March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(~21 March) and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autumnal/September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(~23 September).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viṣuvad-dina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another classical name, lit. "the equal day."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'equinox' literally mean?"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break it down: equi (equal) + nox (night). Latin for "equal night." The Sanskrit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the same.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yesterday's diagram. Today's focus is on the two SIDEWAYS positions of Earth (March and September).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geometry of an equinox.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 up the torch-globe again: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Tilt the globe so the N pole leans neither toward nor away from the torch — it's "sideways."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line between light and dark on the globe) — it now passes through both poles, dividing Earth into two equal hemispheres of day and night.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place on Earth gets 12 hours of day and 12 hours of 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"equal" everywhere?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day length at any latitude depends on what fraction of that latitude-line is in daylight. On the equinox, the day/night terminator passes through both poles — so every latitude-line is exactly half lit, half dark.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equinoxes per year: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Date · Name · What happens after.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~21 March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Vernal / spring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vasanta-viṣuva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Days get longer in N hemisphere → spring → summer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~23 September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Autumnal / autumn equinox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śarad-viṣuva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Days get shorter in N hemisphere → autumn → winter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164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equinoxes + two solstices = four turning points of the year.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on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5233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252338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June (summer solstice)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☀ Sun highest at noon, longest day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(turning point — uttarāyaṇa ends, dakṣiṇāyana begins)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~23 Sept (autumn equinox / śarad-viṣuva)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= night everywhere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Dec (winter solstice)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40714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☀ Sun lowest at noon, shortest day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(turning point — dakṣiṇāyana ends, uttarāyaṇa begins)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75629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~21 Mar (spring equinox / vasanta-viṣuva)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= night everywhere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 on the dates: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dates shift by ±1 day depending on which year (leap years, the slight unevenness of Earth's orbit). Modern almanacs give exact dates and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fill a blank graph: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x-axis: months January to December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y-axis: day length in hours (8 to 14)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provides a small table of approximate day lengths in Delhi (latitude 28.6° N):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770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Month · Day length (Delhi).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71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~10 h 25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~11 h 05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~12 h 00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~12 h 50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~13 h 30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~13 h 50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~13 h 40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~13 h 00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~12 h 10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~11 h 25 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~10 h 40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~10 h 15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plot the points, connect them, and mark: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highest points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together in June) — summer solstice.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lowest points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(close together in December) — winter solstice.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crossings of the 12-hour line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equinoxes.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(last 3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The day-length graph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the difference between longest and shortest day only ~3.5 hours in Delhi, but ~16 hours in London (latitude 51° N)?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the higher the latitude, the more extreme the day-length swing.)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this graph look like at the equator?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nearly flat at 12 h all year.)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North Pole?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(Answer: 24 h of daylight in summer, 24 h of darkness in winter.)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are equinoxes called 'equal'? Answer in one sentence."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Sun moves through one each month."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Equinox = day equals night.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| Date | Position of Earth | Day length | |----------|------|---------------------|--------------|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vasanta-viṣuva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~21 March | tilt sideways | 12 h day, 12 h night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śarad-viṣuva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~23 September | tilt sideways the other way | 12 h day, 12 h night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 with the two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solstices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(June and December), these are the four turning-points of the year.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crosses the celestial equator on each equinox — moving from the Southern celestial hemisphere into the Northern (in March), or vice versa (in September).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sunrise / sunset times in your local newspaper or weather app TODAY with the times exactly six months from now (you can look up future-six-months online or in a printed almanac). Calculate the difference in day length. One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the "true" length of the solar year? Why is it 365.25 days and not 365 exactly? How does the calendar handle this? (Answer involves leap years; the Gregorian system; the Indian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adhikamāsa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lunisolar context.)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two equinoxes, two solstices, four turning-points. Mark all four on a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48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object: "the newspaper says sunrise was at 6:23, sunset at 18:31 — that's 12 hours and 8 minutes, not 12 hours exactly." That's because the Sun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 a point) and "sunrise" is when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disc clears the horizon, and "sunset" is when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disc disappears. So there's a small offset (~5–10 min depending on latitude). Also, atmospheric refraction bends the Sun's light, making it visible slightly before geometric sunrise. Accept the observation and explain it briefly.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day-length graph activity often produces the "aha" moment — students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year's shape.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Day-length figures are approximate values for Delhi (28.6° N), computable from standard spherical-astronomy formulas. Verifiable in any almanac.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2026-05-28T05:54:16Z</dcterms:created>
  <dcterms:modified xsi:type="dcterms:W3CDTF">2026-05-28T05:54:16Z</dcterms:modified>
</cp:coreProperties>
</file>