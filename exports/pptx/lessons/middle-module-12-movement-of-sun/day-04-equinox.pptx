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 — The Equinoxes (Viṣuva)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Movement of the Sun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define an equinox as the day when day and night are equal, identify the two equinoxes in the year, and explain — in terms of axial tilt — why the days are equal on those two dates.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Day 2 torch-globe setup – A printable day-length graph (x-axis = months, y-axis = day length in hours; blank for the students to fill) – Student notebooks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viṣuva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viṣuva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lit. "equal, balanced") — an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equinox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one of the two days a year when day and night have equal length everywhere on Earth (~12 hours each). Two of them: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vernal/March equinox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(~21 March) and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autumnal/September equinox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(~23 September).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viṣuvad-dina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another classical name, lit. "the equal day."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Prompt: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does 'equinox' literally mean?"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break it down: equi (equal) + nox (night). Latin for "equal night." The Sanskrit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viṣuva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means the same. – Recall yesterday's diagram. Today's focus is on the two SIDEWAYS positions of Earth (March and September).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geometry of an equinox.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Set up the torch-globe again: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Tilt the globe so the N pole leans neither toward nor away from the torch — it's "sideways." – Notice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terminator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(the line between light and dark on the globe) — it now passes through both poles, dividing Earth into two equal hemispheres of day and night. -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place on Earth gets 12 hours of day and 12 hours of night.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982986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"equal" everywhere?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day length at any latitude depends on what fraction of that latitude-line is in daylight. On the equinox, the day/night terminator passes through both poles — so every latitude-line is exactly half lit, half dark.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572048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equinoxes per year: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94277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row: Date · Name · What happens after.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3244900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~21 March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Vernal / spring equinox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vasanta-viṣuva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· Days get longer in N hemisphere → spring → summer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~23 September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Autumnal / autumn equinox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śarad-viṣuva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· Days get shorter in N hemisphere → autumn → winter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4901" y="4077742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equinoxes + two solstices = four turning points of the year.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Draw on board: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4461123"/>
            <a:ext cx="8331398" cy="2523381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30113" y="4461123"/>
            <a:ext cx="0" cy="2523381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1627" y="458807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~21 June (summer solstice)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1627" y="476264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☀ Sun highest at noon, longest day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1627" y="493722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(turning point — uttarāyaṇa ends, dakṣiṇāyana begins)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1627" y="511180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1627" y="528637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~23 Sept (autumn equinox / śarad-viṣuva)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1627" y="546095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= night everywhere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1627" y="5635526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1627" y="5810101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~21 Dec (winter solstice)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1627" y="5984677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☀ Sun lowest at noon, shortest day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1627" y="6159252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(turning point — dakṣiṇāyana ends, uttarāyaṇa begins)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1627" y="6333827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1627" y="650840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~21 Mar (spring equinox / vasanta-viṣuva)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1627" y="668297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= night everywhere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4901" y="7086005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note on the dates: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dates shift by ±1 day depending on which year (leap years, the slight unevenness of Earth's orbit). Modern almanacs give exact dates and times.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6301" y="773861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The day-length graph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pairs, students fill a blank graph: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x-axis: months January to December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y-axis: day length in hours (8 to 14)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78757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teacher provides a small table of approximate day lengths in Delhi (latitude 28.6° N):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07704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row: Month · Day length (Delhi).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379166"/>
            <a:ext cx="8102798" cy="2963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~10 h 25 min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~11 h 05 min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~12 h 00 min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~12 h 50 min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~13 h 30 min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~13 h 50 min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~13 h 40 min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~13 h 00 min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~12 h 10 min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~11 h 25 min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~10 h 40 min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~10 h 15 min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543148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plot the points, connect them, and mark: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572095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highest points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(close together in June) — summer solstice. –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lowest points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(close together in December) — winter solstice. –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crossings of the 12-hour line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equinoxes.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622369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(last 3 min):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301" y="6513165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Why is the difference between longest and shortest day only ~3.5 hours in Delhi, but ~16 hours in London (latitude 51° N)?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(Answer: the higher the latitude, the more extreme the day-length swing.)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What would this graph look like at the equator?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(Answer: nearly flat at 12 h all year.)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At the North Pole?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(Answer: 24 h of daylight in summer, 24 h of darkness in winter.)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6301" y="7518648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"Why are equinoxes called 'equal'? Answer in one sentence."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Preview Day 5: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the 12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Sun moves through one each month."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112169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112169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Equinox = day equals night.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 Sanskrit | Date | Position of Earth | Day length | |----------|------|---------------------|--------------|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vasanta-viṣuva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~21 March | tilt sideways | 12 h day, 12 h night |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śarad-viṣuva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~23 September | tilt sideways the other way | 12 h day, 12 h night |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20742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Together with the two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solstices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(June and December), these are the four turning-points of the year.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343299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Sun crosses the celestial equator on each equinox — moving from the Southern celestial hemisphere into the Northern (in March), or vice versa (in September).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Compare the sunrise / sunset times in your local newspaper or weather app TODAY with the times exactly six months from now (you can look up future-six-months online or in a printed almanac). Calculate the difference in day length. One paragraph.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What is the "true" length of the solar year? Why is it 365.25 days and not 365 exactly? How does the calendar handle this? (Answer involves leap years; the Gregorian system; the Indian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adhikamāsa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lunisolar context.)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Just remember: two equinoxes, two solstices, four turning-points. Mark all four on a calendar.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127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Some students will object: "the newspaper says sunrise was at 6:23, sunset at 18:31 — that's 12 hours and 8 minutes, not 12 hours exactly." That's because the Sun is a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(not a point) and "sunrise" is when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the disc clears the horizon, and "sunset" is when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the disc disappears. So there's a small offset (~5–10 min depending on latitude). Also, atmospheric refraction bends the Sun's light, making it visible slightly before geometric sunrise. Accept the observation and explain it briefly. – The day-length graph activity often produces the "aha" moment — students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year's shape.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Day-length figures are approximate values for Delhi (28.6° N), computable from standard spherical-astronomy formulas. Verifiable in any almanac.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2026-05-28T04:24:00Z</dcterms:created>
  <dcterms:modified xsi:type="dcterms:W3CDTF">2026-05-28T04:24:00Z</dcterms:modified>
</cp:coreProperties>
</file>