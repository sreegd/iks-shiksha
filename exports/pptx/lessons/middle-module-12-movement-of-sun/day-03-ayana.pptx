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Uttarāyaṇa and Dakṣiṇāyana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two solstices, identify the half-years they bookend, and use the Sanskrit terms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correctly.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calendar from Day 2 (with the four turning-points marked)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printable two-circle handout (one circle per half-year — see Activity)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"course, path") — a half-year course of the Sun, either northward or southward.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uttara-āyaṇa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"northern course") — the half-year from the winter solstice (~21 December) to the summer solstice (~21 June). The Sun's noon altitude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Northern Hemisphere over this period.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dakṣiṇa-āyaṇa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"southern course") — the other half-year, ~21 June to ~21 December. The Sun's noon altitude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Northern Hemisphere.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Solstice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Latin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sol-stat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"Sun stands still." On the solstice day, the Sun's noon altitude reaches its highest or lowest value of the year, then begins reversing direction. Sanskrit name: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ayana-saṁkrānti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calendar. The four marks from yesterday — March 21, June 21, September 23, December 21 — are visible.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(insert today's date) — which 'turning point' is closest? And which side of it are we 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2 responses. They'll likely give the right answer with help.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halves of the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5233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252338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June  (summer solstice)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Uttarāyaṇa (northward)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— Sun's noon altitude rising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Dec ←-------------+-------------→ (other direction)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(winter                            |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solstice)                         |  Dakṣiṇāyana (southward)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— Sun's noon altitude falling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June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draw it as a clean cycle: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50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650504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21 ── Jan ── Feb ── Mar ── Apr ── May ── Jun 21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UTTARĀYAṆA (northward / noon rising)     |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 21 ── Jul ── Aug ── Sep ── Oct ── Nov ── Dec 21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DAKṢIṆĀYANA (southward / noon falling)   |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"northward" mean exactly?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noon position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southern sky shifts NORTH a little each day during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northern India (e.g. Delhi, latitude ~28°N), the noon Sun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low in the south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late December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overhead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late June.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"Almost overhead" means the noon shadow of a vertical stick is at its shortest.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the 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(Middle-band citation requirement):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3239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3239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Indian astronomical text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(compiled in its current form between the 5th and 10th centuries CE) describes the year as having two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and gives mathematical formulas for the Sun's daily motion in each. — paraphrased from Sūrya-siddhānta, chapter on solar motion (see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Cancer and Tropic of Capricorn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(linking to Geography):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latitude at which the Sun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overhead at noon on the June solstice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23.5° N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Cancer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(Cancer = the Latin/Greek name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used to be in Karka at the June solstice — Day 7 will explain why "used to be.")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latitude at which the Sun is directly overhead on the December solstice = 23.5° S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Capricorn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(Capricorn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caveat.)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straddles the Tropic of Cancer — it runs roughly through Bhopal, Ranchi, and Kolkata.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Calendar marking and formative quiz Part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(8 min) — calendar marking: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Calendar marking and formative quiz Part 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their marked calendar, students label each half: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Dec 21 → Jun 21: write 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in colour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Jun 21 → Dec 21: write 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in colour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also write the Sanskrit names next to the four turning-points: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21: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 begins (winter solstice)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21: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 begins (summer solstice)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21 / Sep 23: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we'll meet these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Calendar marking and formative quiz Part 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(7 min) — Formative Quiz Part A: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Collect.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(today's date) — are we in uttarāyaṇa or dakṣiṇāyana? Justify in one sentence."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equinoxes. The days when day and night are equal."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Sun's year has two halves: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Half | Sanskrit name | When | What the Sun does (Northern Hemisphere) | |------|---------------|------|----------------------------------------| | Northward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Dec → ~21 Jun | Noon altitude rises; days lengthen | | Southward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Jun → ~21 Dec | Noon altitude falls; days shorten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turning days are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Sanskrit,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ayana-saṁkrāntis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latitudes where the Sun is directly overhead at the two solstices have names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 of Cancer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(23.5° N, on the June solstice)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 of Capricorn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(23.5° S, on the December solstice). India straddles the Tropic of Cancer.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vertical object near your home that you can see at noon (a flagpole, a tree, a building). For two days this week, at exactly 12:00 noon, look at its shadow. Is the shadow getting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In a sentence: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we in, and does your shadow observation match?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 latitude: ~8° N (Kanyākumāri) to ~35° N (Srinagar). For a place at 30° N, how high (in degrees from the horizon) is the noon Sun on the June solstice? On the December solstice? Hint: 90° − latitude ± 23.5°.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two names.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north.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south.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course. That's enough for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conflate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festival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yet. Today's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starts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21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modern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solstice).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falls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~January 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sidereal reckoning). They are off by ~24 days. Why? Day 7 unpacks it. Just hold the puzzle for now if a student raises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Sūrya-siddhānta paraphrase satisfies the Middle-band citation requirement for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(Sanskrit astronomical compendium, current critical text 5th–10th c. CE) — paraphrase of the two-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division of the solar year.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reference.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2026-05-28T05:54:07Z</dcterms:created>
  <dcterms:modified xsi:type="dcterms:W3CDTF">2026-05-28T05:54:07Z</dcterms:modified>
</cp:coreProperties>
</file>