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The 12 Rāśis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recite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order in Sanskrit, match each to its Greek/English equivalent, and identify the approximate calendar month during which the Sun is in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(using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sidereal system).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printed circle divided into 12 equal segments (the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template)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Coloured pencils / sketch pens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printed reference table of the 12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with English translations (from the glossary)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"heap, mass; a sign of the zodiac") — one of 12 thirty-degree-wide segments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Sun's annual path on the sky). The Sun is in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about 30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your 'star sign' according to newspaper horoscopes?"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students call out.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"Those English names — Aries, Taurus, Gemini — they have Sanskrit equivalents. The Indian tradition has 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the Sun visits one each month. Today we learn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ecliptic is divided into 12 equal segments.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segment is 360° / 12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sky. The Sun crosses each in about 30 days (well, 30.44 on average — see Day 6 footnote).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order.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Write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Sanskrit (IAST) · Greek/Latin/English · What the symbol depicts.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719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Aries · Ram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Vṛṣabha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Taurus · Bull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Mithuna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Gemini · Twins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Karkaṭa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Cancer · Crab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Siṁha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Leo · Lion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Virgo · Maiden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Libra · Scales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Vṛścika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Scorpio · Scorpion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Sagittarius · Bow / Archer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Capricorn · Sea-goat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Kumbha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Aquarius · Water-pot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Mīna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Pisces · Fishes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Sanskrit and Greek images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nearly identical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bull, twins, crab, lion, scales, scorpion, archer, fishes — same animals. This is not a coincidence; the two systems were in contact during the Hellenistic period (last few centuries BCE) and there was real exchange. Day 9 will compare them in detail.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is the Sun in each rāśi?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Roughly (in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sidereal system used by traditional Indian almanacs):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Sun is here approximately.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719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Apr → 14 May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Vṛṣabha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May → 14 Jun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Mithuna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Jun → 16 Jul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16 Jul → 16 Aug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Siṁha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16 Aug → 16 Sep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16 Sep → 17 Oct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17 Oct → 16 Nov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Vṛścika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16 Nov → 15 Dec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15 Dec → 14 Jan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Jan → 13 Feb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Kumbha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13 Feb → 14 Mar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Mīna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Mar → 14 Apr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crossing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 6).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from the 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(re-anchoring the citation):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2397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2397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Indian astronomical text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divides the ecliptic into 12 equal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30° each and gives the Sun's daily angular speed — about 0°59′8″ per day on average — which corresponds to one full circuit in ~365.25 days. — paraphrased from Sūrya-siddhānta, chapter on the Sun's motion (see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Begin the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-wheel + formative quiz Part B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(10 min) — start the wheel: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Begin the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-wheel + formative quiz Part B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template (a circle divided into 12 wedges, each labelled with a number).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write the Sanskrit name in each wedge in clockwise order (starting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top).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Sanskrit name, the English / Greek name.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that, the calendar month-range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Apr → 14 May).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will finish coloring and decorating during Days 8–9 project work.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Begin the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-wheel + formative quiz Part B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(5 min) — Formative Quiz Part B: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Collect.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Choral recitation: students read the 12 names aloud together, twice.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What the Sun does on the day it crosses from 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next. There are ~12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year. The most famous one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around 14 January."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192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192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ecliptic is divided into 12 equal segments — 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30° of sky. The Sun spends ~30 days in each, and ~365 days to complete the cycle.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12 names, in order, are: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Meṣa, Vṛṣabha, Mithuna, Karka, Siṁha, Kanyā, Tulā, Vṛścika, Dhanus, Makara, Kumbha, Mīna.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map directly onto the Greek/English: Aries, Taurus, Gemini, Cancer, Leo, Virgo, Libra, Scorpio, Sagittarius, Capricorn, Aquarius, Pisces.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Memorise the 12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order. Use a phone-recording trick: record yourself saying them aloud, listen back twice a day. Test yourself by saying them without looking, in the order Meṣa → Mīna.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Bonus: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Sun in right now? (Check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table; today's date determines the answer.)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table here is based on the Lahiri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(~24° offset from the equinox). If you use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(tropical) system instead — used by Western horoscope columns — the Sun is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Aries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March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April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14 April to 14 May. Why the difference? Day 7 explains. (Hint: precession.)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4 names: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(Apr),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(Jul),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(Jan). These are the four "anchors" — they fall near the solstices and equinoxes. The rest can come over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get confused that their newspaper "Sun sign" doesn't match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here. Reassure: this is expected — Western horoscope columns use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system; this table uses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They differ by ~24 days. Day 7 explains.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Sanskrit-Greek correspondence is genuinely striking and a good talking point. The historical reason: contact through the Hellenistic world after Alexander's campaigns, with bidirectional flow.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paraphrase of the 12-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division and the Sun's mean angular speed.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2026-05-28T05:54:24Z</dcterms:created>
  <dcterms:modified xsi:type="dcterms:W3CDTF">2026-05-28T05:54:24Z</dcterms:modified>
</cp:coreProperties>
</file>