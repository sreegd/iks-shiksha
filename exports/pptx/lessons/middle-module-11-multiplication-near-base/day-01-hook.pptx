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97 × 96 in Three Seconds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record a personal baseline time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solved by long multiplication, and will have seen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produce the same answer in under 5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baseline sheet: a single problem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 = 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workspace and "your time" line. One per student. – Stopwatch or wall clock with a second hand. One per pair is enough. – Whiteboard with a single vertical dividing line drawn down the middle (the "Nikhilam split").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nikhilam; lit. "all" — short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"all from 9 and the last from 10") — Tirthaji's 2nd sūtra; here, the rule for multiplication near a base.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how much a number falls short of the base (97 is 3 short of 100; deficit = 3).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power of 10 the two numbers are close to (here, 100).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multiply 97 × 96?"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3–4 guesses. Write the range (e.g. "15 sec to 1 min").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"I'll show you a way to do it in under 5 seconds. Then we'll talk about why."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baseline sheet face-down. – Students write their name and predicted time on the back. – On "Go," flip and solve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long multiplication. – Record actual time. Mark answer; honest self-correction. (Correct answer: 9312.) – Teacher walks around. Most will take 30–60 seconds. A few faster, a few slower.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board, write the problem: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 ← (3 below 100, deficit = 3)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96  ← (4 below 100, deficit = 4)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4901" y="2052191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Find the deficits from 100.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 to 97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 to 96.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2454622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30113" y="2454622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627" y="258157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│ −3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7561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│ −4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4901" y="315917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Cross-subtract for the LEFT part.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"Take one number minus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number's deficit. 97 − 4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(Equivalently: 96 − 3 = 93. Either cross gives the same answer.)"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37482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Multiply the deficits for the RIGHT part.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"3 ×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1316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Stick them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"93 on the left, 12 on the right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4514999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30113" y="4514999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1627" y="46419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│ −3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8165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│ −4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9911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51656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 │ 12      → 9312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301" y="55560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Verify: long-multiplication gives 9312. 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4901" y="585817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never multiplied any 2-digit number by another 2-digit number. I only did 97 − 4 and 3 × 4. That's the entire trick — when both numbers are near a base."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6301" y="65107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First 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each student a second sheet with four problems: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× 97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× 95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× 99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Students try the Nikhilam method on each, then verify with long multiplication. – Time themselves. Expect mistakes and slow times on the first try.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got at least one right with Nikhilam? Who was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Nikhilam already? (Most won't be — yet.)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we'll work on the foundational skill — instantly finding the deficit of any number from 10 or 100."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0030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0030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Nikhilam Method — Multiplication Near a Base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both numbers are near a power of 10 (10, 100, 1000):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deficit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each from the base.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Cross-subtract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LEFT part (one number minus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other's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deficit).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 the deficits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RIGHT part.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Concatenate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LEFT | RIGHT = the answer.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baseline: my time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using long multiplication = ____ seconds. My time using Nikhilam (first try) = ____ seconds.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6241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expect this gap to FLIP by Day 9.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Practice the "complement to 10" reflex: write the deficit of each from 10.   – 7 → __, 8 → __, 9 → __, 6 → __, 5 → __, 4 → __, 3 → __, 2 → __, 1 → __. – Do all 9 in under 10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100). Note: instead of cross-subtract, you'll need to cross-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See if you can work out the pattern before Day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2-digit feels too fast, drop to single-digit near 10 (7 × 8, 6 × 9). We'll formally do this on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baseline time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most important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of Day 1. Make sure every student records it honestly. Day 9's retest depends on it. – Don't promise a specific speedup. Say "you'll likely be faster by Day 9; how much depends on you." – Some students will ask "why does this work?" — defer to Day 7.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"Great question. We'll prove it. For now, just notice that it does work."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few students will try to short-cut and use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 × −4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right part, getting a sign-error. Wait until Day 5 for the mixed case. For today, all deficits are positive.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 section.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#2: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2026-05-25T08:53:22Z</dcterms:created>
  <dcterms:modified xsi:type="dcterms:W3CDTF">2026-05-25T08:53:22Z</dcterms:modified>
</cp:coreProperties>
</file>