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 — Final Assessment + Project Showcase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Nikhilam Multiplication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demonstrate mastery of the Nikhilam multiplication method via a summative quiz and a 3-minute project presentation.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51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Summative quiz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quizzes/summative.md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Stopwatch.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per pair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assessments/rubric.md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slip per student.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Brief: "Quiz first (15 min), presentations after."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1: Summative quiz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494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quizzes/summative.md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Closed notebook.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covers: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 / excess fluency (timed).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Both-below-100 (2 problems).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Both-above-100 (1 problem).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Mixed-sign (1 problem).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Near-1000 (1 problem).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Decide-which-method (3 problems).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short-answer "why does it work" (algebra).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at 15-min mark.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2: Project presentations (25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50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min presentation + 1 min Q&amp;A per pair (4 min total).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 pairs fit in 25 min.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next class for remaining pairs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needed.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each: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marks the rubric in real-time.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assigned audience member asks one question.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audience members fill "I learned / I wonder" slips.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question (oral):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one thing you'll keep using from Nikhilam? And one thing you'll keep using long multiplication for?"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slip submitted.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226469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226469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Today: quiz + presentations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min for the summative quiz (closed book).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3-minute presentation per pair, then 1-min audience question.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(due at end of class):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1504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did you set out to make/learn, and what did you actually end up with?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24194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the most surprising thing you discovered while making this?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051" y="2688580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will you use Nikhilam in your life outside this classroom?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None. Module is complete.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Students finishing the quiz early can write a 1-paragraph "what would Module 11 look like for Grade 4?" — input for Primary band.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Open-notebook quiz for students with documented learning needs.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quiz immediately after class while presentations are fresh.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presentations spill into Day 11, protect that time.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"reflection on Nikhilam in life" question (oral) — listen for genuine answers ("I'll use it on price tags in the shop"; "I'll use it for mental estimation"). The honest answer "I won't use it much" is also valid.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sources verified across days 1–9.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2026-05-28T05:53:43Z</dcterms:created>
  <dcterms:modified xsi:type="dcterms:W3CDTF">2026-05-28T05:53:43Z</dcterms:modified>
</cp:coreProperties>
</file>