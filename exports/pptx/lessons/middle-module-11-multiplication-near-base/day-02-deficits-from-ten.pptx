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Setup: Deficits from 10 (Single-Digit × Single-Digit)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instantly state the deficit of any single digit from 10, AND will solve any single-digit × single-digit multiplication where both digits are 6–9 using the Nikhilam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wall-poster: "Deficits from 10" — the table 1→9, 2→8, ..., 9→1. Display before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sheet: 20 single-digit × single-digit problems (both factors 6–9).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10 single digits in 30 seconds; class chants the deficit. (7 → 3. 8 → 2. 6 → 4. 9 → 1. ...)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with a different sequence. By the end most students should be calling out the deficit faster than they can think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the template on the board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(use the vertical line):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│ −3       ← 7 is 3 below 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8 │ −2       ← 8 is 2 below 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────┼─────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│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operations: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807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part: cross-subtract.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7 − 2 =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8 − 3 =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Either cross gives the same number — that's a built-in check.)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part: multiply the deficits.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2 = 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7601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8 = 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either cross give the same answer?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Quick proof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7 − 2 = 7 − (10 − 8) = 7 + 8 − 10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8 − 3 = 8 − (10 − 7) = 7 + 8 − 10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Same thing. Don't dwell — Day 7 has the full algebra.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2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hand-trick (optional, fun).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up both hands.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fold down 2 fingers on the left hand (deficit of 7 from 10 = 3, so keep 7 fingers up; or fold down 7 − 5 = 2 on the left) and 3 on the right (deficit of 8 = 2, so fold down 2 + 3 = ... use whichever finger-mnemonic the class likes). The number of fingers DOWN × 10 = the tens; the number of fingers UP on each hand multiplied = the units. (This is a folk technique that maps to the Nikhilam algebra.) Show once, don't drill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 in chorus: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deficits 1, 2. Left: 9 − 2 = 7. Right: 1 × 2 = 2.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deficits 4, 1. Left: 6 − 1 = 5. Right: 4 × 1 = 4.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deficits 4, 3. Left: 6 − 3 = 3. Right: 4 × 3 = 12. Hmm — right part is two digits! Carry the 1 to the left: left = 3 + 1 = 4; right = 2.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Nikhilam at the single-digit level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carry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right part has more digits than the base has zeros (here: base 10, so right part should be 1 digit; if it's 2 digits, carry the extra). 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7265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47265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66315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"If the right part overflows the base, carry the overflow into the left part."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drill sheet — 20 problems, all single-digit × single-digit, both factors in 6–9.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in pairs: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 reads problem 1 aloud.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 answers in under 3 seconds using Nikhilam.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of paired drill. Then 5 min of individual silent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 minutes of paired drills, do a class-level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test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project 10 problems on the board; students answer all 10 individually in 60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check: chorus answers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(49.)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(81.)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both numbers near 100. Same trick, slightly bigger."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908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908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Single-digit Nikhilam (base = 10)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each digit's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 for the LEFT part.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 the deficits for the RIGHT part.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Stick them together. If the RIGHT part is 2 digits,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7−2=5; 3×2=6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76711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9−2=7; 1×2=2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64843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× 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6−3=3; 4×3=12 → carry 1 → 3+1=4; right=2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5529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sūtra: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deficit-from-10 recall. Have a parent/sibling call out single digits 1–9; you answer the deficit. Beat 20 problems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10 problems on the back of today's worksheet (all single-digit × single-digit, both 6–9) using Nikhilam. Self-check against your times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(chained) or apply the method to base 20 — see if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× 18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the same way with base 20. (Yes — deficits 1, 2 → left 17, right 2 → 17 × 20 + 2 = 342.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today. Memorise these specific three; we'll widen the range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9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protest: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I already know 7 × 8 = 56 from my times tables!"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 — for single digits the times-table is faster. The Nikhilam method is here so we can use it on 2-digit numbers tomorrow, where the times-table doesn't help."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the carry rule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most common error point.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"either cross gives the same" property is a built-in check students can use to catch errors. Reinforce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single-digit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2026-05-28T05:52:44Z</dcterms:created>
  <dcterms:modified xsi:type="dcterms:W3CDTF">2026-05-28T05:52:44Z</dcterms:modified>
</cp:coreProperties>
</file>