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Setup: Deficits from 10 (Single-Digit × Single-Digit)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Multiplication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7445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98834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instantly state the deficit of any single digit from 10, AND will solve any single-digit × single-digit multiplication where both digits are 6–9 using the Nikhilam method.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Class wall-poster: "Deficits from 10" — the table 1→9, 2→8, ..., 9→1. Display before class. – Drill sheet: 20 single-digit × single-digit problems (both factors 6–9). – Stopwatch per pair.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Complement-to-10 lightning round.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Teacher calls 10 single digits in 30 seconds; class chants the deficit. (7 → 3. 8 → 2. 6 → 4. 9 → 1. ...)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Repeat with a different sequence. By the end most students should be calling out the deficit faster than they can think it.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Drill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drills.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the drill sheet — 20 problems, all single-digit × single-digit, both factors in 6–9. – Working in pairs:   – Partner A reads problem 1 aloud.   – Partner B answers in under 3 seconds using Nikhilam.   – Swap. – 10 min of paired drill. Then 5 min of individual silent practice.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87642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5 minutes of paired drills, do a class-level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test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project 10 problems on the board; students answer all 10 individually in 60 seconds.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Quick check: chorus answers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× 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(49.)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× 8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(48.)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× 9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(81.)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× 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(48.) – Preview Day 3: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both numbers near 100. Same trick, slightly bigger."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90023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900238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Single-digit Nikhilam (base = 10)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Find each digit's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deficit from 10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2. Cross-subtract for the LEFT part. 3. Multiply the deficits for the RIGHT part. 4. Stick them together. If the RIGHT part is 2 digits,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overflow.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× 8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7−2=5; 3×2=6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× 8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9−2=7; 1×2=2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× 7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6−3=3; 4×3=12 → carry 1 → 3+1=4; right=2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6234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Sanskrit sūtra: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 Navataścaramaṁ Daśataḥ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"all from 9 and the last from 10."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Practice deficit-from-10 recall. Have a parent/sibling call out single digits 1–9; you answer the deficit. Beat 20 problems in 30 seconds. – Solve 10 problems on the back of today's worksheet (all single-digit × single-digit, both 6–9) using Nikhilam. Self-check against your times table.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× 9 × 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(chained) or apply the method to base 20 — see if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× 18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 the same way with base 20. (Yes — deficits 1, 2 → left 17, right 2 → 17 × 20 + 2 = 342. ✓)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Stick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× 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× 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× 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today. Memorise these specific three; we'll widen the range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6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students will protest: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"But I already know 7 × 8 = 56 from my times tables!"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Honest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"Yes — for single digits the times-table is faster. The Nikhilam method is here so we can use it on 2-digit numbers tomorrow, where the times-table doesn't help."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Watch for the carry rule 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× 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× 8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is the most common error point. – The "either cross gives the same" property is a built-in check students can use to catch errors. Reinforce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(Vedic Cultural Center, Sammamish WA) — Nikhilam multiplication, single-digit examples.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sūtra #2: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 Navataścaramaṁ Daśataḥ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2026-05-25T08:53:27Z</dcterms:created>
  <dcterms:modified xsi:type="dcterms:W3CDTF">2026-05-25T08:53:27Z</dcterms:modified>
</cp:coreProperties>
</file>