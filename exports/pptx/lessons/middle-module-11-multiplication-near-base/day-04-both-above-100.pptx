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Both Numbers Above 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Multiplication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solve any 2-digit × 2-digit (or 3-digit) multiplication where both factors are slightly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100 (101–112) using the Nikhilam method.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with the vertical-line template. – Day 3 formative quiz returned with marks. – Drill sheet (10 problems with both factors above 100). – Stopwatch per pair.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Complement-to-100 round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(same as Day 3).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Add the new round: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excess from 100.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Teacher says "103," class says "+3." "108" → "+8." "112" → "+12." "101" → "+1." – Hand back yesterday's formative.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Both above 100: use excess, cross-ADD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key change: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instead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deficit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(negative), we now have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excess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(positive). Instead of cross-subtract, we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cross-add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template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(vertical line, base = 100):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50355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0113" y="1650355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1627" y="177730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103 │ +3       ← excess from 100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95188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104 │ +4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12645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─────┼──────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30103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  │  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4901" y="2704058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through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 × 104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3093839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Excesses: +3, +4. – LEFT: 103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(Or 104 + 3 = 107. ✓ Either cross.) – RIGHT: 3 × 4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Pad to 2 digits: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 (Calculator check: 103 × 104 = 10712.)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4901" y="3618756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through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 × 107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301" y="4008537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Excesses: +8, +7. – LEFT: 108 + 7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RIGHT: 8 × 7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Pad to 2 digits: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11556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4901" y="432018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pattern: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6301" y="585564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both cases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right part is a positive product. The sign issue only appears in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mixed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case (Day 5).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4901" y="6157764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overflow case (rare here):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 × 113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06301" y="6547545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Excesses: +12, +13. – LEFT: 112 + 13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RIGHT: 12 × 13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Right part should be 2 digits; the leading 1 overflows.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left = 125 + 1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right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12656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06301" y="7136011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Drill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 sheet (10 problems):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 103 × 104        2.  102 × 105        3.  108 × 107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4745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 109 × 102        5.  101 × 106        6.  111 × 104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64916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  112 × 113        8.  106 × 109        9.  103 × 103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82374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 105 × 105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06301" y="2214116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5 min individual silent. – 5 min paired check. – 10 min mixed: alternate problems from yesterday (both below) and today (both above) on the same drill sheet — call it the "mixed-base" sheet. Students need to first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whether each is "both below" or "both above" before applying the right cross-operation.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293012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key (teacher):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630450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Formative quiz Part B (3 min)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7337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5: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what happens when ONE number is above and ONE is below? Sign care needed."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121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121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 numbers above 100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Step | What you do | |---|---| | 1 | Find each number's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excess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above 100 (positive number). | | 2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Cross-ADD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the LEFT part. | | 3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Multiply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two excesses for the RIGHT part. | | 4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Pad the RIGHT part to 2 digits.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| 5 | If the RIGHT part overflows,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carry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overflow into the LEFT.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Examples: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- 103 × 104 → 107 | 12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10712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- 108 × 107 → 115 | 56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11556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- 112 × 113 → 126 | 56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12656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(right part overflowed)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5742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sūtra, mirror operation: when deficits become excesses, subtraction becomes addition.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10 mixed problems (both-below AND both-above mixed). Decide first, then solve. Bring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63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1003 × 1004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(base 1000). The right part should be 3 digits. Confirm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1003 × 1004 = 1007012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Stay with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 × 104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 × 103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 × 105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until comfortable.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"decide which sign first" step on the mixed drill sheet is the most important habit-builder of this day. Reinforce: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 start cross-adding or cross-subtracting,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glance at both numbers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decide whether they're both below, both above, or split. – A few students will try to carry into the right part from the left (instead of the other way). Walk through the place-value reasoning: a "100" overflow on the right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more in the next column up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which is the left part.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(Vedic Cultural Center, Sammamish WA) — Nikhilam multiplication, "above the base" examples.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Vedic_Maths.pdf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(ISKCON Desire Tree) — practice problems for above-base multiplication.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2026-05-25T16:31:11Z</dcterms:created>
  <dcterms:modified xsi:type="dcterms:W3CDTF">2026-05-25T16:31:11Z</dcterms:modified>
</cp:coreProperties>
</file>