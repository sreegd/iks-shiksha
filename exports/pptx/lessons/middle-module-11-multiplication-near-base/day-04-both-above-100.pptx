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Both Numbers Above 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solve any 2-digit × 2-digit (or 3-digit) multiplication where both factors are slightly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 (101–112) using the Nikhilam method.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 with the vertical-line template.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 formative quiz returned with marks.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 sheet (10 problems with both factors above 100).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 per pair.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Complement-to-100 round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(same as Day 3).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new round: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 from 100.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Teacher says "103," class says "+3." "108" → "+8." "112" → "+12." "101" → "+1."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back yesterday's formative.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Both above 100: use excess, cross-ADD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change: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instead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(negative), we now have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(positive). Instead of cross-subtract, we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cross-add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template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(vertical line, base = 100):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Both above 100: use excess, cross-ADD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103 │ +3       ← excess from 100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104 │ +4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─────┼──────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 │  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Both above 100: use excess, cross-ADD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× 104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86024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Excesses: +3, +4.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LEFT: 103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(Or 104 + 3 = 107. ✓ Either cross.)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RIGHT: 3 × 4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Pad to 2 digits: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 (Calculator check: 103 × 104 = 10712.)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Both above 100: use excess, cross-ADD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 × 107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86024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Excesses: +8, +7.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LEFT: 108 + 7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RIGHT: 8 × 7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Pad to 2 digits: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11556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41979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Both above 100: use excess, cross-ADD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Both below · Both above.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subtract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Cross-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 × deficit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Excess × excess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part is product of POSITIVE numbers (deficits)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Right part is product of POSITIVE numbers (excesses)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Both above 100: use excess, cross-ADD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both cases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right part is a positive product. The sign issue only appears in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case (Day 5).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Both above 100: use excess, cross-ADD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overflow case (rare here):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× 113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86024"/>
            <a:ext cx="8102798" cy="127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Excesses: +12, +13.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LEFT: 112 + 13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RIGHT: 12 × 13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Right part should be 2 digits; the leading 1 overflows.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left = 125 + 1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right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12656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 sheet (10 problems):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103 × 104        2.  102 × 105        3.  108 × 107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 109 × 102        5.  101 × 106        6.  111 × 104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  112 × 113        8.  106 × 109        9.  103 × 103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82374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 105 × 105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individual silent.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paired check.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 mixed: alternate problems from yesterday (both below) and today (both above) on the same drill sheet — call it the "mixed-base" sheet. Students need to first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whether each is "both below" or "both above" before applying the right cross-operation.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key (teacher):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Q · Sign · Cross · Left · Right · Answer.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107 · 12 · 10712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107 · 10 · 10710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115 · 56 · 11556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111 · 18 · 11118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107 · 06 · 10706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115 · 44 · 11544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125+1=126 · 56 · 12656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115 · 54 · 11554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106 · 09 · 10609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110 · 25 · 11025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Part B (3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5: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what happens when ONE number is above and ONE is below? Sign care needed."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6884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6884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numbers above 100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Step | What you do | |---|---| | 1 | Find each number's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excess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above 100 (positive number). | | 2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Cross-ADD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the LEFT part. | | 3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two excesses for the RIGHT part. | | 4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Pad the RIGHT part to 2 digits.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| 5 | If the RIGHT part overflows,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overflow into the LEFT.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103 × 104 → 107 | 12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10712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6123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108 × 107 → 115 | 56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11556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8814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112 × 113 → 126 | 56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12656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(right part overflowed)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315054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sūtra, mirror operation: when deficits become excesses, subtraction becomes addition.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mixed problems (both-below AND both-above mixed). Decide first, then solve.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6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1003 × 1004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(base 1000). The right part should be 3 digits. Confirm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1003 × 1004 = 1007012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Stay with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× 104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× 103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 × 105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until comfortable.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"decide which sign first" step on the mixed drill sheet is the most important habit-builder of this day. Reinforce: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start cross-adding or cross-subtracting,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glance at both numbers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decide whether they're both below, both above, or split.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students will try to carry into the right part from the left (instead of the other way). Walk through the place-value reasoning: a "100" overflow on the right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more in the next column up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which is the left part.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multiplication, "above the base" examples.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Vedic_Maths.pdf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(ISKCON Desire Tree) — practice problems for above-base multiplication.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2026-05-28T05:53:00Z</dcterms:created>
  <dcterms:modified xsi:type="dcterms:W3CDTF">2026-05-28T05:53:00Z</dcterms:modified>
</cp:coreProperties>
</file>