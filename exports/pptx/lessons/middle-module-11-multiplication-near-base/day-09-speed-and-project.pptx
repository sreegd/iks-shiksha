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9 — Speed Sprints + Project Start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Nikhilam Multiplication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will demonstrate sub-10-second mental Nikhilam multiplication on Day 1's baseline problem (and similar) AND will have a project plan/draft ready for Day 10's showcase.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Day 1 baseline sheet (per student) — they pull it from their workbook. – Sprint sheet: 10 Nikhilam-suitable problems, timer-friendly. – Project planning slip.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386334"/>
            <a:ext cx="8102798" cy="30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activities/activity-02-speed-sprint.md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worksheet.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Complement-to-100 + excess-from-100 mixed round.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"Today is your retest day. Get sharp."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Speed sprint (15 min) — </a:t>
            </a:r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activities/activity-02-speed-sprint.md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999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Brief: – 10 Nikhilam problems on a sheet, mixed (both-below, both-above, mixed-sign, near-1000). – 3 minutes individual. Solve as many as you can. – 1 minute self-correction. – Repeat (round 2): swap problems on a fresh sheet, 3 minutes again. – 1 minute self-correction. – 3-minute paired chorus round: partner reads, the other answers in chorus.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 retest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Students pull their Day 1 baseline sheet (97 × 96 = 9312). – On a fresh strip, redo the problem using Nikhilam. – Record new time. – Compare: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(long) vs. Day 9 (Nikhilam).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37368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students will go from 30–60 sec → under 10 sec. Some will hit 3 sec.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planning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49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Distribute project planning slip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assessments/project-brief.md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 – Each pair fills out: – Format chosen (video / workbook / data project). – One worked example they'll feature. – Materials needed. – Who does what. – Teacher circulates, gives quick approval on viability.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Brief share-out: 3 pairs announce their plan in one sentence. – Reminder: project must demonstrate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Nikhilam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method correctly; must cite at least one source PDF.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2131219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2131219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 retest: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481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time on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 × 96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(Day 1, long multiplication): ____ seconds My time on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 × 96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(Day 9, Nikhilam): ____ seconds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speedup: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____×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862286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 scoring: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10 problems in 3 minutes. Each correct = 1 point. Each wrong with right method = 0.5 (you knew the method). Each wrong with wrong method choice = 0.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2362349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plan (fill in):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- Format: ______________ - Featured example: ____________ - Materials: ________________ - Partner / role split: ______________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Finish project plan at home. – Practise your featured example until you can present it without notes. – 5 mental Nikhilam problems a day, every day, even after this module ends.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Sprint round of 20 problems in 3 minutes (full speed).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Sprint sheet with 5 problems in 3 minutes (slower pace, still timed).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The retest moment is the most powerful one of the module. Make space for it — even quiet students will smile when they see their improvement. – Some pairs won't have a clear project plan by end of class. Pull them aside for 5 min after — better to spend the time now than have a shaky project on Day 10. – Confirm the data-project pairs have at least 5 willing test subjects lined up.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Vedic Mathematics Batch1.pdf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sprint problem source.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assessments/project-brief.md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the full project specification.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2026-05-25T16:31:41Z</dcterms:created>
  <dcterms:modified xsi:type="dcterms:W3CDTF">2026-05-25T16:31:41Z</dcterms:modified>
</cp:coreProperties>
</file>