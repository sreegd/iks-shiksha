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Speed Sprints + Project Start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demonstrate sub-10-second mental Nikhilam multiplication on Day 1's baseline problem (and similar) AND will have a project plan/draft ready for Day 10's showcase.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baseline sheet (per student) — they pull it from their workbook.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sheet: 10 Nikhilam-suitable problems, timer-friendly.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planning slip.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activities/activity-02-speed-sprint.md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Complement-to-100 + excess-from-100 mixed round.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your retest day. Get sharp."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sprint (15 min) —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activities/activity-02-speed-sprint.md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99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9211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Nikhilam problems on a sheet, mixed (both-below, both-above, mixed-sign, near-1000).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minutes individual. Solve as many as you can.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minute self-correction.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(round 2): swap problems on a fresh sheet, 3 minutes again.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minute self-correction.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paired chorus round: partner reads, the other answers in chorus.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pull their Day 1 baseline sheet (97 × 96 = 9312).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fresh strip, redo the problem using Nikhilam.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new 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(long) vs. Day 9 (Nikhilam).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9856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students will go from 30–60 sec → under 10 sec. Some will hit 3 sec.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planning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63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project planning slip (see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fills out: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chosen (video / workbook / data project).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worked example they'll feature.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needed.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what.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circulates, gives quick approval on viability.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share-out: 3 pairs announce their plan in one sentence.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Reminder: project must demonstrate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correctly; must cite at least one source PDF.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9765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9765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time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(Day 1, long multiplication): ____ seconds My time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(Day 9, Nikhilam): ____ seconds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speedup: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____×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6228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scoring: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 problems in 3 minutes. Each correct = 1 point. Each wrong with right method = 0.5 (you knew the method). Each wrong with wrong method choice = 0.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6234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plan (fill in):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3143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Format: ______________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90051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Featured example: ____________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31695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Materials: ________________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4386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/ role split: ______________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project plan at home.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 your featured example until you can present it without notes.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mental Nikhilam problems a day, every day, even after this module ends.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Sprint round of 20 problems in 3 minutes (full speed).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Sprint sheet with 5 problems in 3 minutes (slower pace, still timed).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retest moment is the most powerful one of the module. Make space for it — even quiet students will smile when they see their improvement.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pairs won't have a clear project plan by end of class. Pull them aside for 5 min after — better to spend the time now than have a shaky project on Day 10.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data-project pairs have at least 5 willing test subjects lined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sprint problem source.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project specification.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2026-05-28T05:53:38Z</dcterms:created>
  <dcterms:modified xsi:type="dcterms:W3CDTF">2026-05-28T05:53:38Z</dcterms:modified>
</cp:coreProperties>
</file>