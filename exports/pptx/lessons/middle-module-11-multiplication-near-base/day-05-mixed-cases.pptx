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Mixed Cases: One Above, One Below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solve any 2-digit × 2-digit multiplication where one factor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and one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handling the negative right-part correctly.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Whiteboard. – Drill sheet (8 mixed-sign problems).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activities/activity-01-mixed-signs.md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Complement-to-100 round. – Excess-from-100 round. – Now mix: teacher says "97," class says "−3." Teacher says "103," class says "+3." This trains the sign attention.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activities/activity-01-mixed-signs.md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999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– 8 problems on the activity sheet, all mixed-sign. – 8 min individual silent. – 7 min paired check. – 5 min: students re-do any they got wrong, OR move to challenge problems if all correct.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chorus check: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× 98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(9996.)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× 96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(9984.)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× 95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(10260.)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base 1000. The pad becomes 3 digits."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503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503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case: one above, one below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Find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bigger number and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deficit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the smaller (or just signed: + for above 100, − for below). 2. LEFT: cross-subtract using signs.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 + (−2) = 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Either cross still works. 3. RIGHT: multiply the two signed numbers. The RIGHT part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4. Subtract the absolute value of the right from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× 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- 102 × 98 → 100 | −4 → 10000 − 4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- 104 × 96 → 100 | −16 → 10000 − 16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9984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- 108 × 95 → 103 | −40 → 10300 − 40 =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10260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43361"/>
            <a:ext cx="7973389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Tip: for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(a+x)(a−y)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a = base, the left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+ x − 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the right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−xy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Whenever excess equals deficit, the left is exactly the base and the answer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base² − xy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 mixed problems (mix of both-below, both-above, and mixed-sign). Decide the case first. – Find ONE example in your textbook where mixed-sign Nikhilam would be faster than long multiplication. Bring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× 79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(further from 100). Excess +21, deficit −21. Cross: 121 − 21 = 100. Right: +21 × −21 = −441. Answer: 10000 − 441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(Equivalently: (100+21)(100−21) = 100² − 21² = 10000 − 441.) Notice you've just used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of squares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identity. Connect to algebra.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 with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× 99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× 98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(small differences). Build up the sign care before tackling larger gaps.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mixed case is where most students give up and revert to long multiplication.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let them.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sign care is genuinely tricky for one day; by Day 6 it'll be a non-issue. – The "tier up" connection to difference-of-squares (a²−b² identity) is a real bridge to algebra. If a student spots it, celebrate. – Some students will resist the negative right part. Show them the "borrow from left" form (above) as an alternative — both forms give the same answer.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mixed-sign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2026-05-28T04:23:15Z</dcterms:created>
  <dcterms:modified xsi:type="dcterms:W3CDTF">2026-05-28T04:23:15Z</dcterms:modified>
</cp:coreProperties>
</file>