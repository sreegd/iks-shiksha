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Mixed Cases: One Above, One Below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multiplication where one factor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and one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handling the negative right-part correctly.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(8 mixed-sign problems).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activities/activity-01-mixed-signs.md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round.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Excess-from-100 round.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mix: teacher says "97," class says "−3." Teacher says "103," class says "+3." This trains the sign attention.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One above, one below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8602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8602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4129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 │ +2       ← excess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875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 98 │ −2       ← deficit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21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67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 │ 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One above, one below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left part — either cross still works: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6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+ (−2) = 102 − 2 = 100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+ 2 = 100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(Same answer ✓.)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322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part — sign matters: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15617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(+2) × (−2) = −4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part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One above, one below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it mean to have a "negative" right part?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Concatenating "100" and "−4" gives...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| −4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× 100 + (−4)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10000 − 4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102 × 98 = 9996.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One above, one below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"borrow" maneuver — cleaner mental version.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Same problem: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negative right part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says: "subtract 4 from the natural concatenation 100|00 = 10000."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102 × 98 = 10000 − 4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Clean.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One above, one below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— the "borrow from left" form: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students prefer always-positive right parts: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= 100. Right = −4. Borrow 1 from left (which is worth 100 in the right):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left = 100 − 1 = 99. New right = 100 − 4 = 96 (now positive).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One above, one below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 in chorus: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excess +4, deficit −4. Left = 100 (either cross). Right = +4 × −4 = −16. Answer: 100 × 100 − 16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9984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103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deficit −3, excess +3. Left = 100. Right = −3 × +3 = −9.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× 95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excess +8, deficit −5. Left = 108 − 5 = 103 (or 95 + 8 = 103 ✓). Right = +8 × −5 = −40. Answer: 103 × 100 − 40 = 10300 − 40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10260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One above, one below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(write on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Case · Cross · Right part sign.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below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Subtract · + (deficit × deficit)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above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Add · + (excess × excess)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Either form — still cancels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(excess × deficit)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activities/activity-01-mixed-signs.md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99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9211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problems on the activity sheet, all mixed-sign.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 individual silent.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 paired check.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min: students re-do any they got wrong, OR move to challenge problems if all correct.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chorus check: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(9996.)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(9984.)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× 95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(10260.)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base 1000. The pad becomes 3 digits."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5718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5718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case: one above, one below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bigger number and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smaller (or just signed: + for above 100, − for below).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LEFT: cross-subtract using signs.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 + (−2) =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Either cross still works.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3136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RIGHT: multiply the two signed numbers. The RIGHT part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400449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 the absolute value of the right from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×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 × 98 → 100 | −4 → 10000 − 4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2267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104 × 96 → 100 | −16 → 10000 − 16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9984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4958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 × 95 → 103 | −40 → 10300 − 40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764905"/>
            <a:ext cx="7973389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Tip: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(a+x)(a−y)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a = base, the left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+ x − 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the right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−xy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Whenever excess equals deficit, the left is exactly the base and the answer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base² − xy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6301" y="46205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mixed problems (mix of both-below, both-above, and mixed-sign). Decide the case first.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ONE example in your textbook where mixed-sign Nikhilam would be faster than long multiplication. Bring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× 79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(further from 100). Excess +21, deficit −21. Cross: 121 − 21 = 100. Right: +21 × −21 = −441. Answer: 10000 − 441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(Equivalently: (100+21)(100−21) = 100² − 21² = 10000 − 441.) Notice you've just used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of squares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identity. Connect to algebra.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(small differences). Build up the sign care before tackling larger gaps.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mixed case is where most students give up and revert to long multiplication.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let them.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sign care is genuinely tricky for one day; by Day 6 it'll be a non-issue.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"tier up" connection to difference-of-squares (a²−b² identity) is a real bridge to algebra. If a student spots it, celebrate.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resist the negative right part. Show them the "borrow from left" form (above) as an alternative — both forms give the same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mixed-sign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2026-05-28T05:53:08Z</dcterms:created>
  <dcterms:modified xsi:type="dcterms:W3CDTF">2026-05-28T05:53:08Z</dcterms:modified>
</cp:coreProperties>
</file>