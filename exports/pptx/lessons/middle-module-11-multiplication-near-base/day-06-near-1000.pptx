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Near 1000: Padding the Right Part to 3 Digits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Multiplication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7445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98834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solve 3-digit × 3-digit multiplications where both factors are within ~15 of 1000, correctly padding the right part to 3 digits.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Whiteboard. – Drill sheet (8 problems near 1000). – Reference card: "deficits from 1000" (a few worked: 998 → 2, 991 → 9, 988 → 12, 1003 → +3, etc.).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Mixed sign-and-magnitude round: teacher says a number, class says deficit (if below 1000) or excess (if above). – 1003 → +3. 998 → −2. 991 → −9. 1012 → +12. 988 → −12.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Same rule, bigger pad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is unchanged.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up the vertical line, find deficits/excesses, cross-subtract or cross-add, multiply the deficits/excesses.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change: pad the right part to 3 digits.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 1000 has 3 zeros. The right part must be exactly 3 digits.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998 × 997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45816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Deficits from 1000: 2, 3. – LEFT: 998 − 3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995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(Or 997 − 2 = 995. ✓) – RIGHT: 2 × 3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Pad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digits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995006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 (Calculator: 998 × 997 = 995006.)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77073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1003 × 1004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160514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Excesses: +3, +4. – LEFT: 1003 + 4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RIGHT: 3 × 4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Pad to 3 digits: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1007012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472160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overflow case: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988 × 985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3861941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Deficits: 12, 15. – LEFT: 988 − 15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(Or 985 − 12 = 973. ✓) – RIGHT: 12 × 15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Pad to 3 digits: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(already 3 digits, no overflow). –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973180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4386858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harder overflow: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985 × 978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4776639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Deficits: 15, 22. – LEFT: 985 − 22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(Or 978 − 15 = 963. ✓) – RIGHT: 15 × 22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Already 3 digits. –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963330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Verify: 985 × 978 = 963330. 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4901" y="5292030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overflow: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970 × 965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01" y="5681811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Deficits: 30, 35. – LEFT: 970 − 35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935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RIGHT: 30 × 35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That's 4 digits — overflow! Carry the leading 1: left = 935 + 1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right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936050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901" y="6206728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Mixed-sign case near 1000: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1002 × 998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659650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Excess +2, deficit −2. – LEFT: 1000 (either cross). – RIGHT: +2 × −2 = −4. – Answer: 1000 × 1000 − 4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999996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301" y="696218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Drill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sheet: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77762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173063"/>
            <a:ext cx="0" cy="7776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0001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998 × 997        2.  996 × 995        3.  999 × 998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47458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988 × 985        5.  1003 × 1004      6.  1005 × 1002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64916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 1002 × 998       8.  970 × 965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203954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10 min individual silent. – 10 min paired check + redo errors.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232901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(teacher):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517654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quiz Part C (3 min)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7337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7: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prove why this works. One line of algebra."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6502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6502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 1000 — 3-digit pad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 is unchanged.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change: pad the right part to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digits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(because base 1000 has 3 zeros).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- 998 × 997 → 995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006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995006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- 1003 × 1004 → 1007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012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1007012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- 970 × 965 → 935+1=936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936050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(right part overflowed) - 1002 × 998 → 1000 | −4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999996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(mixed)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rule: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right-part pad-width equals the number of zeros in the base.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8 problems on the back of today's worksheet, mixed near-1000. – Compute one of them with long multiplication. How much longer did long take?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9998 × 9997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(base 10000). Right part pad = 4 digits. Confirm answer: 99950006.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Stay with the easy near-1000 problems (998 × 997, 999 × 998). Build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6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padding rule is the only new thing today. If students have Day 3 fluent, this lesson is mostly drill. – Forgetting to pad is the most common error. A student who writes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998 × 997 = 9956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 of 995006 has forgotten to pad to 3 digits. The diagnostic: their answer has the wrong number of digits. – The "general rule" (pad-width = number of zeros in base) is a real generalisation worth boxing on the board. It sets up Day 7's algebra.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(Vedic Cultural Center, Sammamish WA) — Nikhilam multiplication, base-1000 examples.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2026-05-25T16:31:23Z</dcterms:created>
  <dcterms:modified xsi:type="dcterms:W3CDTF">2026-05-25T16:31:23Z</dcterms:modified>
</cp:coreProperties>
</file>