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Near 1000: Padding the Right Part to 3 Digits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3-digit × 3-digit multiplications where both factors are within ~15 of 1000, correctly padding the right part to 3 digits.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(8 problems near 1000).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card: "deficits from 1000" (a few worked: 998 → 2, 991 → 9, 988 → 12, 1003 → +3,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sign-and-magnitude round: teacher says a number, class says deficit (if below 1000) or excess (if above).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→ +3. 998 → −2. 991 → −9. 1012 → +12. 988 → −12.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is unchanged.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vertical line, find deficits/excesses, cross-subtract or cross-add, multiply the deficits/excesses.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change: pad the right part to 3 digits.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 1000 has 3 zeros. The right part must be exactly 3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Deficits from 1000: 2, 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998 − 3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997 − 2 = 995.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2 × 3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digits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995006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(Calculator: 998 × 997 = 995006.)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Excesses: +3, +4.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1003 + 4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3 ×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988 × 985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Deficits: 12, 15.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988 − 15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985 − 12 = 973.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12 × 15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3 digits, no overflow).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973180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harder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985 × 978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Deficits: 15, 22.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985 − 22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978 − 15 = 963.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15 × 22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Already 3 digits.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963330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 985 × 978 = 963330.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 × 965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Deficits: 30, 35.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970 − 35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30 × 35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4 digits — overflow! Carry the leading 1: left = 935 + 1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936050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Mixed-sign case near 1000: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1002 × 998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+2, deficit −2.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1000 (either cross).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+2 × −2 = −4.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1000 × 1000 − 4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998 × 997        2.  996 × 995        3.  999 × 998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988 × 985        5.  1003 × 1004      6.  1005 × 1002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1002 × 998       8.  970 × 965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individual silent.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paired check + redo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 · Sign · Deficits/excesses · Left · Right (padded) ·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2, 3 · 995 · 006 · 995006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4, 5 · 991 · 020 · 991020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1, 2 · 997 · 002 · 997002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12, 15 · 973 · 180 · 973180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above · 3, 4 · 1007 · 012 · 1007012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above · 5, 2 · 1007 · 010 · 1007010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mixed · +2, −2 · 1000 · −4 · 999996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30, 35 · 935+1=936 · 050 · 936050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C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One line of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955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955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 1000 — 3-digit pad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is unchanged.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change: pad the right part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digits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(because base 1000 has 3 zeros).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998 × 997 → 995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995006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1003 × 1004 → 1007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1007012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970 × 965 → 935+1=936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936050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1002 × 998 → 1000 | −4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999996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(mixed)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right-part pad-width equals the number of zeros in the base.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problems on the back of today's worksheet, mixed near-1000.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one of them with long multiplication. How much longer did long take?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9998 × 9997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10000). Right part pad = 4 digits. Confirm answer: 99950006.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the easy near-1000 problems (998 × 997, 999 × 998).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9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 is the only new thing today. If students have Day 3 fluent, this lesson is mostly drill.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Forgetting to pad is the most common error.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 = 9956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995006 has forgotten to pad to 3 digits. The diagnostic: their answer has the wrong number of digits.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"general rule" (pad-width = number of zeros in base) is a real generalisation worth boxing on the board. It sets up Day 7's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2026-05-28T05:53:17Z</dcterms:created>
  <dcterms:modified xsi:type="dcterms:W3CDTF">2026-05-28T05:53:17Z</dcterms:modified>
</cp:coreProperties>
</file>