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Both Numbers Below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both factors are between 90 and 99 using the Nikhilam method, in under 10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vertical-line template. – Class wall-poster: "Deficits from 100" — small reference card (e.g. 97 → 3, 88 → 12). – Pre-printed drill sheet (10 problems).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calls 2-digit numbers in the 80s and 90s; class chants the deficit. (97 → 3. 88 → 12. 96 → 4. 92 → 8. 99 → 1. 85 → 15. ...)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Repeat. By the end most students should be doing this in under a second.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2-digit × 2-digit case, both below 100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       ← deficit from 100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│ −4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│ 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20677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Day 1, now formalised):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71045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LEFT: 97 − 4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to 2 digits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 has 2 zeros):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(already 2 digits, no pad needed).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235375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625155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2, 1. – LEFT: 98 − 1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2 ×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pad to 2 digits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9702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93680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 (write on board, boxed):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43075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 the right part to as many digits as there are zeros in the base.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Base 10 → 1 digit on the right. &gt; Base 100 → 2 digits on the right. &gt; Base 1000 → 3 digits on the right.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82292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/ carry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212705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Deficits: 12, 11. – LEFT: 88 − 11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89 − 12 = 77. ✓) – RIGHT: 12 × 11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But the right part should be only 2 digits (base 100). 132 has 3 digits — the leading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overflows.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the overflow into the left: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77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7832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88 × 89 = 7832.)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596041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"use either cross"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350198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Either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97 − 4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96 − 3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you 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numbers, you've made an error. This is your built-in error-detector.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6938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drill, then individual silent drill.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problems, mixed difficulty):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97 × 96       2.  98 × 99       3.  95 × 94       4.  93 × 91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 99 × 98       6.  92 × 95       7.  88 × 89       8.  87 × 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  96 × 96       10. 91 × 87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2341662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individual: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all 10 silently. No talking.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paired 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swap sheets. Partner reads problem 1; the other resolves it on a fresh strip; compare. Continue.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 mixed 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with both-below-100, individual silent.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3199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4981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(Note Q8: 87 − 8 = 79, OR 92 − 13 = 79. Right = 13 × 8 = 104. Carry 1 → 80; right = 04. Answer: 8004.)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8638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 Hand back tomorrow.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below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 from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deficits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 (≥ 100),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- 97 × 96 → 93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9312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- 98 × 99 → 97 | 02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9702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- 88 × 89 → 77+1 | 32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7832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Sanskrit name: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Navataścaramaṁ Daśataḥ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"all from 9 and the last 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problems on the back of today's worksheet, all 2-digit × 2-digit with both factors in 85–99. – Time yourself. Beat the class average from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The method still works, but the deficits are larger and the right-part overflow is more common. See how far below 100 you can go before the method stops feeling fast.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factors in 90–99 for the rest of the week. We'll revisit 80s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overflow / carry is the single most common error point. Spend time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× 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× 85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If students don't fluent on the carry by end of class, schedule 5 min of catch-up at the start of Day 4. – The "use either cross" check is a real check — encourage students to do both crosses initially. By Day 6 they'll naturally drop the second one. – Some students will be fast on a calculator and slow on Nikhilam. Acknowledge: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 a calculator, calculator wins. The Nikhilam method matters when you DON'T have a calculator — exams, mental estimation, daily life."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base-100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2026-05-25T08:53:33Z</dcterms:created>
  <dcterms:modified xsi:type="dcterms:W3CDTF">2026-05-25T08:53:33Z</dcterms:modified>
</cp:coreProperties>
</file>