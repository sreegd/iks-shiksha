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Both Numbers Below 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solve any 2-digit × 2-digit multiplication where both factors are between 90 and 99 using the Nikhilam method, in under 10 seconds.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with the vertical-line template. – Class wall-poster: "Deficits from 100" — small reference card (e.g. 97 → 3, 88 → 12). – Pre-printed drill sheet (10 problems). – Stopwatch per pair.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Complement-to-100 lightning round.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Teacher calls 2-digit numbers in the 80s and 90s; class chants the deficit. (97 → 3. 88 → 12. 96 → 4. 92 → 8. 99 → 1. 85 → 15. ...)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Repeat. By the end most students should be doing this in under a second.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The 2-digit × 2-digit case, both below 100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template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(vertical line, base = 100):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 │ −3       ← deficit from 100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5685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96 │ −4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430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─────┼──────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9176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│  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4901" y="2320677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× 96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(from Day 1, now formalised):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2710458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LEFT: 97 − 4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RIGHT: 3 × 4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 to 2 digits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(base 100 has 2 zeros): RIGHT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(already 2 digits, no pad needed).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4901" y="3235375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 × 99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3625155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Deficits: 2, 1. – LEFT: 98 − 1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RIGHT: 2 × 1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pad to 2 digits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9702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4901" y="3936802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padding rule (write on board, boxed):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6301" y="430753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 the right part to as many digits as there are zeros in the base.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Base 10 → 1 digit on the right. &gt; Base 100 → 2 digits on the right. &gt; Base 1000 → 3 digits on the right.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4901" y="4822924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overflow / carry case: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 × 89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6301" y="5212705"/>
            <a:ext cx="8498026" cy="658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Deficits: 12, 11. – LEFT: 88 − 11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(Or 89 − 12 = 77. ✓) – RIGHT: 12 × 11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But the right part should be only 2 digits (base 100). 132 has 3 digits — the leading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overflows.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the overflow into the left: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left = 77 + 1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right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7832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 (Calculator check: 88 × 89 = 7832.)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4901" y="5960418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"use either cross" 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× 96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6301" y="6350198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Either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97 − 4 = 93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96 − 3 = 93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If you get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numbers, you've made an error. This is your built-in error-detector.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6301" y="69386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drill, then individual silent drill.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 sheet (10 problems, mixed difficulty):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62534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0113" y="1462534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1627" y="158948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 97 × 96       2.  98 × 99       3.  95 × 94       4.  93 × 91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6406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 99 × 98       6.  92 × 95       7.  88 × 89       8.  87 × 92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93863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9.  96 × 96       10. 91 × 87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4901" y="2341662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 individual: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solve all 10 silently. No talking.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 paired check: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swap sheets. Partner reads problem 1; the other resolves it on a fresh strip; compare. Continue.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 mixed work: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problems with both-below-100, individual silent.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31999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key (teacher):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649813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(Note Q8: 87 − 8 = 79, OR 92 − 13 = 79. Right = 13 × 8 = 104. Carry 1 → 80; right = 04. Answer: 8004.)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68638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 on a slip of paper (5 questions, 3 min)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7337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Collect for grading. Hand back tomorrow.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numbers below 100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Step | What you do | |---|---| | 1 | Find each number's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deficit from 100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| | 2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Cross-subtract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the LEFT part. | | 3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two deficits for the RIGHT part. | | 4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Pad the RIGHT part to 2 digits.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| 5 | If the RIGHT part overflows (≥ 100),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carry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overflow into the LEFT.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- 97 × 96 → 93 | 12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9312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- 98 × 99 → 97 | 02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9702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- 88 × 89 → 77+1 | 32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7832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(right part overflowed)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Sanskrit name: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 Navataścaramaṁ Daśataḥ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"all from 9 and the last from 10."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10 problems on the back of today's worksheet, all 2-digit × 2-digit with both factors in 85–99. – Time yourself. Beat the class average from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50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× 89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 × 85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(further from 100). The method still works, but the deficits are larger and the right-part overflow is more common. See how far below 100 you can go before the method stops feeling fast.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 to factors in 90–99 for the rest of the week. We'll revisit 80s on Day 5.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758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overflow / carry is the single most common error point. Spend time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 × 89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 × 85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If students don't fluent on the carry by end of class, schedule 5 min of catch-up at the start of Day 4. – The "use either cross" check is a real check — encourage students to do both crosses initially. By Day 6 they'll naturally drop the second one. – Some students will be fast on a calculator and slow on Nikhilam. Acknowledge: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"With a calculator, calculator wins. The Nikhilam method matters when you DON'T have a calculator — exams, mental estimation, daily life."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Center, Sammamish WA) — Nikhilam multiplication, base-100 examples.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2026-05-25T16:31:05Z</dcterms:created>
  <dcterms:modified xsi:type="dcterms:W3CDTF">2026-05-25T16:31:05Z</dcterms:modified>
</cp:coreProperties>
</file>