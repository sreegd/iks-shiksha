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7 — Why It Works: The Algebra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Nikhilam Multiplication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state the algebraic identity behind the Nikhilam method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 − a)(B − b) = B(B − a − b) + ab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derive it on paper, and explain in their own words why this matches the procedure.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Whiteboard. – The 16-sūtra list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Word - sutras1.pdf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— printed and visible. – Worksheet: "explain to a friend" prompt + space.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Quick Nikhilam round on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 × 96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(chorus answer: 9312) and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 × 104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(10712).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82588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"You've been doing this for a week. Today we prove why it works."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Explain to a friend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Worksheet prompt: &gt; Imagine your Grade 4 cousin asks: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"Why does that Nikhilam trick work? Is it magic?"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5–7 sentences, explain why it's NOT magic. Use the words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deficit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algebra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37368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10 min individual writing. 5 min pair-sharing: read your paragraph to your partner; they tell you one part that's clear and one part that's unclear.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Read aloud one strong paragraph (with permission). – The sūtra connection: write on the board: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Nikhilam Navataścaramaṁ Daśataḥ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 — "all from 9 and the last from 10" — is the rule for computing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deficit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quickly (which we drilled on Day 2).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multiplication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technique uses that deficit via the algebra above.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6631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Preview Day 8: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 when is this method actually faster? And when should you use long multiplication?"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Write a 1-paragraph explanation suitable for a Grade 7 student (your own grade level). Include one worked example with the algebra shown. – Prove (B + x)(B − x) = B² − x² using the above identity. Find an example where this is faster than long multiplication. (Hint: 101 × 99.)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5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Generalise. For three factors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 − a)(B − b)(B − c)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expand. Does the Nikhilam pattern extend? (Yes — for three factors near a base, see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Vedic Mathematics Batch1.pdf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extension section.)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Skip the formal algebra. Verify the identity by plugging in numbers (B=100, a=3, b=4 → both sides give 9312).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1492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honest framing in one sentence: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Sanskrit sūtra names the deficit-computation rule. The algebraic identity is what makes the multiplication trick work, and that identity is just standard FOIL / distributivity."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A few students will object: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"If the algebra is just algebra, why call it Vedic?"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Honest answer: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"Good catch. The procedure has a Sanskrit name and was published in 1965 by Tirthaji. The math itself is older than any name — it's the distributive property. The Vedic-mathematics framing is contested among historians; we'll engage with that more at Senior band."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Reinforce: this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debunking. It's an honesty about what's old (algebra), what's modern (the packaging as 16 sūtras), and what's contested (the Vedic provenance).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Vedic Mathematics Batch1.pdf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(Vedic Cultural Center, Sammamish WA) — Nikhilam multiplication, "why it works" section.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Word - sutras1.pdf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list of 16 Tirthaji sūtras.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7037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Optional teacher reference: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 AND VEDIC MATHEMATICS .pdf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2026-05-25T16:31:29Z</dcterms:created>
  <dcterms:modified xsi:type="dcterms:W3CDTF">2026-05-25T16:31:29Z</dcterms:modified>
</cp:coreProperties>
</file>