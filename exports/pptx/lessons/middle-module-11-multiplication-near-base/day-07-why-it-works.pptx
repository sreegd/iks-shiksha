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7 — Why It Works: The Algebra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Nikhilam Multiplication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45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state the algebraic identity behind the Nikhilam method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 − a)(B − b) = B(B − a − b) + ab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derive it on paper, and explain in their own words why this matches the procedure.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88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Whiteboard.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16-sūtra list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Word - sutras1.pdf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— printed and visible.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Worksheet: "explain to a friend" prompt + space.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447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Nikhilam round on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 × 96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(chorus answer: 9312) and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103 × 104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(10712).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"You've been doing this for a week. Today we prove why it works."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— The algebraic proof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the variables.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Call the base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(= 100, say). Call the two factors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− 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− b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where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are the deficits.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73373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97 × 96: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= 100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= 3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= 4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Then 97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− 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96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− b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585020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Multiply directly: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— The algebraic proof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952202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0113" y="883593"/>
            <a:ext cx="0" cy="952202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31627" y="101054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(B − a)(B − b) = B² − Ba − Bb + ab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31627" y="118511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B² − B(a + b) + ab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35969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B(B − a − b) + ab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53426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B · LEFT + RIGHT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06301" y="1924645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 = B − a − b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= ab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— The algebraic proof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 this to the Nikhilam procedure.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 Algebra · Nikhilam step.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556445"/>
            <a:ext cx="8102798" cy="826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− a − b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Cross-subtract: take one number minus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other's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deficit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Multiply the deficits for the RIGHT part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· LEFT + RIGHT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Concatenate (with the right pad)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— The algebraic proof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Check: cross-subtract gives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− a − b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86024"/>
            <a:ext cx="8102798" cy="563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 − a) − b = B − a − b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✓ (97 − 4 = 93.)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 − b) − a = B − a − b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✓ (Either cross gives the same.)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— The algebraic proof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concatenation works.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"LEFT" digit pattern, placed in the next-higher slot, means we're multiplying it by B. (E.g.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93|12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 × 100 + 12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9300 + 12 = 9312.)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93|12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exactly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· LEFT + RIGHT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· 93 + 12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9312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That's exactly what the formula said.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2381696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"above the base" case.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 + x)(B + y)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— The algebraic proof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777627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0113" y="883593"/>
            <a:ext cx="0" cy="777627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31627" y="101054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(B + x)(B + y) = B² + Bx + By + xy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31627" y="118511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B(B + x + y) + xy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35969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B · LEFT + RIGHT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06301" y="1750070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LEFT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+ x + 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cross-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RIGHT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Sign flips, procedure mirrors.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— The algebraic proof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mixed case.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 + x)(B − y)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86024"/>
            <a:ext cx="8331398" cy="777627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0113" y="1286024"/>
            <a:ext cx="0" cy="777627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627" y="141297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(B + x)(B − y) = B² − By + Bx − xy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58755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B(B + x − y) + (−xy)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76212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B · LEFT + RIGHT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— The algebraic proof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+ x − 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(signed cross). RIGHT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−xy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(negative). The negative right part is the sign issue from Day 5.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82588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the pad-width = zeros in base.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Because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· LEFT + RIGHT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requires RIGHT to occupy the slots from 0 up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− 1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If B = 100, RIGHT is at most a 2-digit number; if it overflows to 100 or more, the overflow rolls into LEFT. That's the "carry overflow" rule from Day 3.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Explain to a friend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Worksheet prompt: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66974"/>
            <a:ext cx="8331398" cy="842963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4876" y="1266974"/>
            <a:ext cx="0" cy="842962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2051" y="145747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Imagine your Grade 4 cousin asks: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"Why does that Nikhilam trick work? Is it magic?"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5–7 sentences, explain why it's NOT magic. Use the words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deficit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and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algebra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4901" y="2211437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 individual writing. 5 min pair-sharing: read your paragraph to your partner; they tell you one part that's clear and one part that's unclear.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aloud one strong paragraph (with permission).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sūtra connection: write on the board: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510754"/>
            <a:ext cx="8331398" cy="1073944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4876" y="1510754"/>
            <a:ext cx="0" cy="1073944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2051" y="1701254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Nikhilam Navataścaramaṁ Daśataḥ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 — "all from 9 and the last from 10" — is the rule for computing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deficit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quickly (which we drilled on Day 2).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multiplication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technique uses that deficit via the algebra above.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Day 8: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when is this method actually faster? And when should you use long multiplication?"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3590925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3590925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algebra behind Nikhilam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50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Let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be the base. Let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and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be the deficits.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31305"/>
            <a:ext cx="7973389" cy="250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(B − a)(B − b) = B(B − a − b) + ab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1919436"/>
            <a:ext cx="7973389" cy="250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 − a − b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is the LEFT part (cross-subtract).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207568"/>
            <a:ext cx="7973389" cy="250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is the RIGHT part (product of deficits).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051" y="2495699"/>
            <a:ext cx="7973389" cy="4810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concatenation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LEFT | RIGHT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equals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 × LEFT + RIGHT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which is exactly what the algebra produces.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2051" y="3014811"/>
            <a:ext cx="7973389" cy="4810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excess (both above base):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(B + x)(B + y) = B(B + x + y) + xy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Cross-ADD; right part is positive.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92051" y="3533924"/>
            <a:ext cx="7973389" cy="250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mixed: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(B + x)(B − y) = B(B + x − y) + (−xy)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Negative right part.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92051" y="3822055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sūtra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Nikhilam Navataścaramaṁ Daśataḥ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names the technique for computing the deficit fast. The multiplication shortcut is the algebraic application.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06301" y="463956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a 1-paragraph explanation suitable for a Grade 7 student (your own grade level). Include one worked example with the algebra shown.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 (B + x)(B − x) = B² − x² using the above identity. Find an example where this is faster than long multiplication. (Hint: 101 × 99.)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5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Generalise. For three factors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 − a)(B − b)(B − c)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expand. Does the Nikhilam pattern extend? (Yes — for three factors near a base, 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 Mathematics Batch1.pdf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extension section.)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Skip the formal algebra. Verify the identity by plugging in numbers (B=100, a=3, b=4 → both sides give 9312).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592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honest framing in one sentence: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Sanskrit sūtra names the deficit-computation rule. The algebraic identity is what makes the multiplication trick work, and that identity is just standard FOIL / distributivity."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few students will object: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"If the algebra is just algebra, why call it Vedic?"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Honest answer: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"Good catch. The procedure has a Sanskrit name and was published in 1965 by Tirthaji. The math itself is older than any name — it's the distributive property. The Vedic-mathematics framing is contested among historians; we'll engage with that more at Senior band."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Reinforce: this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debunking. It's an honesty about what's old (algebra), what's modern (the packaging as 16 sūtras), and what's contested (the Vedic provenance).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 Mathematics Batch1.pdf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(Vedic Cultural Center, Sammamish WA) — Nikhilam multiplication, "why it works" section.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Word - sutras1.pdf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list of 16 Tirthaji sūtras.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teacher reference: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FUNDAMENTAL AND VEDIC MATHEMATICS 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2026-05-28T05:53:24Z</dcterms:created>
  <dcterms:modified xsi:type="dcterms:W3CDTF">2026-05-28T05:53:24Z</dcterms:modified>
</cp:coreProperties>
</file>