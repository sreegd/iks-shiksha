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When To Use It: Nikhilam vs. Long Multiplication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Multiplication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7445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98834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articulate the regime where Nikhilam is faster than long multiplication, AND will recognise problems where long multiplication (or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Ūrdhva-tiryagbhyāṁ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general "vertically and crosswise" method) is the better choice.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Whiteboard, two columns labelled "Use Nikhilam" and "Use long / Ūrdhva."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"Decide-or-don't" card deck — 20 multiplication problems on cards. (Teacher prepares ahead.)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Reflection slip.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Nikhilam: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× 96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(9312),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× 103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(10712),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× 98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(9996).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82588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— would Nikhilam work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× 53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Let's see."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When it works, when it doesn't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claim.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multiplication is fast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both factors are close to the same power of 10.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a "bad" example: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× 53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56755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Base = ? Neither factor is near 10 (too big), near 100 (too far below), or near 50 (a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sub-base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advanced). – If you force base 50: deficits +(−3), +3. Left = 47 + 3 = 50. Right = (−3)(+3) = −9. Answer = 50 × 50 − 9 = 2491. ✓ Slow because you have to compute 50 × 50 = 2500 =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Sub-bases work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(Day 8 tier-up), but they're not faster than long multiplication for casual users.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598688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genuinely bad case: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× 89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98846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Not near any common base. – Use long multiplication.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faster.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29059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rule (write on board, boxed):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3661321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Nikhilam when: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- Both factors are within ~5 of a power of 10 (10, 100, 1000): trivially fast. &gt; - Both within ~10–15 of a power of 10: still faster than long multiplication for most students. &gt; &gt; *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long multiplication (or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Ūrdhva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when: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&gt; - One factor is "random" (not near a base). &gt; - The factors are near different bases. &gt; - Speed doesn't matter (writing out long multiplication is more error-resistant).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46032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contrast with Module 7 (×11) and Module 9 (subtraction).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973985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Module 7's ×11 trick works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one factor is 11. It's a different niche. – Module 9's subtraction-by-complement (Nikhilam again) works when subtracting from a power of 10. – Nikhilam multiplication is just one shortcut in a toolkit. Long multiplication remains the workhorse.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5702647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Tirthaji sūtra mentioned today: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Ūrdhva-tiryagbhyāṁ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("vertically and crosswise") is Tirthaji's sūtra #3 — the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multiplication procedure. It works for any pair of numbers. We won't drill it in this module; it's a topic of its own. Just notice: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Ūrdhva* covers what Nikhilam can't.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656093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"Decide-or-don't" game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Rules: – Pairs receive a deck of 20 cards. Each card has one multiplication problem. – For each card, the pair must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decide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5 seconds: Nikhilam or long? – Then they solve it. – If they used Nikhilam and the method actually applies: full marks. – If they used long multiplication and Nikhilam would have been visibly faster: half marks. – If they used Nikhilam where it wasn't suitable and got stuck: zero marks (but learning is the lesson).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8002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cards: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102346"/>
            <a:ext cx="8331398" cy="374540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0113" y="2102346"/>
            <a:ext cx="0" cy="3745409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627" y="222929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 × 96      → Nikhilam (both near 100)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240387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× 53      → Long (no common base)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257844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998 × 997    → Nikhilam (near 1000)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75302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 × 84      → Long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92759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× 104    → Nikhilam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310217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 × 91      → Long-ish (near 90, but no nice base)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327674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× 99     → Nikhilam (mixed)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34513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347 × 28     → Long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36259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988 × 994    → Nikhilam (near 1000, larger deficits but still works)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38004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× 89      → Long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397505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× 99      → Nikhilam (101 × 99 would also be nice)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414962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1003 × 1004  → Nikhilam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627" y="432420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 × 75      → Long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627" y="449877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 × 108    → Nikhilam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627" y="467335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 × 9876  → Long (too far apart, too random)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627" y="484792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9999 × 9998  → Nikhilam (near 10000)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1627" y="502250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× 113    → Nikhilam (with carry)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1627" y="519707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 × 178    → Long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627" y="537165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× 51      → Nikhilam (both near 50 if comfortable; else long)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627" y="554622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997 × 1003   → Nikhilam (mixed, near 1000)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301" y="59366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20 cards in 20 minutes. Pairs that finish early swap decks with another pair.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6301" y="630227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Class discussion: which cards did pairs most often mis-categorise? – Insight to leave with: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is a tool, not a rule.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Long multiplication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"the wrong way." Each tool fits a certain shape of problem. – Preview Day 9: speed sprints + project start.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86226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862263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Nikhilam — and when not 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Use Nikhilam | Use long multiplication | |---|---| | Both factors within ~10 of 10, 100, 1000, 10000 | One factor "random" (not near a base) | | Mental math, no pencil | Pencil work, no time pressure | | Mixed below/above same base | Factors near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bases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truth: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Most multiplication problems in life are NOT Nikhilam-shaped. Long multiplication remains your everyday workhorse.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574280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when both factors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near a base —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 × 96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1003 × 1004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Nikhilam is 5–10× faster.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862411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Tirthaji's other multiplication sūtra,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Ūrdhva-tiryagbhyāṁ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("vertically and crosswise"), works for any pair of numbers and is taught in its own module. Nikhilam is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near-base specialist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Ūrdhva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generalist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Find 5 multiplication problems in your school textbook (any subject). For each, decide: Nikhilam, long, or Ūrdhva. Write 1 sentence justifying your choice.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5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a sub-base (base 50). Compute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× 48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base 50: deficits 3, 2. Cross: 47 − 2 = 45. Multiply by 50: 2250. Add deficit product 6 → 2256. (Real: 47 × 48 = 2256. ✓) Compare with long multiplication. Which felt faster?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 to clear-cut cases. Distinguish: "is this near 100?" If yes, Nikhilam. If no, long.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This is the honesty day. Some students will be disappointed that Nikhilam isn't universally faster. That's the point: claims about Vedic mathematics often overstate the universal advantage. The honest framing protects against later disillusionment. – The "decide" step before solving is the habit-of-mind worth building. Without it, students apply Nikhilam to inappropriate problems and get slower than the standard algorithm. – The mention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Ūrdhva-tiryagbhyāṁ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sets up future modules. Don't elaborate on the procedure today — it's a 2-week topic of its own.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(Vedic Cultural Center, Sammamish WA) — Nikhilam scope and limits.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sūtras #2 (Nikhilam) and #3 (Ūrdhva-tiryagbhyāṁ).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2026-05-25T16:31:35Z</dcterms:created>
  <dcterms:modified xsi:type="dcterms:W3CDTF">2026-05-25T16:31:35Z</dcterms:modified>
</cp:coreProperties>
</file>