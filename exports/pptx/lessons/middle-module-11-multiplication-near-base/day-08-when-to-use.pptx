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When To Use It: Nikhilam vs. Long Multiplication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articulate the regime where Nikhilam is faster than long multiplication, AND will recognise problems where long multiplication (or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general "vertically and crosswise" method) is the better choice.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Whiteboard, two columns labelled "Use Nikhilam" and "Use long / Ūrdhva."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"Decide-or-don't" card deck — 20 multiplication problems on cards. (Teacher prepares ahead.)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Nikhilam: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(9312),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(9996).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would Nikhilam work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Let's see."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is fast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factors are close to the same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"bad" example: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= ? Neither factor is near 10 (too big), near 100 (too far below), or near 50 (a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advanced).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force base 50: deficits +(−3), +3. Left = 47 + 3 = 50. Right = (−3)(+3) = −9. Answer = 50 × 50 − 9 = 2491. ✓ Slow because you have to compute 50 × 50 = 2500 =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Sub-bases work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8 tier-up), but they're not faster than long multiplication for casual users.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bad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near any common 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long multiplication.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faster.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131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 rule (write on board, boxed):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Nikhilam when: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factors are within ~5 of a power of 10 (10, 100, 1000): trivially fast.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within ~10–15 of a power of 10: still faster than long multiplication for most students.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long multiplication (or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when: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factor is "random" (not near a base).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factors are near different bases.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doesn't matter (writing out long multiplication is more error-resistant).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contrast with Module 7 (×11) and Module 9 (subtraction).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7's ×11 trick works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one factor is 11. It's a different niche.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9's subtraction-by-complement (Nikhilam again) works when subtracting from a power of 10.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multiplication is just one shortcut in a toolkit. Long multiplication remains the workhorse.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Tirthaji sūtra mentioned today: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("vertically and crosswise") is Tirthaji's sūtra #3 —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multiplication procedure. It works for any pair of numbers. We won't drill it in this module; it's a topic of its own. Just notice: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Ūrdhva* covers what Nikhilam can't.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receive a deck of 20 cards. Each card has one multiplication problem.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card, the pair must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decide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5 seconds: Nikhilam or long?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solve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 used Nikhilam and the method actually applies: full marks.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 used long multiplication and Nikhilam would have been visibly faster: half marks.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 used Nikhilam where it wasn't suitable and got stuck: zero marks (but learning is the lesson).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cards: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74540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374540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× 96      → Nikhilam (both near 100)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× 53      → Long (no common base)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998 × 997    → Nikhilam (near 1000)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84      → Long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× 104    → Nikhilam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 × 91      → Long-ish (near 90, but no nice base)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× 99     → Nikhilam (mixed)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347 × 28     → Long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988 × 994    → Nikhilam (near 1000, larger deficits but still works)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× 89      → Long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× 99      → Nikhilam (101 × 99 would also be nice)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 × 1004  → Nikhilam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 × 75      → Long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280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107 × 108    → Nikhilam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1234 × 9876  → Long (too far apart, too random)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9999 × 9998  → Nikhilam (near 10000)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3803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 × 113    → Nikhilam (with carry)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 × 178    → Long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× 51      → Nikhilam (both near 50 if comfortable; else long)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997 × 1003   → Nikhilam (mixed, near 1000)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6301" y="47940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cards in 20 minutes. Pairs that finish early swap decks with another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discussion: which cards did pairs most often mis-categorise?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to leave with: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is a tool, not a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Long multiplication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"the wrong way." Each tool fits a certain shape of problem.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speed sprints + project start.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622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622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— and when not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Use Nikhilam | Use long multiplication | |---|---| | Both factors within ~10 of 10, 100, 1000, 10000 | One factor "random" (not near a base) | | Mental math, no pencil | Pencil work, no time pressure | | Mixed below/above same base | Factors near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truth: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multiplication problems in life are NOT Nikhilam-shaped. Long multiplication remains your everyday workhorse.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when both factors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a base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1003 × 1004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Nikhilam is 5–10× faster.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other multiplication sūtra,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("vertically and crosswise"), works for any pair of numbers and is taught in its own module. Nikhilam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near-base specialist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5 multiplication problems in your school textbook (any subject). For each, decide: Nikhilam, long, or Ūrdhva. Write 1 sentence justifying your choice.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sub-base (base 50). Compute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48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base 50: deficits 3, 2. Cross: 47 − 2 = 45. Multiply by 50: 2250. Add deficit product 6 → 2256. (Real: 47 × 48 = 2256. ✓) Compare with long multiplication. Which felt faster?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clear-cut cases. Distinguish: "is this near 100?" If yes, Nikhilam. If no, long.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honesty day. Some students will be disappointed that Nikhilam isn't universally faster. That's the point: claims about Vedic mathematics often overstate the universal advantage. The honest framing protects against later disillusionment.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"decide" step before solving is the habit-of-mind worth building. Without it, students apply Nikhilam to inappropriate problems and get slower than the standard algorithm.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mention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sets up future modules. Don't elaborate on the procedure today — it's a 2-week topic of its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scope and limits.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sūtras #2 (Nikhilam) and #3 (Ūrdhva-tiryagbhyāṁ).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2026-05-28T05:53:32Z</dcterms:created>
  <dcterms:modified xsi:type="dcterms:W3CDTF">2026-05-28T05:53:32Z</dcterms:modified>
</cp:coreProperties>
</file>