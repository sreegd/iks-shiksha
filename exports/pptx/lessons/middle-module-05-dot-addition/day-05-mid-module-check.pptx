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 (Speed Retest)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their Day 1 baseline using the dot method and submit a project plan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student's Day 1 baseline sheet (returned to them).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copy of the SAME problem (5728 + 3417 + 6892 + 4536).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B) — 5 mixed problems.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 handouts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Make-10 lightning round (30 sec; should be effortless by now).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"Today is your retest. The same problem you did on Day 1, with the new method. We'll see how much you've sped up."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fresh 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"Go," solve using dot method. Record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to Day 1 baseline. Average gain: target 50% reduction in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(15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90264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mixed problems: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single-column adds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multi-column 3×3 adds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multi-column 4×4 add (the retest doesn't count)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 to solve + 3 min for class review.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project brief.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 the three project formats: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teaching video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teach a younger student (Grade 4) the dot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workbook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20 problems with worked solutions using the dot method, designed for self-study.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speed-test data project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collect Day-1-style baseline + Day-5-style retest data from 5–10 family members or schoolmates. Plot the results.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(or individuals) choose a format AND a partner by end of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a 1-sentence "what we'll do" on a sticky note, posts to the board under their format.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of hands by gain category: &lt;0% (slower), 0–25% faster, 25–50% faster, 50%+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"Whatever your gain, you've learned a real technique that will keep speeding up with use."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ask: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this work? You'll write a paragraph explaining it in your own words."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646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646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retest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problem as Day 1: 5728 + 3417 + 6892 + 4536 = 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time (baseline): ____ sec Day 5 time (dot method): ____ sec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 change: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___________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choice (decide today):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60-second teaching video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workbook (20 worked problems)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speed-test data project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Partner: ____________________   Format: ____________________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sentence: what we'll do — ____________________________________________________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 (one paragraph, 4–6 sentences) by tomorrow morning.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gathering materials.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got 60%+ speedup, your project should challenge you. Pick the speed-test data project — it requires statistical thinking.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the teaching video — the act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method reinforces it for you.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students whose times slowed: the method has a learning curve, and steady drill (Day 7's mental patterns will help) will catch them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formative quiz tonight.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Speed-test data projects need ethics: pairs should ask permission before timing family members.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comparison: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2026-05-28T05:45:51Z</dcterms:created>
  <dcterms:modified xsi:type="dcterms:W3CDTF">2026-05-28T05:45:51Z</dcterms:modified>
</cp:coreProperties>
</file>