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Mid-Module Check (Speed Retest)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Bindu Paddhati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retest their Day 1 baseline using the dot method and submit a project plan paragraph.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58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Each student's Day 1 baseline sheet (returned to them). – Fresh copy of the SAME problem (5728 + 3417 + 6892 + 4536). – Formative quiz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B) — 5 mixed problems. – Project brief handouts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assessments/project-brief.md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Make-10 lightning round (30 sec; should be effortless by now). – Brief: "Today is your retest. The same problem you did on Day 1, with the new method. We'll see how much you've sped up."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retest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Hand out the fresh sheet. – On "Go," solve using dot method. Record time. – Compare to Day 1 baseline. Average gain: target 50% reduction in time.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Formative quiz (15 min) — </a:t>
            </a:r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quizzes/formative.md</a:t>
            </a:r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Part 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999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5 mixed problems:   – 2 single-column adds   – 2 multi-column 3×3 adds   – 1 multi-column 4×4 add (the retest doesn't count) – Closed notebook. – 12 min to solve + 3 min for class review.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commitment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Hand out project brief. – Read aloud the three project formats: 1.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60-second teaching video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teach a younger student (Grade 4) the dot method. 2.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workbook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20 problems with worked solutions using the dot method, designed for self-study. 3.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speed-test data project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collect Day-1-style baseline + Day-5-style retest data from 5–10 family members or schoolmates. Plot the results.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80022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Pairs (or individuals) choose a format AND a partner by end of class. – Each pair writes a 1-sentence "what we'll do" on a sticky note, posts to the board under their format.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Show of hands by gain category: &lt;0% (slower), 0–25% faster, 25–50% faster, 50%+ faster. – Note: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"Whatever your gain, you've learned a real technique that will keep speeding up with use."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Preview Day 6: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ask: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 this work? You'll write a paragraph explaining it in your own words."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4574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4574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retest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problem as Day 1: 5728 + 3417 + 6892 + 4536 = 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time (baseline): ____ sec Day 5 time (dot method): ____ sec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 change: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___________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choice (decide today):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60-second teaching video 2. Printed workbook (20 worked problems) 3. Comparative speed-test data project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6504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Partner: ____________________   Format: ____________________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9195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sentence: what we'll do — ____________________________________________________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Submit project plan paragraph (one paragraph, 4–6 sentences) by tomorrow morning. – Begin gathering materials.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you got 60%+ speedup, your project should challenge you. Pick the speed-test data project — it requires statistical thinking.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Pick the teaching video — the act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method reinforces it for you.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Be honest with students whose times slowed: the method has a learning curve, and steady drill (Day 7's mental patterns will help) will catch them up. – Mark the formative quiz tonight. – Speed-test data projects need ethics: pairs should ask permission before timing family members.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Source comparison: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2026-05-28T04:18:05Z</dcterms:created>
  <dcterms:modified xsi:type="dcterms:W3CDTF">2026-05-28T04:18:05Z</dcterms:modified>
</cp:coreProperties>
</file>