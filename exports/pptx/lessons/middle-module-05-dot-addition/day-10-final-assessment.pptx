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380851"/>
            <a:ext cx="8498026" cy="350490"/>
          </a:xfrm>
          <a:prstGeom prst="rect">
            <a:avLst/>
          </a:prstGeom>
          <a:noFill/>
          <a:ln/>
        </p:spPr>
        <p:txBody>
          <a:bodyPr wrap="square" lIns="0" tIns="0" rIns="0" bIns="0" rtlCol="0" anchor="t"/>
          <a:lstStyle/>
          <a:p>
            <a:pPr algn="l" indent="0" marL="0">
              <a:lnSpc>
                <a:spcPts val="2760"/>
              </a:lnSpc>
              <a:spcAft>
                <a:spcPts val="1000"/>
              </a:spcAft>
              <a:buNone/>
            </a:pPr>
            <a:r>
              <a:rPr lang="en-US" sz="2400" b="1" dirty="0">
                <a:solidFill>
                  <a:srgbClr val="277884"/>
                </a:solidFill>
                <a:latin typeface="Georgia" pitchFamily="34" charset="0"/>
                <a:ea typeface="Georgia" pitchFamily="34" charset="-122"/>
                <a:cs typeface="Georgia" pitchFamily="34" charset="-120"/>
              </a:rPr>
              <a:t>Day 10 — Final Assessment + Project Showcase</a:t>
            </a:r>
            <a:endParaRPr lang="en-US" sz="2400" dirty="0"/>
          </a:p>
        </p:txBody>
      </p:sp>
      <p:sp>
        <p:nvSpPr>
          <p:cNvPr id="4" name="Text 2"/>
          <p:cNvSpPr/>
          <p:nvPr/>
        </p:nvSpPr>
        <p:spPr>
          <a:xfrm>
            <a:off x="406301" y="89639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Module: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Bindu Paddhati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Band: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Middle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Time: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45 min</a:t>
            </a:r>
            <a:endParaRPr lang="en-US" sz="1200" dirty="0"/>
          </a:p>
        </p:txBody>
      </p:sp>
      <p:sp>
        <p:nvSpPr>
          <p:cNvPr id="5" name="Text 3"/>
          <p:cNvSpPr/>
          <p:nvPr/>
        </p:nvSpPr>
        <p:spPr>
          <a:xfrm>
            <a:off x="406301" y="1223963"/>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Learning objective</a:t>
            </a:r>
            <a:endParaRPr lang="en-US" sz="1800" dirty="0"/>
          </a:p>
        </p:txBody>
      </p:sp>
      <p:sp>
        <p:nvSpPr>
          <p:cNvPr id="6" name="Text 4"/>
          <p:cNvSpPr/>
          <p:nvPr/>
        </p:nvSpPr>
        <p:spPr>
          <a:xfrm>
            <a:off x="406301" y="1637854"/>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By the end of this lesson, students will demonstrate mastery of the dot method via a summative quiz and a 3-minute project presentation.</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Materials</a:t>
            </a:r>
            <a:endParaRPr lang="en-US" sz="1800" dirty="0"/>
          </a:p>
        </p:txBody>
      </p:sp>
      <p:sp>
        <p:nvSpPr>
          <p:cNvPr id="4" name="Text 2"/>
          <p:cNvSpPr/>
          <p:nvPr/>
        </p:nvSpPr>
        <p:spPr>
          <a:xfrm>
            <a:off x="406301" y="870942"/>
            <a:ext cx="8498026" cy="222796"/>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Summative quiz (</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quizzes/summative.md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Stopwatch. – Rubric per pair. – Reflection slip per student.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Lesson flow</a:t>
            </a:r>
            <a:endParaRPr lang="en-US" sz="1800" dirty="0"/>
          </a:p>
        </p:txBody>
      </p:sp>
      <p:sp>
        <p:nvSpPr>
          <p:cNvPr id="4" name="Text 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Warm-up (2 min)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Brief: "Quiz first (15 min), presentations after."</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Part 1: Summative Quiz (15 min)</a:t>
            </a:r>
            <a:endParaRPr lang="en-US" sz="1800" dirty="0"/>
          </a:p>
        </p:txBody>
      </p:sp>
      <p:sp>
        <p:nvSpPr>
          <p:cNvPr id="4" name="Text 2"/>
          <p:cNvSpPr/>
          <p:nvPr/>
        </p:nvSpPr>
        <p:spPr>
          <a:xfrm>
            <a:off x="406301" y="870942"/>
            <a:ext cx="8498026" cy="436066"/>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Distribute </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quizzes/summative.md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Closed notebook. – Quiz covers: make-10 fluency (timed), single column with dots, multi-column with carry, near-base mental addition, one short-answer "why does it work." – Collect at 15-min mark.</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Part 2: Project Presentations (25 min)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3 min presentation + 1 min Q&amp;A per pair (4 min total).</a:t>
            </a:r>
            <a:endParaRPr lang="en-US" sz="1200" dirty="0"/>
          </a:p>
        </p:txBody>
      </p:sp>
      <p:sp>
        <p:nvSpPr>
          <p:cNvPr id="5" name="Text 3"/>
          <p:cNvSpPr/>
          <p:nvPr/>
        </p:nvSpPr>
        <p:spPr>
          <a:xfrm>
            <a:off x="634901" y="117306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~6 pairs fit in 25 min. </a:t>
            </a:r>
            <a:pPr algn="l" indent="0" marL="0">
              <a:lnSpc>
                <a:spcPts val="1620"/>
              </a:lnSpc>
              <a:spcAft>
                <a:spcPts val="300"/>
              </a:spcAft>
              <a:buNone/>
            </a:pPr>
            <a:r>
              <a:rPr lang="en-US" sz="1200" b="1" dirty="0">
                <a:solidFill>
                  <a:srgbClr val="1C2833"/>
                </a:solidFill>
                <a:latin typeface="Arial" pitchFamily="34" charset="0"/>
                <a:ea typeface="Arial" pitchFamily="34" charset="-122"/>
                <a:cs typeface="Arial" pitchFamily="34" charset="-120"/>
              </a:rPr>
              <a:t>Reserve next class for remaining pairs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if needed.</a:t>
            </a:r>
            <a:endParaRPr lang="en-US" sz="1200" dirty="0"/>
          </a:p>
        </p:txBody>
      </p:sp>
      <p:sp>
        <p:nvSpPr>
          <p:cNvPr id="6" name="Text 4"/>
          <p:cNvSpPr/>
          <p:nvPr/>
        </p:nvSpPr>
        <p:spPr>
          <a:xfrm>
            <a:off x="406301" y="1543794"/>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During each:   – Teacher marks rubric in real-time.   – One assigned audience member asks one question.   – Other audience members fill "I learned / I wonder" slips.</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Wrap-up (3 min)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Closing question (oral):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"What's one mental-math habit you'll keep using after this module?"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Reflection slip submitted.</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Student-facing content</a:t>
            </a:r>
            <a:endParaRPr lang="en-US" sz="1800" dirty="0"/>
          </a:p>
        </p:txBody>
      </p:sp>
      <p:sp>
        <p:nvSpPr>
          <p:cNvPr id="4" name="Text 2"/>
          <p:cNvSpPr/>
          <p:nvPr/>
        </p:nvSpPr>
        <p:spPr>
          <a:xfrm>
            <a:off x="406301" y="883593"/>
            <a:ext cx="8331398" cy="1881187"/>
          </a:xfrm>
          <a:prstGeom prst="rect">
            <a:avLst/>
          </a:prstGeom>
          <a:solidFill>
            <a:srgbClr val="F4F8F9"/>
          </a:solidFill>
          <a:ln/>
        </p:spPr>
        <p:txBody>
          <a:bodyPr wrap="square" rtlCol="0" anchor="ctr"/>
          <a:lstStyle/>
          <a:p>
            <a:pPr indent="0" marL="0">
              <a:buNone/>
            </a:pPr>
            <a:endParaRPr lang="en-US" dirty="0"/>
          </a:p>
        </p:txBody>
      </p:sp>
      <p:sp>
        <p:nvSpPr>
          <p:cNvPr id="5" name="Shape 3"/>
          <p:cNvSpPr/>
          <p:nvPr/>
        </p:nvSpPr>
        <p:spPr>
          <a:xfrm>
            <a:off x="434876" y="883593"/>
            <a:ext cx="0" cy="1881187"/>
          </a:xfrm>
          <a:prstGeom prst="line">
            <a:avLst/>
          </a:prstGeom>
          <a:noFill/>
          <a:ln w="57150">
            <a:solidFill>
              <a:srgbClr val="FE4447"/>
            </a:solidFill>
            <a:prstDash val="solid"/>
          </a:ln>
        </p:spPr>
      </p:sp>
      <p:sp>
        <p:nvSpPr>
          <p:cNvPr id="6" name="Text 4"/>
          <p:cNvSpPr/>
          <p:nvPr/>
        </p:nvSpPr>
        <p:spPr>
          <a:xfrm>
            <a:off x="692051" y="1074093"/>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Today: quiz + presentations</a:t>
            </a:r>
            <a:endParaRPr lang="en-US" sz="1300" dirty="0"/>
          </a:p>
        </p:txBody>
      </p:sp>
      <p:sp>
        <p:nvSpPr>
          <p:cNvPr id="7" name="Text 5"/>
          <p:cNvSpPr/>
          <p:nvPr/>
        </p:nvSpPr>
        <p:spPr>
          <a:xfrm>
            <a:off x="692051" y="1343174"/>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15 min for the summative quiz (closed book).</a:t>
            </a:r>
            <a:endParaRPr lang="en-US" sz="1300" dirty="0"/>
          </a:p>
        </p:txBody>
      </p:sp>
      <p:sp>
        <p:nvSpPr>
          <p:cNvPr id="8" name="Text 6"/>
          <p:cNvSpPr/>
          <p:nvPr/>
        </p:nvSpPr>
        <p:spPr>
          <a:xfrm>
            <a:off x="692051" y="1612255"/>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3-minute presentation per pair, then 1-min audience question.</a:t>
            </a:r>
            <a:endParaRPr lang="en-US" sz="1300" dirty="0"/>
          </a:p>
        </p:txBody>
      </p:sp>
      <p:sp>
        <p:nvSpPr>
          <p:cNvPr id="9" name="Text 7"/>
          <p:cNvSpPr/>
          <p:nvPr/>
        </p:nvSpPr>
        <p:spPr>
          <a:xfrm>
            <a:off x="692051" y="1881336"/>
            <a:ext cx="7973389" cy="692944"/>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Reflection (due at end of class):</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1. What did you set out to make/learn, and what did you actually end up with? 2. What's the most surprising thing you discovered while making this? 3. If you had three more days, what would you do differently?</a:t>
            </a:r>
            <a:endParaRPr lang="en-US" sz="1300" dirty="0"/>
          </a:p>
        </p:txBody>
      </p:sp>
      <p:sp>
        <p:nvSpPr>
          <p:cNvPr id="10" name="Text 8"/>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Homework</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None. Module is complete.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Differentiation</a:t>
            </a:r>
            <a:endParaRPr lang="en-US" sz="1800" dirty="0"/>
          </a:p>
        </p:txBody>
      </p:sp>
      <p:sp>
        <p:nvSpPr>
          <p:cNvPr id="4" name="Text 2"/>
          <p:cNvSpPr/>
          <p:nvPr/>
        </p:nvSpPr>
        <p:spPr>
          <a:xfrm>
            <a:off x="634901" y="883593"/>
            <a:ext cx="8102798" cy="7313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Tier up:</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Students finishing the quiz early can write a 1-paragraph "what would Module 5 look like for Grade 4?" — input for Primary band.</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Tier down: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Open-notebook quiz for students with documented learning needs.</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Teacher notes</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Mark quiz immediately after class while presentations are fresh. – If presentations spill into Day 11, protect that time.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Citation(s) used in this lesson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All sources verified.</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 Middle</dc:title>
  <dc:subject>PptxGenJS Presentation</dc:subject>
  <dc:creator>IKS Curriculum</dc:creator>
  <cp:lastModifiedBy>IKS Curriculum</cp:lastModifiedBy>
  <cp:revision>1</cp:revision>
  <dcterms:created xsi:type="dcterms:W3CDTF">2026-05-28T04:18:28Z</dcterms:created>
  <dcterms:modified xsi:type="dcterms:W3CDTF">2026-05-28T04:18:28Z</dcterms:modified>
</cp:coreProperties>
</file>