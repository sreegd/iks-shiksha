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Project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mastery of the dot method via a summative quiz and a 3-minute project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per pair.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"Quiz first (15 min), presentations after."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Closed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covers: make-10 fluency (timed), single column with dots, multi-column with carry, near-base mental addition, one short-answer "why does it work."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at 15-min mark.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Presentations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 presentation + 1 min Q&amp;A per pair (4 min total).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pairs fit in 25 min.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next class for remaining pairs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needed.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each: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marks rubric in real-time.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assigned audience member asks one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audience members fill "I learned / I wonder" slips.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question (oral):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mental-math habit you'll keep using after this module?"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 submitted.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quiz + presentations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 for the summative quiz (closed book).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3-minute presentation per pair, then 1-min audience question.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(due at end of class):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you set out to make/learn, and what did you actually end up with?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the most surprising thing you discovered while making this?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had three more days, what would you do differently?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 Module is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finishing the quiz early can write a 1-paragraph "what would Module 5 look like for Grade 4?" — input for Primary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Open-notebook quiz for students with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quiz immediately after class while presentations are fresh.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presentations spill into Day 11, protect that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sources verified.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2026-05-28T05:46:19Z</dcterms:created>
  <dcterms:modified xsi:type="dcterms:W3CDTF">2026-05-28T05:46:19Z</dcterms:modified>
</cp:coreProperties>
</file>