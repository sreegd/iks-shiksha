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Mental Math Patterns: Numbers Near a Base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add 2-digit numbers ending in 9, 19, 29, ... (or 8, 18, 28, ...) mentally, by adding the round base and subtracting the deficiency.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for Activity 02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activities/activity-02-near-base.md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Make-10 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recall: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yesterday's writing, what was the most surprising place where you 'complete to 10' without thinking?"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 shares.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"near-base"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+ 9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7843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students will scratch out 33+9 = 42 in their head, taking 2–3 seconds.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"near-base" pattern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trick: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= 10 − 1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 33 + 9 = 33 + 10 − 1 = 43 − 1 = 42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958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do it in your head: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10, subtract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~0.5 seconds.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"near-base" pattern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 pattern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4192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4192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add a number that ends in 9, 8, 7 (close to a multiple of 10):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7265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UP to the multiple of 10.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956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that.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2647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 the deficiency.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"near-base" pattern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 (class chorus):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+ 9 = 47 + 10 − 1 = 56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+ 19 = 28 + 20 − 1 = 47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+ 29 = 64 + 30 − 1 = 93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+ 48 = 55 + 50 − 2 = 103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+ 38 = 36 + 40 − 2 = 74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"near-base" pattern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Same "completion to a base" idea — and now the base can be 10, 20, 30, 100. This is exactly Tirthaji's sūtra #7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Sankalana Vyavakalanābhyām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"by addition and by subtraction"). Write the name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Near-base drills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activities/activity-02-near-base.md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Brief: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individual: 20 problems on a sheet, do as many as you 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paired: partner-A reads a problem aloud, partner-B answers mentally in &lt;3 seconds, swap.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mixed: 10 problems on the board; class shouts answer in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quick-fire: teacher calls a 2-digit number ending in 9 or 8, then any other 2-digit number; students whisper-answer to their neighbour.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of hands: who can now add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any 2-digit number in under 1 second? (Should be most of the class.)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project work begins.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2646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2646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number near a base (10, 20, 30, 100)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it UP to the base.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that.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 the deficiency.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+ 9 = 33 + 10 − 1 = 42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 + 19 = 47 + 20 − 1 = 66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 + 48 = 55 + 50 − 2 = 103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234 + 99 = 234 + 100 − 1 = 333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4958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pattern is named in Tirthaji's 7th sūtra: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Sankalana Vyavakalanābhyām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addition and by subtraction."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mental additions. Do them in under 60 seconds. List on the back of today's worksheet.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all project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Apply the same idea to numbers near 100 (e.g. 234 + 98 = 234 + 100 − 2). Also try 3-digit additions in your head.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"+9" first. Once that's automatic, add "+19, +29, +39."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object: "But subtracting is HARDER than adding." Not really — subtracting 1 or 2 is trivial once you've done the bigger jump. Push through the initial resistance with the drills.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is also a preview of Module 9 (Subtraction by Complements). Don't elaborate now; just note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(sūtra #2) and other complement techniques are coming.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§5.5 By Addition and By Subtraction (page 19–20).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#7 Sankalana Vyavakalanābhyām.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2026-05-28T05:46:03Z</dcterms:created>
  <dcterms:modified xsi:type="dcterms:W3CDTF">2026-05-28T05:46:03Z</dcterms:modified>
</cp:coreProperties>
</file>