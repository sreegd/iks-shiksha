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Mental Math Patterns: Numbers Near a 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Bindu Paddhati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add 2-digit numbers ending in 9, 19, 29, ... (or 8, 18, 28, ...) mentally, by adding the round base and subtracting the deficiency.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Whiteboard. – Drill sheet for Activity 02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activities/activity-02-near-base.md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– Stopwatch per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Make-10 round. – Quick recall: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yesterday's writing, what was the most surprising place where you 'complete to 10' without thinking?"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 shares.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The "near-base" pattern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42847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42847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+ 9 = 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01" y="178430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students will scratch out 33+9 = 42 in their head, taking 2–3 seconds.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08642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trick: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2469803"/>
            <a:ext cx="8331398" cy="60305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0113" y="2469803"/>
            <a:ext cx="0" cy="60305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627" y="259675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= 10 − 1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77132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33 + 9 = 33 + 10 − 1 = 43 − 1 = 42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6301" y="31617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do it in your head: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10, subtract 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~0.5 seconds.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901" y="346382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 pattern (write on board):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301" y="383455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To add a number that ends in 9, 8, 7 (close to a multiple of 10):    &gt; 1. ROUND UP to the multiple of 10.    &gt; 2. ADD that.    &gt; 3. SUBTRACT the deficiency.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901" y="434994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 (class chorus):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301" y="4720679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47 + 9 = 47 + 10 − 1 = 56    – 28 + 19 = 28 + 20 − 1 = 47    – 64 + 29 = 64 + 30 − 1 = 93    – 55 + 48 = 55 + 50 − 2 = 103    – 36 + 38 = 36 + 40 − 2 = 74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901" y="5236071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"completion to a base" idea — and now the base can be 10, 20, 30, 100. This is exactly Tirthaji's sūtra #7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Sankalana Vyavakalanābhyām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"by addition and by subtraction"). Write the name on the board.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301" y="58886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Near-base drills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activities/activity-02-near-base.md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Brief: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9938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5 min individual: 20 problems on a sheet, do as many as you can. – 5 min paired: partner-A reads a problem aloud, partner-B answers mentally in &lt;3 seconds, swap. – 5 min mixed: 10 problems on the board; class shouts answer in chorus. – 5 min quick-fire: teacher calls a 2-digit number ending in 9 or 8, then any other 2-digit number; students whisper-answer to their neighbour.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Show of hands: who can now add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+ 9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any 2-digit number in under 1 second? (Should be most of the class.) – Preview Day 8: project work begins.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8118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81187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number near a base (10, 20, 30, 100)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Round it UP to the base. 2. Add that. 3. Subtract the deficiency.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- 33 + 9 = 33 + 10 − 1 = 42 - 47 + 19 = 47 + 20 − 1 = 66 - 55 + 48 = 55 + 50 − 2 = 103 - 234 + 99 = 234 + 100 − 1 = 333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pattern is named in Tirthaji's 7th sūtra: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Sankalana Vyavakalanābhyām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"by addition and by subtraction."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20 mental additions. Do them in under 60 seconds. List on the back of today's worksheet. – Bring all project materials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Apply the same idea to numbers near 100 (e.g. 234 + 98 = 234 + 100 − 2). Also try 3-digit additions in your head.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 to "+9" first. Once that's automatic, add "+19, +29, +39." Build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will object: "But subtracting is HARDER than adding." Not really — subtracting 1 or 2 is trivial once you've done the bigger jump. Push through the initial resistance with the drills. – This lesson is also a preview of Module 9 (Subtraction by Complements). Don't elaborate now; just note that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(sūtra #2) and other complement techniques are coming.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§5.5 By Addition and By Subtraction (page 19–20).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sūtra #7 Sankalana Vyavakalanābhyām.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2026-05-28T04:18:14Z</dcterms:created>
  <dcterms:modified xsi:type="dcterms:W3CDTF">2026-05-28T04:18:14Z</dcterms:modified>
</cp:coreProperties>
</file>