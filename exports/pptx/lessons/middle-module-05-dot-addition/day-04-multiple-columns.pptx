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Multiple Columns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add a 4-addend × 4-digit column-sum using the dot method, correctly propagating carries between columns.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formative quiz returned with marks.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Worksheet: 8 multi-column problems (varying from 3×3-digit to 5×4-digit).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/ large grid paper.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Make-10 lightning round.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back yesterday's formative. Don't review — students see their marks privately.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The carry handoff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9176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The carry handoff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column: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+ 7 + 2 + 6.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8 → 15 (dot on 7, total 5) → 7 → 13 (dot on 6, total 3) → 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3. Carry 2.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The carry handoff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[carry 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The carry handoff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column: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+ 1 + 9 + 3 + carry-2.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the carry IN the column (write it as a small digit at the top of the column, or hold it in your head).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2 → 3 → 12 (dot on 9, total 2) → 5 → 7 (the carry).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7. Carry 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The carry handoff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20573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calculator or standard algorithm.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activities/activity-01-column-drill.md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Brief: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82588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multi-column problems, individual work first (8 min).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paired check (10 min): partners trade sheets; one reads problem aloud while the other re-solves on a fresh sheet; compare results.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7 min: any 3 problems the student got wrong, redo silently.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 hands: who finished all 8 in 8 minutes? Who needs more time? (Don't shame either group — Day 5 is the retest.)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5: timed re-test of Day 1's baseline problem.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502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502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dot method with carries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have multiple columns, the dots in column N become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added to column N+1.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 carry IN the column as you scan — either by including it as a tiny digit at the top of the column, or by adding it to your starting running total.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this until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can do a 4×4-digit sum in under 60 seconds.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column-addition problem in any textbook. Solve it BOTH ways (standard + dot method). Time yourself for each.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5×5-digit sums; aim for under 90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3×3-digit sums until comfortable; scale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carry handoff is where most errors happen. Two common patterns: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to include the carry in the next column.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it twice (once as the carry, once as part of the running total).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each, slow down with the student and have them write the carry IN the column as a small digit before they start scanning.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§5.4 (the carry handoff example on page 19).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2026-05-28T05:45:45Z</dcterms:created>
  <dcterms:modified xsi:type="dcterms:W3CDTF">2026-05-28T05:45:45Z</dcterms:modified>
</cp:coreProperties>
</file>