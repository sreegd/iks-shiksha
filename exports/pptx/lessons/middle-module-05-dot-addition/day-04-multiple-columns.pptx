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Multiple Columns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add a 4-addend × 4-digit column-sum using the dot method, correctly propagating carries between columns.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 3 formative quiz returned with marks. – Worksheet: 8 multi-column problems (varying from 3×3-digit to 5×4-digit). – Whiteboard / large grid paper.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Make-10 lightning round. – Hand back yesterday's formative. Don't review — students see their marks privately.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carry handoff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Demonstrate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5728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4536+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2141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column: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+ 7 + 2 + 6. – 0 → 8 → 15 (dot on 7, total 5) → 7 → 13 (dot on 6, total 3) → 3.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3. Carry 2.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516237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0113" y="2516237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627" y="26431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·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8177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99233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1669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6892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3414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4536+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5160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[carry 2]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390644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 column: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+ 1 + 9 + 3 + carry-2. – Include the carry IN the column (write it as a small digit at the top of the column, or hold it in your head). – 0 → 2 → 3 → 12 (dot on 9, total 2) → 5 → 7 (the carry).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7. Carry 1.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44091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6986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result: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20573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49881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 with calculator or standard algorithm.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535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activities/activity-01-column-drill.md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Brief: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multi-column problems, individual work first (8 min). – Then paired check (10 min): partners trade sheets; one reads problem aloud while the other re-solves on a fresh sheet; compare results. – Final 7 min: any 3 problems the student got wrong, redo silently.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finished all 8 in 8 minutes? Who needs more time? (Don't shame either group — Day 5 is the retest.) – Preview Day 5: timed re-test of Day 1's baseline problem.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dot method with carries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you have multiple columns, the dots in column N become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added to column N+1.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carry IN the column as you scan — either by including it as a tiny digit at the top of the column, or by adding it to your starting running total.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this until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 can do a 4×4-digit sum in under 60 seconds.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 column-addition problem in any textbook. Solve it BOTH ways (standard + dot method). Time yourself for each.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5×5-digit sums; aim for under 90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3×3-digit sums until comfortable; scale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carry handoff is where most errors happen. Two common patterns:   1. Forgetting to include the carry in the next column.   2. Including it twice (once as the carry, once as part of the running total). – For each, slow down with the student and have them write the carry IN the column as a small digit before they start scanning.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§5.4 (the carry handoff example on page 19).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2026-05-28T04:17:59Z</dcterms:created>
  <dcterms:modified xsi:type="dcterms:W3CDTF">2026-05-28T04:17:59Z</dcterms:modified>
</cp:coreProperties>
</file>