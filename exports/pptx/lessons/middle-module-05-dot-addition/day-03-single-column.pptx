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Single Column with Dots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add a single column of 4–6 single-digit numbers using the dot method, correctly identifying both the units digit and the number of dots (the carry).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Worksheet: 10 single columns of 4–6 digits each (no carrying yet — just write the result + count dots). – Whiteboard.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Make-10 lightning round (30 sec). – 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any list of digits, how do I find the units digit if I'm using the dot method?"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(Take a student answer. Reinforce: scan, mark dots, the unwritten leftover is the units.)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procedure formalised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the board, large: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99965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1999655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DOT METHOD FOR ONE COLUMN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Start with running total = 0.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Scan top to bottom.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983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When adding a digit makes total ≥ 10, mark a DOT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1728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above that digit. Subtract 10 from the running total.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34746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Continue.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52204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At the end: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69661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Final running total is the UNITS DIGIT (write below).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8711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Number of dots = CARRY (to next column).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06301" y="32615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on the board: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3563689"/>
            <a:ext cx="8331398" cy="199965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30113" y="3563689"/>
            <a:ext cx="0" cy="1999655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1627" y="36906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38652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0397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← total 6 → 9 → 16 ≥ 10, dot ·, total = 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21436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438894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← total 6 → 11 ≥ 10, dot ·, total = 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456351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47380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49126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0872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← running total at end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2618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 wait, let me recount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6301" y="56521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 honest with yourself — recount aloud. Models the self-checking habit.)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6301" y="59416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walk-through: – Start: 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4901" y="6243786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+ 6 → 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+ 3 → 9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+ 7 → 16. Total ≥ 10: mark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above 7. Total = 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+ 5 → 11. Total ≥ 10: mark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above 5. Total =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+ 8 → 9.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+ 4 → 13. Total ≥ 10: mark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above 4. Total = 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 → 5.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Units: 5. Dots: 3. Carry 3 to next column.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832098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by standard addition: 6+3+7+5+8+4+2 = 35. Units = 5. Carry = 3. 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06301" y="868665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Single-column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worksheet of 10 columns. – 5 minutes individual work. – 10 minutes paired correction: partner-A solves column 1 aloud while partner-B watches and corrects. Swap. Continue alternating. – Final 5 minutes: silent retry on any column students got wrong.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A) — 4 quick column problems, 3 min. – Collect; mark overnight.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we put multiple columns together — with the carries flowing from one to the next."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883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883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Dot method, one column: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Running total = 0. 2. Scan top to bottom. 3. When total ≥ 10: mark a dot, subtract 10. 4. Final running total = units digit. Dot count = carry.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column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6, 3, 7, 5, 8, 4, 2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31368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6 3 7 · 5 · 8 4 · 2 __ 5 ← units 3 dots = carry 3 to the next column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Solve the back of the worksheet (10 more single-column problems). Self-check answers against standard addition.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columns of 8–10 numbers each (challenge sheet).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columns of 4 numbers each.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Common error: students forget that the dot count IS the carry — they recount the dots wrongly. Reinforce: 1 dot = +1 carry, 2 dots = +2 carry, etc. – A second common error: students mark a dot but forget to subtract 10 from the running total — so they keep counting up. Watch for total &gt; 20 mid-column; if so, they missed a subtraction.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§5.4 Columns of Figures (the formal procedure).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2026-05-28T04:17:54Z</dcterms:created>
  <dcterms:modified xsi:type="dcterms:W3CDTF">2026-05-28T04:17:54Z</dcterms:modified>
</cp:coreProperties>
</file>