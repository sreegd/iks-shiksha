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Project Session 1: Plan and Begin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Bindu Paddhati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pair will have a written project plan and at least one tangible artefact (script outline, first 5 workbook problems drafted, or first 3 data points collected) for their final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project materials brought by students.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printed rubric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assessments/rubric.md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per pair.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Make-10 round.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out the rubric. 60-second walk-through.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Workshop sprints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three-sprint structure as Panchabhuta Day 8: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 (10 min) — Plan completion.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 pair finalises: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(video / workbook / data project)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audience takeaway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Three-part structure of the artefact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Division of labour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PDF section they'll cite (e.g. "Vedic Mathematics Batch1.pdf, §5.4")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Workshop sprints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 (10 min) — First artefact.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projects: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draft script in 10 min. Rough storyboard. No filming yet.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 projects: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draft 5 problems with worked dot-method solutions.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projects: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collect baseline times from 3 family members or schoolmates (in school: use classmates). Record in a table.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370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 (10 min) — Build / iterate.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Continue.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(35 min) — Workshop sprints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Teacher's role: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 rotation per pair in Sprint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 a "stop planning, start producing" intervention for any pair still drafting their plan in Sprint 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video projects: confirm by Sprint 3 that they have a clear shot list, not just a script.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data projects: confirm by Sprint 3 that they have at least 3 real data points.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30-sec share-out from 4 pairs (you call them).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paragraph submitted at the door.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9: refine and rehearse.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226594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226594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workshop — Session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end of class, your pair should have: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written project plan paragraph.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start of your artefact: a script draft, 5 worked problems, OR 3 data points.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template: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``` Format: __________ (video / workbook / data project) Audience walks away thinking: __________ Structure (3 parts):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9195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31886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45772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__________ Division of labour (Partner A): __________ Division of labour (Partner B): __________ Source we'll cite: __________ (PDF + section) ```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didn't get done in class — finish at home tonight.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Stretch goal — add a comparison element. (E.g. video: include a side-by-side speed comparison; workbook: include 5 standard-algorithm problems for contrast; data: also test mental "near-base" additions.)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 simpler format mid-stream. A clean workbook beats a half-built video.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video projects: students often shoot poor-quality video at home. Encourage them to rehearse and shoot in one or two takes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content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matters more than production value.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data projects: be wary of small-sample misinterpretation. If a pair has only 3 data points and one shows the dot method is slower, that's a real finding — let them report it. Statistical thinking is part of the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Pair-chosen source from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sources.md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verified during Sprint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2026-05-28T05:46:09Z</dcterms:created>
  <dcterms:modified xsi:type="dcterms:W3CDTF">2026-05-28T05:46:09Z</dcterms:modified>
</cp:coreProperties>
</file>