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and Rehearse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will have a presentation-ready project artefact and will have rehearsed their 3-minute presentation at least once with timed feedback.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in-progress materials. – Stopwatch. – Feedback slip per pair: 1 strength, 1 fix.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Make-10 round. – Brief: "Today is refine + rehearse. By end of class, you'll have presented to one other pair and gotten feedback."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(30 min) — Two halves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1 (15 min) — Refine.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rapid rotation: 60 sec per pair, focused question: "What's your strongest 30 seconds?" – Watch for: – Pairs without a clear demonstration of the method (essential for video and workbook). – Workbook projects with errors in the worked solutions — flag and fix. – Data projects with ambiguous tables — make them annotate. – Pairs that left planning incomplete in Day 8 — push them to finish now. – Pairs that finish early start rehearsing.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2 (15 min) — Rehearse with a buddy pair.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Pair A presents to Pair B for 3 minutes (use the timer). – Pair B gives feedback: 1 strength + 1 fix, 60 seconds. – Swap. Total ~8 min per rotation × 2 = 16 min.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share: "What's the one thing I'm changing before tomorrow?" – Tomorrow: presentations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workshop — Session 2: Refine + Rehearse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checklist: - [ ] My artefact is presentation-ready. - [ ] I cited at least one source (PDF + section). - [ ] My demonstration of the method is clear. - [ ] I've timed my presentation — it fits in 3 minutes. - [ ] I know what my partner says. - [ ] I've heard feedback from one other pair and decided what to change.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you present.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touches at home.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Anticipate one tricky audience question and prepare a 30-sec answer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dot method 'better' than standard?"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honest answer: not better in all cases; better for multi-addend columns).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reading from notes during presentation. Goal is communication.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video projects: if a pair hasn't yet filmed, push them HARD to film in the second half. Don't allow "we'll film at home tonight" — too often that becomes "we didn't have time." – For data projects: check that the plot or table is clearly labelled.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source verified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2026-05-28T04:18:23Z</dcterms:created>
  <dcterms:modified xsi:type="dcterms:W3CDTF">2026-05-28T04:18:23Z</dcterms:modified>
</cp:coreProperties>
</file>