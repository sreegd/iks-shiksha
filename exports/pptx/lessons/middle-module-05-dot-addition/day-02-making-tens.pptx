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Making Tens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instantly recall the 10-pair of any single digit (0+10, 1+9, 2+8, 3+7, 4+6, 5+5) AND identify all 10-pairs in a list of 6–8 single-digit numbers in under 10 seconds.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class wall-poster of the 5 pairs (1+9, 2+8, 3+7, 4+6, 5+5). Display before class. – Pre-printed pair-drill sheets (lists of 8 digits each — students circle 10-pairs). – Stopwatch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Make-10 lightning round.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Teacher calls 10 single digits in 30 seconds; students chorus the partner. (8 → 2. 3 → 7. 6 → 4. ...)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Repeat with a different sequence.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10-pair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2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wall poster.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the 5 pairs.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(write on board):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"Every single digit from 1–9 has exactly ONE partner that makes 10. Knowing all 5 pairs gives you the whole table."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check: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 out digits randomly for 60 seconds; class chorus the partner.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"extra" patterns: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digit pair sums to 11 instead of 10, write down 1 and "the extra" goes into running total. If sum is 9 (no 10-pair available), just count.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409676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2409676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253662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column: 7, 5, 3, 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271120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Scan: 7 + 3 = 10. Mark dot above 3. Running = 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8857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5. Running = 5.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306035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8. Running = 13 → 10-pair found (3 already used). Mark dot above 8. Running = 3.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323492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Write 3 under column. Carry 2 dots.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Pair drills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drill sheets. Each sheet has 10 rows, each row a list of 6–8 digits. – Working in pairs:   – Partner A reads a row aloud.   – Partner B identifies all 10-pairs in the row in under 10 sec.   – Swap roles for the next 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rows: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75805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1675805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180275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1: 3 7 2 5 8 1 4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97733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2: 9 4 1 2 8 5 3 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15190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3: 5 5 6 4 1 9 2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32648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4: 7 3 6 1 9 8 2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50105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289143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5 minutes of paired drills, do a class-level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test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project a single row; students individually find all 10-pairs and write count + leftover. 20 seconds per row. Do 5 rows.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check: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"Without thinking, what makes 10 with: 6?"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(chorus 4).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 8?"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(chorus 2). – Preview Day 3: "Now we'll add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column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numbers using this."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3833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3833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10-Pairs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1 + 9 | 2 + 8 | 3 + 7 | 4 + 6 | 5 + 5 | |---|---|---|---|---|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until you can name the partner of any single digit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instantly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 thinking. This is the foundational skill of the dot method.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Drill: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a row of 6–8 digits, scan and circle every 10-pair you can find. Write what's "left over."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in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3 7 2 5 8 1 4 6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you can find: 3+7, 2+8, 4+6 — three pairs, leftover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5 1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Practice the 10-pair recall. Have a parent or sibling call out single digits; you answer the partner. Beat 20 digits in 30 seconds. – Continue: in any list of 6 digits, find all 10-pairs in under 10 sec.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pairs that sum to 9 OR 10 OR 11. (For future Day 7 — numbers near a base.)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recall-only practice today. The column work can wait one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most important fluency lesson of the module. Do NOT skip the lightning round. – If a student can't recall pairs by end of class, assign extra drill at home and provide a "pairs cheat sheet" for the rest of the module — withdraw it on Day 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§5.2 Mental Addition.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2026-05-28T04:17:49Z</dcterms:created>
  <dcterms:modified xsi:type="dcterms:W3CDTF">2026-05-28T04:17:49Z</dcterms:modified>
</cp:coreProperties>
</file>