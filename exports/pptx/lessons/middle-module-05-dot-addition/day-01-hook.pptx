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Hook: How Fast Can You Add?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record a personal baseline time for adding a 4-addend × 4-digit column using the standard algorithm, and will have seen the dot method solve the same problem visibly faster.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baseline sheet: ONE column-addition problem (e.g. 5728 + 3417 + 6892 + 4536 = ?). One per student. – Stopwatch or wall clock with second hand. (One per pair is plenty.) – Whiteboard / large paper to demonstrate.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Bindu Paddhati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bindu-paddhati; lit. "dot method") — the technique we'll learn.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does it take you to add four 4-digit numbers? Make a guess."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Take 3–4 guesses. Write the range on the board (e.g. "30 sec to 2 min").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timing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Hand out the baseline sheet face-down. – Students write their name and predicted time on the back. – On "Go," flip and solve using whatever method they normally use (standard algorithm). – Record their actual time (the wall clock is running). – Mark answer;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self-correction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they're racing themselves over the module, not each other.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Write the same problem on the board. – Solve it using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method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narrating: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301" y="2214116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column (top to bottom):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8, 7, 2, 6. – Scan: 8 + 2 = 10. Mark a dot above the 2. Running total: 0. – Continue: 7. Running total: 7. – Continue: 6. Running total: 13. That's a 10 — mark a dot above the 6. Running total: 3. – Final: write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 the column. – Count dots: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Carry 2 to the next column.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942779"/>
            <a:ext cx="8331398" cy="130135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0113" y="2942779"/>
            <a:ext cx="0" cy="1301353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627" y="306972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 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24430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341888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359345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376803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4536+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394260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6301" y="43329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for tens, hundreds, thousands columns. Reveal answer.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01" y="463510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"Notice: I never stopped to think 'what's 8 + 7 + 2 + 6?' I just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pairs that make 10."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50820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First 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Students re-do the same problem using the dot method on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their baseline sheet. – Time themselves again. – Compare: how much slower (or faster) was the dot method on the FIRST try?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of hands: who was faster with the dot method on first try? Who was slower? (Most will be slower — that's expected. The speedup comes after 3–4 days of practice.) – Preview Day 2: "Tomorrow we'll work on the foundational skill — instantly seeing pairs that make 10."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Dot Method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Bindu Paddhati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 of adding digits one by one,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column for pairs that make 10. Mark a dot above the digit that "completes" each 10. The number of dots = your carry.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Why?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Adding 10 is easy. Adding 9 to 4 to 7 to 6 takes thought. If you can group into 10s first, you only count the leftover and the dots.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baseline: my time using my normal method = ____ seconds. My time using dot method (first try) = ____ seconds. I expect this gap to shrink by Day 5.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Practice the "make 10" reflex: 10 quick pairs. 8+? = 10. 3+? = 10. 6+? = 10. 4+? = 10. 9+? = 10. 1+? = 10. 7+? = 10. 5+? = 10. 2+? = 10. 0+? = 10. – Do all 10 in under 15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the dot method on a 5-addend × 5-digit problem. Time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4-digit columns are too hard, drop to 3-addend × 3-digit for today. We'll scale up.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baseline time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most important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artefact of Day 1. Make sure every student records it honestly. Day 5's retest depends on it. – Don't promise a specific speedup — say "you'll likely be faster by Day 5; how much depends on you." – Walk around during the demo and notice who looks confused. Pull them aside in the wrap-up minute.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 Batch1.pdf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§5.4 — Columns of Figures (Vedic Cultural Center, Sammamish WA)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2026-05-28T04:17:45Z</dcterms:created>
  <dcterms:modified xsi:type="dcterms:W3CDTF">2026-05-28T04:17:45Z</dcterms:modified>
</cp:coreProperties>
</file>