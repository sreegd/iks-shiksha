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Day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Five Gifts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picks ONE gift and starts a project.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Drawing paper, crayons, recycled materials, clay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choice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picks ONE gift + format: – A poster – A 3D model (clay or recycled) – A 30-second story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 (17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Quiet work. Teacher rotates: 60 sec per child, ONE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your favourite part?"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Finish at home if not done in class. Practise telling about it 2 times.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2026-05-25T04:59:05Z</dcterms:created>
  <dcterms:modified xsi:type="dcterms:W3CDTF">2026-05-25T04:59:05Z</dcterms:modified>
</cp:coreProperties>
</file>