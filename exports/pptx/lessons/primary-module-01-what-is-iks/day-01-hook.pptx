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 — Five Gifts Story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Five Gifts from India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meet all 5 gifts and learn the daily chant.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5 picture cards (zero, yoga pose, herbs/spices, math symbols, vīṇā or other Indian instrument) –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intro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Sit on mat. Teach the chant: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73063"/>
            <a:ext cx="8331398" cy="881063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4876" y="1173063"/>
            <a:ext cx="0" cy="881063"/>
          </a:xfrm>
          <a:prstGeom prst="line">
            <a:avLst/>
          </a:prstGeom>
          <a:noFill/>
          <a:ln w="57150">
            <a:solidFill>
              <a:srgbClr val="E07A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2051" y="136356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"Zero! Yoga! Ayurveda! Vedic Math! Music!"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32645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"Five gifts from India to the whole wide world!"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06301" y="214297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Say it 3 times.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"A long, long time ago — about 2000 years ago — thinkers in India invented some amazing things. They shared these with the whole world. Today we meet FIVE of them."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37368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Hold up each card: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675805"/>
            <a:ext cx="8102798" cy="22854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Card 1: the number 0.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"Imagine trying to write 'one hundred' without zero. You couldn't. India gave us zero."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Card 2: yoga pose.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"Standing tall like a mountain — that's a yoga pose called tāḍāsana. India invented yoga."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Card 3: spices / a tulsi plant.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"Ayurveda is the old Indian way of staying healthy. Things like ginger tea when you have a cold come from this tradition."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Card 4: math symbols.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"India invented fast ways to do math in your head. We'll meet some this week."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Card 5: an Indian instrument.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"Indian music has a special structure called rāga — different notes for different times of day."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Drawing (12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picks ONE gift and draws it.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 children show drawings. Class chants the gift name.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Tell a parent about one of the five gifts at dinner tonight.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Draw all 5 gifts on one page.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Pick the gift with the easiest image (zero or yoga pose).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2026-05-25T04:58:28Z</dcterms:created>
  <dcterms:modified xsi:type="dcterms:W3CDTF">2026-05-25T04:58:28Z</dcterms:modified>
</cp:coreProperties>
</file>