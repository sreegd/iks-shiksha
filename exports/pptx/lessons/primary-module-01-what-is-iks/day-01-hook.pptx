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Five Gifts 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from India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all 5 gifts and learn the daily chant.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5 picture cards (zero, yoga pose, herbs/spices, math symbols, vīṇā or other Indian instrument)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intro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mat. Teach the chant: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810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810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"Zero! Yoga! Ayurveda! Vedic Math! Music!"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3264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"Five gifts from India to the whole wide world!"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21429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it 3 times.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 long, long time ago — about 2000 years ago — thinkers in India invented some amazing things. They shared these with the whole world. Today we meet FIVE of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each card: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75805"/>
            <a:ext cx="8102798" cy="2285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1: the number 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"Imagine trying to write 'one hundred' without zero. You couldn't. India gave us zero."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2: yoga pose.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"Standing tall like a mountain — that's a yoga pose called tāḍāsana. India invented yoga."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3: spices / a tulsi plant.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"Ayurveda is the old Indian way of staying healthy. Things like ginger tea when you have a cold come from this tradition."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4: math symbols.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"India invented fast ways to do math in your head. We'll meet some this week."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 5: an Indian instrument.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"Indian music has a special structure called rāga — different notes for different times of day."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gift and draws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children show drawings. Class chants the gift name.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Tell a parent about one of the five gifts at dinner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all 5 gifts on one page.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Pick the gift with the easiest image (zero or yoga pose).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2026-05-28T04:04:08Z</dcterms:created>
  <dcterms:modified xsi:type="dcterms:W3CDTF">2026-05-28T04:04:08Z</dcterms:modified>
</cp:coreProperties>
</file>