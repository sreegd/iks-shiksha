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Zero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see why zero is "magic" — how it changes the value of every digit next to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Whiteboard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 ago, people had counting systems but no number called zero. The Romans wrote one hundred like this: C. They wrote ten like this: X. There was no symbol for 'nothing in this place.'"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India, mathematicians invented a special idea: 'nothing' is ALSO a number, and we write it as ZERO."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"Watch what zero does:"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— what zero does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the board: – Start with the digit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Add a zero after 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(now it's ten). – Add another zero: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hundred). – Another: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thousand). – Another: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10,000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(ten thousand). – One more: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100,000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lakh). – Continue to one million.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"Without zero, we couldn't count these big numbers easily. Zero MAKES ten and hundred and thousand possible."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writes the biggest number they can think of using zero. Cheers for whoever writes the biggest!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big numbers.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"Zero is also the answer when you have NOTHING. 5 cookies — eat 5 — you have ZERO left."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Find ONE thing at home that has zeros in its number (a phone, a price, an address).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Count to a million in steps of 100,000.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Count zeros in 10, 100,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2026-05-28T04:04:12Z</dcterms:created>
  <dcterms:modified xsi:type="dcterms:W3CDTF">2026-05-28T04:04:12Z</dcterms:modified>
</cp:coreProperties>
</file>