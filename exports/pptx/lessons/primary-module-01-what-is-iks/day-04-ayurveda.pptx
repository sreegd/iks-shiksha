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Ayurveda: Three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Five Gifts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the three doshas (vāta, pitta, kapha) as "three friends in your body."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3 picture cards: wind blowing leaves (Vāta), fire/sun (Pitta), water/clouds (Kapha)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"Ayurveda is the OLD Indian way of staying healthy. It started about 2000 years ago."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"Ayurveda says everyone's body has THREE FRIENDS inside it. We all have all three — but everyone has a special favourite."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cards: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(wind friend):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Moves things around inside you. – People with lots of Vāta are quick, talkative, sometimes fidgety.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4553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(fire friend):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Makes your food into energy. – People with lots of Pitta are sharp, focused, can be a bit fiery.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95810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(water/earth friend):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Keeps you strong and steady. – People with lots of Kapha are calm, patient, sometimes slow.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34608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"None of these is 'good' or 'bad' — they're all friends. The trick is keeping them in balance."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their three friends. They can give them faces, names, anything!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shares. –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"Tomorrow we sing about all 5 gifts together!"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Ask a parent: which of the three friends do they think is YOUR favourite?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Make up a story about the three friends having a small argument and making 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just one friend.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Module 3 (Ayurveda + Good Health) is the FULL Ayurveda module. Today is a taste. – Don't push children to identify their "type" — at this age it's just an introduction.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2026-05-25T04:58:45Z</dcterms:created>
  <dcterms:modified xsi:type="dcterms:W3CDTF">2026-05-25T04:58:45Z</dcterms:modified>
</cp:coreProperties>
</file>