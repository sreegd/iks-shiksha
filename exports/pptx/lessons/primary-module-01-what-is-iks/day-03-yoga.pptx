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Yoga Gift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try ONE yoga pose with breath co-ordination.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Floor space (no shoes)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"Yoga is a very old practice from India. Yoga means 'joining' — joining your body, your breath, and your mind."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 we try ONE pose: tāḍāsana — mountain pose."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Stand tall. Feet firm on floor.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"Pretend a string is gently pulling the top of your head up."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"Take 3 slow breaths."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for 30 seconds. Release. Repeat 3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Then introduce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bumblebee breath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Sit cross-legged. Take a slow breath in.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Breathe out humming — "mmmmmmmm" — like a bumblebee.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 5 times.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"How did your body feel after the mountain?"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"How did your head feel after the bumblebee?"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"When you feel angry or sad — try mountain pose for 30 seconds. Or 3 bumblebee breaths. Yoga is a TOOL you can carry with you."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Stand like a mountain for 30 seconds before brushing your teeth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Add tree pose (vṛkṣāsana).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do mountain pose, no breath.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 8 is the FULL yoga module. Today is just a taste.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2026-05-28T05:13:07Z</dcterms:created>
  <dcterms:modified xsi:type="dcterms:W3CDTF">2026-05-28T05:13:07Z</dcterms:modified>
</cp:coreProperties>
</file>