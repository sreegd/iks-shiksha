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Yoga Gift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try ONE yoga pose with breath co-ordination.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Floor space (no shoes)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"Yoga is a very old practice from India. Yoga means 'joining' — joining your body, your breath, and your mind."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try ONE pose: tāḍāsana — mountain pose."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tall. Feet firm on floor.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"Pretend a string is gently pulling the top of your head up."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"Take 3 slow breaths."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Hold for 30 seconds. Release. Repeat 3 times.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7704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introduce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bumblebee breath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– Sit cross-legged. Take a slow breath in. – Breathe out humming — "mmmmmmmm" — like a bumblebee. – Do 5 times.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did your body feel after the mountain?"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did your head feel after the bumblebee?"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981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Daily chant.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"When you feel angry or sad — try mountain pose for 30 seconds. Or 3 bumblebee breaths. Yoga is a TOOL you can carry with you."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Stand like a mountain for 30 seconds before brushing your teeth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tree pose (vṛkṣāsana).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do mountain pose, no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Module 8 is the FULL yoga module. Today is just a taste.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2026-05-25T04:58:39Z</dcterms:created>
  <dcterms:modified xsi:type="dcterms:W3CDTF">2026-05-25T04:58:39Z</dcterms:modified>
</cp:coreProperties>
</file>