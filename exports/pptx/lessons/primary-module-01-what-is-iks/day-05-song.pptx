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Five-Gift Song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Five Gifts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memorise all 5 gifts via a song.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picture cards (one per gift)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Song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 a familiar tune (Twinkle Twinkle or similar):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84296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173063"/>
            <a:ext cx="0" cy="842963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36356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Zero, yoga, ayurveda, Vedic math and music too, Five great gifts from old, old India, Things we use, me and you!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210487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Sing 3 times. Add claps on each gift name.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 game (12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Hold up cards one at a time. Class shouts the name.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Turn cards face-down. Shout from memory.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Mix the order.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Drawing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Quick: each child writes the 5 names on one paper.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Sing one more time, biggest yet.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Teach the song to a family member.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Make up a verse 2 of the song.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sing along — don't worry about every word.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2026-05-28T05:13:16Z</dcterms:created>
  <dcterms:modified xsi:type="dcterms:W3CDTF">2026-05-28T05:13:16Z</dcterms:modified>
</cp:coreProperties>
</file>