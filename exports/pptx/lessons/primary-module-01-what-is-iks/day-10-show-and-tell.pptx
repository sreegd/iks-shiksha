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Show &amp; Tell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 (extend if needed)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their gift project for 30 seconds. Sticker for all.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Children's projects – Stickers – Chime for timing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Biggest chant yet!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&amp; Tell (22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1 child at a time. 30 seconds. Chime. – Each child:   1. Names their gift.   2. Shows project.   3. One sentence: why they picked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claps. Sticker.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Stand in a circle. – Sing the song one final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"You all know the five gifts. They're with you for life."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None. Module done.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2026-05-25T04:59:13Z</dcterms:created>
  <dcterms:modified xsi:type="dcterms:W3CDTF">2026-05-25T04:59:13Z</dcterms:modified>
</cp:coreProperties>
</file>