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Show &amp; Tell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Five Gifts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 (extend if needed)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their gift project for 30 seconds. Sticker for all.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Children's projects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Stickers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Chime for timing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Biggest chant yet!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&amp; Tell (22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 child at a time. 30 seconds. Chime.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Names their gift.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Shows project.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One sentence: why they picked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22294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claps. Sticker.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Stand in a circle.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Sing the song one final time.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 all know the five gifts. They're with you for life."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None. Module done.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2026-05-28T05:13:36Z</dcterms:created>
  <dcterms:modified xsi:type="dcterms:W3CDTF">2026-05-28T05:13:36Z</dcterms:modified>
</cp:coreProperties>
</file>