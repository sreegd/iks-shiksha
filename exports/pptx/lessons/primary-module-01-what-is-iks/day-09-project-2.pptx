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Day 2 (Finish + Practise)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complete their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Practise show &amp; tell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rehearses their 30-second show-and-tell with a partner.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Bring everything tomorrow. Practise telling about it once more at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2026-05-28T04:04:39Z</dcterms:created>
  <dcterms:modified xsi:type="dcterms:W3CDTF">2026-05-28T04:04:39Z</dcterms:modified>
</cp:coreProperties>
</file>