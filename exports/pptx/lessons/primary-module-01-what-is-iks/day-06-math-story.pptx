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Math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hear a story about Indian mathematicians and try one fast trick.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old India, there were mathematicians who could do amazing tricks with numbers in their HEAD. No paper. No calculator. Just their mind."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"One of them was a man named Bhāskara who lived about 900 years ago. He wrote a math book — but he wrote it for his DAUGHTER! Her name was Līlāvatī. He filled the book with little puzzles and stories."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"Here's one of Bhāskara's puzzles in modern words:"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78546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4876" y="2178546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2051" y="236904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flock of 24 swans flew over a lake. 12 dived in to swim, 6 flew east, and the rest flew to the west. How many flew west?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31103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(Answer: 24 − 12 − 6 = 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a fast trick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Multiplying by 11.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any 2-digit number: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Split: 2 _ 3 – Add the digits: 2+3 = 5 – Put the sum in the middle: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So 23 ×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 together: 41 × 11? 52 × 11? 63 × 11?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(For carries — 78 × 11 = 7(7+8)8 = 7(15)8 = 858 — slightly trickier, skip if too hard.)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Try 5 multiplication by 11 problems with a parent.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the trick with carries (78 × 11 = 858).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"multiplying by 11 has a quick trick."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Module 5 is the full Vedic Math module (the dot method). Today is a different trick to keep things fresh.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2026-05-25T04:58:55Z</dcterms:created>
  <dcterms:modified xsi:type="dcterms:W3CDTF">2026-05-25T04:58:55Z</dcterms:modified>
</cp:coreProperties>
</file>