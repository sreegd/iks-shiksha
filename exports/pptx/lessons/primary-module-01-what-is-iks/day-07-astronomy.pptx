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Sky Watchers (Indian Astronomy)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Five Gifts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hear the Aryabhata story and try the "spinning earth" demo.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A ball (any size) with a small mark on it – Open space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+ song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"About 1500 years ago, a young man in India named Aryabhata had a BIG idea."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"In his time, everyone thought the stars went round and round the earth — that's why the sun rises and sets, why stars move."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631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"Aryabhata thought: 'What if the stars stand still — and WE spin?'"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95262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"He was right! He was 1000 years before anyone in Europe figured this out."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24209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"He wrote a book called the Aryabhaṭīya. He was only 23 years old."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Hold the ball. Put a sticker or mark on it. – Slowly spin the ball.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"If you were standing on this little mark, what would you see? You'd see the room going round and round. But it's not. YOU are spinning."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4947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Stand the children up. Slowly spin in place 3 times.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"Look around. Did the room move, or did you?"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Drawing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Quick: draw the earth as a ball, with you standing on 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Tonight, look up at the stars. Notice that the stars seem to move. They don't. WE'RE moving.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Why don't we feel the earth spinning? (Because we're moving WITH it.)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Just remember: Aryabhata said WE spin, not the sky.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2026-05-28T04:04:33Z</dcterms:created>
  <dcterms:modified xsi:type="dcterms:W3CDTF">2026-05-28T04:04:33Z</dcterms:modified>
</cp:coreProperties>
</file>