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5 — Lunar Months and Festivals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Moon Phases and Tithi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Map the 12 lunar months (caitra, vaiśākha, ...) to major festivals.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tithi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tithi; lit. "lunar day (1/30 of synodic month)")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The year has 12 moon-months, each with its own name and feeling: -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Caitra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(spring) -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Śrāvaṇa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(monsoon) -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Kārtika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(Diwali month) -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Phālguna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(Holi month) — and many more!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75706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Show pictures of 4 festivals. Ask: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"Which moon-month is this festival in?"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Children sort cards.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04653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Sing the months: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"Caitra, Vaiśākha, Jyaiṣṭha, Āṣāḍha..."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(Through all 12.)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10-Day Moon Observation Diary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2026-05-25T16:17:53Z</dcterms:created>
  <dcterms:modified xsi:type="dcterms:W3CDTF">2026-05-25T16:17:53Z</dcterms:modified>
</cp:coreProperties>
</file>