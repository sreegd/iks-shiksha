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Lunar Months and Festivals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the 12 lunar months (caitra, vaiśākha, ...) to major festivals.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tithi; lit. "lunar day (1/30 of synodic 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Lunar Months and Festivals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2026-05-25T08:40:39Z</dcterms:created>
  <dcterms:modified xsi:type="dcterms:W3CDTF">2026-05-25T08:40:39Z</dcterms:modified>
</cp:coreProperties>
</file>