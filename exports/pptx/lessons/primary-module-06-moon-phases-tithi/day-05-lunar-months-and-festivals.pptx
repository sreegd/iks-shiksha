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Lunar Months and Festivals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Moon Phases and Tithi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Map the 12 lunar months (caitra, vaiśākha, ...) to major festivals.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tithi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tithi; lit. "lunar day (1/30 of synodic month)")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year has 12 moon-months, each with its own name and feeling: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Caitra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(spring)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Śrāvaṇa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(monsoon)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Kārtika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(Diwali month)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Phālguna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(Holi month) — and many more!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pictures of 4 festivals. Ask: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"Which moon-month is this festival in?"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Children sort cards.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Sing the months: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"Caitra, Vaiśākha, Jyaiṣṭha, Āṣāḍha..."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(Through all 12.)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2026-05-28T05:33:15Z</dcterms:created>
  <dcterms:modified xsi:type="dcterms:W3CDTF">2026-05-28T05:33:15Z</dcterms:modified>
</cp:coreProperties>
</file>