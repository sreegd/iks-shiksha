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3 — The Moon's House Visits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Moon Phases &amp; Tithi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meet the idea that the Moon visits a different "house" (star pattern) every night — a folktale-style framing of the 27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nakṣatra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s. The Sanskrit word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nakṣatra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is introduced softly without drilling.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A printed Moon and 27 paper "house" stars arranged in a circle on the floor (or on a wall poster) –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recall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Chant: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"am - mah - vahs - yah! poor - ni - mah!"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three times.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Recall: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"Is the Moon growing or shrinking right now?"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(Refer to the day's actual sky if children have observed.)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Draws the Moon in the middle of a paper.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Draws 4 little "house stars" around the Moon (we'll do 4, not 27).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Labels one of the houses with the name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Aśvinī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(or any nakṣatra name the teacher chooses).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Draws arrows showing the Moon's path from one house to the next.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227513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This is a drawing exercise. Don't drill the names.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Show a few drawings.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 did we learn? The Moon visits a new house every night. There are 27 houses in all. The Moon's sisters give our months their names."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Look at the Moon tonight. What shape? Write the date.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Continue the Moon Diary.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Try drawing all 27 houses in a ring around the Moon.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Just draw the Moon and one house. The story is the lesson — the drawing supports it.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Teacher's quick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1706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The "27 sisters" framing is a teaching tool drawing on traditional stories (the Dakṣa's daughters narrative appears in several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Purāṇa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s, with the Moon as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Soma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/ Candra). At Primary band, frame it as "an old story" — don't claim a single canonical source. – The point: children learn that the Moon's position in the sky changes night by night, in a 27-night cycle (the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sidereal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month — different from the 30-day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synodic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month, but we don't need that distinction yet). – If a child asks "why don't the houses come back to the same place every 30 nights?" — that's a great question, and you can tell them they'll learn about it in Middle school. (The answer: because Earth has moved around the Sun during the 27 days too.) – Some children may know specific nakṣatras from their birth chart. That's fine — let them share, but don't dwell on astrology.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2026-05-28T04:07:43Z</dcterms:created>
  <dcterms:modified xsi:type="dcterms:W3CDTF">2026-05-28T04:07:43Z</dcterms:modified>
</cp:coreProperties>
</file>