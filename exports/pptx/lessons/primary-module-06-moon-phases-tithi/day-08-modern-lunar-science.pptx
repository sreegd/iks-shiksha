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Modern Lunar Science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Phases as Sun's illumination of Moon; mention libration, tides.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pañcāṅga; lit. "five-limbed Indian calendar (tithi, vāra, nakṣatra, yoga, karaṇa)")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Moon isn't really changing shape — the same ball is always there! – The Sun lights up half of it. We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different parts of the lit half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as the Moon goes around Earth.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Demo: hold a half-painted ball (one side bright, one side dark). Walk it around a child. The child describes what they see from each angle.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 Moon is always whole. We only see the bright part."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2026-05-28T04:08:04Z</dcterms:created>
  <dcterms:modified xsi:type="dcterms:W3CDTF">2026-05-28T04:08:04Z</dcterms:modified>
</cp:coreProperties>
</file>