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Synthesis and Quiz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quiz and 10-day moon-diary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pakṣa; lit. "fortnight (half-month)")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Today we celebrate everything we learned about the Moon!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thing from their moon diary.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the Moon look how you thought it would?"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Make a class moon-mural: a circle with all the children's moon drawings stuck around the outside. Sing the tithi rhyme one more time.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quiz with stickers (not stress) — every child gets a "Moon Watcher" sticker.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2026-05-28T05:33:39Z</dcterms:created>
  <dcterms:modified xsi:type="dcterms:W3CDTF">2026-05-28T05:33:39Z</dcterms:modified>
</cp:coreProperties>
</file>