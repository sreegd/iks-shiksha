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Cross-cultural Calendars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Moon Phases and Tithi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Compare with Hijri (Islamic), Chinese, and Hebrew lunar calendars.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candra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candra; lit. "Moon")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People all over the world watch the Moon, but each tradition counts months a bit differently.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use only Moon (Islamic Hijri). Some use Sun + Moon (Indian, Chinese, Hebrew). Some use only Sun (modern Gregorian — like the school year).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4 calendar pictures and 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"India and China — Moon plus Sun! Islam — Moon alone! Modern world — Sun alone!"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colours a small "moon flag" with the calendar they think they use most.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2026-05-28T05:33:34Z</dcterms:created>
  <dcterms:modified xsi:type="dcterms:W3CDTF">2026-05-28T05:33:34Z</dcterms:modified>
</cp:coreProperties>
</file>