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Construct a tithi calendar for the current month using observation and computation.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Let's make a moon calendar for this month!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printed month calendar. Together, look up today's tithi. Mark it with a moon-sticker.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worksheet with 28 boxes (one per day). They draw the moon shape they expect to see each evening, going from now to a month from now. Tomorrow we'll check and correct.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2026-05-28T05:33:10Z</dcterms:created>
  <dcterms:modified xsi:type="dcterms:W3CDTF">2026-05-28T05:33:10Z</dcterms:modified>
</cp:coreProperties>
</file>