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Two Halves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&amp;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learn that the month has two halves — one where the Moon grows, one where it shrinks — and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are the special anchor nights.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torch and ball from Day 1 – A long strip of paper or a chalk line on the floor – Drawing paper + crayons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on the mat.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anyone see the Moon last night?"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Take 3–4 answers.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you draw it in your diary?"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Show one or two diary drawings.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 once together: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"am - mah - vahs - yah! poor - ni - mah!"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(6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881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881312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Moon takes a journey.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Moon goes around the Earth — but it takes a long time. About 30 days.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Halfway through the journey, the Moon is on the OPPOSITE side from the Sun. That's when we see the WHOLE bright side. That's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start of the journey — and again at the end — the Moon is on the SAME side as the Sun. We can't see the bright side at all. That's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6123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between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FIRST half of the journey — the Moon gets bigger and bigger every night. That's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half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311244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SECOND half of the journey — the Moon gets smaller and smaller. That's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shrinking half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+ walk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long line on the floor (or on the board). At the left end write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draw a dark circle. At the right end write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draw a bright full circle.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the middle, draw 5 stages between them — a thin sliver, a half-moon, a 3/4 moon, etc.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do the same for the second half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shrinks back through 3/4, half, sliver,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526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Have 5 children walk along the line, holding a paper Moon shape at each station. The rest of the class chants "GROWING" while they walk left-to-right and "SHRINKING" while they walk right-to-left.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TWO Moons on paper: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full bright circle. Label it "pūrṇimā."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an empty circle (just the outline, dark inside, or a black filled circle with a tiny sliver). Label it "amāvasyā."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Hold up 2–3 drawings. – Chant once more: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"am - mah - vahs - yah! poor - ni - mah!"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Look at the Moon tonight. Is the Moon growing or shrinking? (Ask a grown-up if you don't know.)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Continue the Moon Diary. Add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"growing"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"shrinking"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next to tonight's sketch.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all the Moon shapes on the line — not just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draw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today.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 children will say "the Moon is hiding" on amāvasyā. That's a lovely phrasing — agree, then add: "and the Sun's bright light is making it hard for us to see anyway." – Watch for the misconception "the Earth's shadow makes the new moon." It doesn't (that's eclipses). Today we don't unpack that — just say "no, it's because we can't see the bright side." – The words "growing" and "shrinking" are easier than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śukla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/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Stick with English at Primary.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2026-05-28T04:07:39Z</dcterms:created>
  <dcterms:modified xsi:type="dcterms:W3CDTF">2026-05-28T04:07:39Z</dcterms:modified>
</cp:coreProperties>
</file>