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Panchanga — Five Limbs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the five components: tithi, vāra, nakṣatra, yoga, karaṇa.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amāvasyā; lit. "new 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pañcāṅga has 5 parts — like 5 fingers on a hand! 1.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tithi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moon-day 2.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weekday (Mon, Tue, ...) 3.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star-house the moon is visiting 4.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Sun-Moon meeting 5.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karaṇa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half-moon-day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today's pañcāṅga on the board. Children copy the 5 names into their workbook with one word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2026-05-25T16:17:59Z</dcterms:created>
  <dcterms:modified xsi:type="dcterms:W3CDTF">2026-05-25T16:17:59Z</dcterms:modified>
</cp:coreProperties>
</file>