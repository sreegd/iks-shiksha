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Why Eclipses Happen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Explain solar/lunar eclipses using orbital plane geometry (5° tilt of Moon's orbit).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pūrṇimā; lit. "full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Sometimes the Moon hides the Sun — that's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solar eclipse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! – Sometimes the Earth's shadow falls on the Moon — that's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lunar eclipse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the torch + ball + child's head from earlier days. Show: – Ball blocks light → solar eclipse (child's face goes dark). – Child's head blocks light → lunar eclipse (ball goes dark).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SAFETY RULE: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Never look at the Sun with eyes! Children repeat 3 times.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2026-05-25T16:18:04Z</dcterms:created>
  <dcterms:modified xsi:type="dcterms:W3CDTF">2026-05-25T16:18:04Z</dcterms:modified>
</cp:coreProperties>
</file>