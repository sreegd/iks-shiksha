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The Six Darśanas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name the six classical philosophical schools (darśanas) and the central question each addresses.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Reference card with the six darśanas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what's the difference between Vedānga and Upaveda?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Darśanas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(classical philosophical systems, codified ~early CE):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3877419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these are often called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āstika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schools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(those that accept Vedic authority).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nāstika* schools (Buddhism, Jainism, Cārvāka) developed in parallel — different intellectual traditions also "Indian," not "IKS" by the conservative definition. Be explicit about this boundary choice.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59343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Sāṅkhya and Yoga as a pair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closely related; Sāṅkhya provides the metaphysics (25 tattvas — see Module 2 Senior), Yoga provides the practice. You met Sāṅkhya in Module 2 (Panchabhuta) and will meet Yoga in Module 8.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509617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Nyāya's contribution to logic.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Nyāya system developed sophisticated logical analysis — formal arguments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anumāna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categorical syllogisms, debate procedures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Influenced modern logic via early-20th-c. Indian logicians (especially Bimal Krishna Matilal's work in the 1960s).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888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Which darśana would address each question?   - "What does it mean to know something?" → Nyāya   - "Why does my mind keep wandering?" → Yoga   - "How should we read the Veda?" → Mīmāṁsā   - "What is the relationship between the individual self and ultimate reality?" → Vedānta   - "What are matter's smallest units?" → Vaiśeṣika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Indian mathematics in specifics. Bakhshali, Bhāskara, Mādhava."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Matilal, B. K. (1986).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Perception: An Essay on Classical Indian Theories of Knowledge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Oxford.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Memorise the 6 names + central question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"āstika vs nāstika" distinction is important. Buddhism and Jainism are ENORMOUS Indian intellectual traditions excluded from a narrow "IKS" definition. Honest scholarship acknowledges this.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Olivelle (1996, ed.) on the Upanishadic background. – Matilal (1986) for Nyāya logic. – Bryant (2009) for Yoga.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2026-05-25T05:04:04Z</dcterms:created>
  <dcterms:modified xsi:type="dcterms:W3CDTF">2026-05-25T05:04:04Z</dcterms:modified>
</cp:coreProperties>
</file>