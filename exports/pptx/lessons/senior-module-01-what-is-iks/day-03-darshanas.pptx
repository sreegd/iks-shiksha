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The Six Darśanas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is IKS?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name the six classical philosophical schools (darśanas) and the central question each addresses.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– Reference card with the six darśanas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Recall: what's the difference between Vedānga and Upaveda?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Six Darśanas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(classical philosophical systems, codified ~early CE):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row: # · Sanskrit · Central question · Founder/text.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62534"/>
            <a:ext cx="8102798" cy="1706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Nyāya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· Logic &amp; epistemology — what counts as valid knowledge? · Gautama,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Nyāya Sūtras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Vaiśeṣika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· Atomism &amp; metaphysics — what categories of being exist? · Kaṇāda,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Vaiśeṣika Sūtras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Sāṅkhya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· Cosmology — what are the constituents of reality? · Kapila / Īśvarakṛṣṇa,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Sāṅkhya Kārikā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(4th c. CE)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· Practice — how does one settle the mind? · Patañjali,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Yoga Sūtras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Mīmāṁsā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(Pūrva) · Hermeneutics — how do we interpret the Veda? · Jaimini,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Mīmāṁsā Sūtras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Vedānta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(Uttara Mīmāṁsā) · Metaphysics — what is the ultimate? · Bādarāyaṇa,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Brahma Sūtras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; Śaṅkara, Rāmānuja, Madhva (later interpreters)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3257848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Note: these are often called the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āstika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schools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(those that accept Vedic authority). The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nāstika* schools (Buddhism, Jainism, Cārvāka) developed in parallel — different intellectual traditions also "Indian," not "IKS" by the conservative definition. Be explicit about this boundary choice.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3973860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Sāṅkhya and Yoga as a pair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closely related; Sāṅkhya provides the metaphysics (25 tattvas — see Module 2 Senior), Yoga provides the practice. You met Sāṅkhya in Module 2 (Panchabhuta) and will meet Yoga in Module 8.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76601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Nyāya's contribution to logic.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Nyāya system developed sophisticated logical analysis — formal arguments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anumāna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), categorical syllogisms, debate procedures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tarka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Influenced modern logic via early-20th-c. Indian logicians (especially Bimal Krishna Matilal's work in the 1960s).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52688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Discussion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Which darśana would address each question?   - "What does it mean to know something?" → Nyāya   - "Why does my mind keep wandering?" → Yoga   - "How should we read the Veda?" → Mīmāṁsā   - "What is the relationship between the individual self and ultimate reality?" → Vedānta   - "What are matter's smallest units?" → Vaiśeṣika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Preview Day 4: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Indian mathematics in specifics. Bakhshali, Bhāskara, Mādhava."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Matilal, B. K. (1986).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Perception: An Essay on Classical Indian Theories of Knowledge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Oxford.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Memorise the 6 names + central question of each.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The "āstika vs nāstika" distinction is important. Buddhism and Jainism are ENORMOUS Indian intellectual traditions excluded from a narrow "IKS" definition. Honest scholarship acknowledges this.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Olivelle (1996, ed.) on the Upanishadic background. – Matilal (1986) for Nyāya logic. – Bryant (2009) for Yoga.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2026-05-28T04:27:17Z</dcterms:created>
  <dcterms:modified xsi:type="dcterms:W3CDTF">2026-05-28T04:27:17Z</dcterms:modified>
</cp:coreProperties>
</file>