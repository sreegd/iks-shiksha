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9 — Project Session 2: Draft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is IKS?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Sprints (40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20 min: silent drafting – 15 min: buddy read + give one structural feedback – 5 min: revise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Submit polished draft of intro + 1 body section.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Complete the paper at home tonight.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2026-05-25T05:04:30Z</dcterms:created>
  <dcterms:modified xsi:type="dcterms:W3CDTF">2026-05-25T05:04:30Z</dcterms:modified>
</cp:coreProperties>
</file>