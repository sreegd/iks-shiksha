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Project Session 2: Draft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Sprints (40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min: silent drafting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min: buddy read + give one structural feedback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min: revise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 polished draft of intro + 1 body section.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 the paper at home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2026-05-28T05:59:26Z</dcterms:created>
  <dcterms:modified xsi:type="dcterms:W3CDTF">2026-05-28T05:59:26Z</dcterms:modified>
</cp:coreProperties>
</file>