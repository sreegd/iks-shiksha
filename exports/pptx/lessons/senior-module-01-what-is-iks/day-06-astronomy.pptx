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Indian Astronomy + The Yavana Exchange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three specific Indian astronomical achievements AND the Greek-Indian intellectual exchange that complicates the "purely Indian" framing.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handout: one verse from Aryabhaṭīya in translation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extract from Varāhamihira's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Pañca-siddhāntikā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 translation)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who was Aryabhata? When did he live?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Aryabhata (~476–550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Aryabhaṭīya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(499 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rotates on its axis.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Approximated π to 4 decimals.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Computed planetary periods.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NOT propose heliocentrism.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Sūrya-siddhānta (early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Comprehensive astronomical 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Earth's circumference computed within ~1% of modern value.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eclipse predictions.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Varāhamihira (~6th c.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Pañca-siddhāntikā.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Compares 5 different astronomical systems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including a "Romaka" (Greek-derived) system and a "Pauliśa" system possibly derived from Greek astronomer Paul of Alexandria.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huge.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 documents that 6th-c. Indian astronomers were actively reading and engaging Greek astronomical work.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Yavana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"Greek" in Sanskrit. The Indo-Greek kingdoms (2nd c. BCE – 1st c. CE) created sustained cultural-intellectual exchange.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Greek astronomical methods influenced Indian astronomy.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astronomical methods (Hindu numerals, trigonometric tables) influenced Arab and via Arab, European astronomy.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"pure Indian" framing of IKS doesn't survive contact with this evidence. The honest framing: Indian intellectual tradition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partly indigenous, partly cosmopolitan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in dynamic exchange.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"Does the Yavana exchange weaken the case for celebrating Indian astronomical achievements?"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answer: no.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Synthesis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also an achievement. Indian astronomers absorbed Greek methods AND developed their own (e.g. sine instead of chord, Hindu numerals).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7: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contemporary policy debate. NEP §4.6."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Pingree, D. (1996). "Astronomy in India"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Astronomy Before the Telescope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three achievements; the Yavana question is the depth layer.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Yavana evidence is well-documented. Don't shy from it. Honest history shows the Indian tradition as participant in a wider scholarly world.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Aryabhata,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Aryabhaṭīya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(499 CE) — Clark (1930).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Varāhamihira,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Pañca-siddhāntikā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Neugebauer &amp; Pingree (1971).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Pingree (1996).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2026-05-28T05:59:16Z</dcterms:created>
  <dcterms:modified xsi:type="dcterms:W3CDTF">2026-05-28T05:59:16Z</dcterms:modified>
</cp:coreProperties>
</file>