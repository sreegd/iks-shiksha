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Indian Astronomy + The Yavana Exchange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three specific Indian astronomical achievements AND the Greek-Indian intellectual exchange that complicates the "purely Indian" framing.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handout: one verse from Aryabhaṭīya in translation – Printed extract from Varāhamihira's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Pañca-siddhāntikā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 translation)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who was Aryabhata? When did he live?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the Yavana exchange weaken the case for celebrating Indian astronomical achievements?"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honest answer: no.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also an achievement. Indian astronomers absorbed Greek methods AND developed their own (e.g. sine instead of chord, Hindu numerals).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contemporary policy debate. NEP §4.6."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Pingree, D. (1996). "Astronomy in India"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Astronomy Before the Telescope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three achievements; the Yavana question is the depth layer.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Yavana evidence is well-documented. Don't shy from it. Honest history shows the Indian tradition as participant in a wider scholarly world.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Aryabhata,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Aryabhaṭīya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(499 CE) — Clark (1930). – Varāhamihira,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Pañca-siddhāntikā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Neugebauer &amp; Pingree (1971). – Pingree (1996).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2026-05-28T04:27:28Z</dcterms:created>
  <dcterms:modified xsi:type="dcterms:W3CDTF">2026-05-28T04:27:28Z</dcterms:modified>
</cp:coreProperties>
</file>