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Project Session 1: Outline + Counter-Argument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refine thesis, complete outline, identify the strongest counter-argument.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Sprints (40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10 min: refine thesis + outline – 15 min: buddy critique — get the strongest counter-argument – 15 min: incorporate, draft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Outline submitted.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Draft 1.5–2 pages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2026-05-25T05:04:27Z</dcterms:created>
  <dcterms:modified xsi:type="dcterms:W3CDTF">2026-05-25T05:04:27Z</dcterms:modified>
</cp:coreProperties>
</file>