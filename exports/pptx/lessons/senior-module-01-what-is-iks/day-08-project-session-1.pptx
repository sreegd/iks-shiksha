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Project Session 1: Outline + Counter-Argument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refine thesis, complete outline, identify the strongest counter-argument.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min: refine thesis + outline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min: buddy critique — get the strongest counter-argument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min: incorporate, draft introduction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 submitted.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 1.5–2 pages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2026-05-28T05:59:24Z</dcterms:created>
  <dcterms:modified xsi:type="dcterms:W3CDTF">2026-05-28T05:59:24Z</dcterms:modified>
</cp:coreProperties>
</file>