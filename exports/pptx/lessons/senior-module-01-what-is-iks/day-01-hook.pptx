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"IKS": What Does the Term Refer To?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engage the boundary problem — what "IKS" denotes, what it doesn't, and why the label itself is a recent construction.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NEP 2020 §4.6 printed extract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"'Indian Knowledge Systems' — is that a coherent category, or a political slogan?"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answers. Don't correct.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term "IKS" is recent.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Started gaining traction post-2000, codified by NEP 2020 §4.6.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Vedic literature, Sāṅkhya philosophy, Pāṇini's grammar, Bhāskara's mathematics, Patañjali's yoga, etc. — are millennia 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boundary problem: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Is "Buddhism" IKS? (Originated in India; spread to East Asia and beyond.) – Is "Sanskrit poetics" IKS? (Yes, but it's also "Sanskrit literature.") – Is "Mughal architecture" IKS? (Mixed Persianate-Indic; depends on definition.) – Is "Vedic mathematics" (Tirthaji 1965) IKS? (20th-c. synthesis with Vedic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honest framings to choose from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on board):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10750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is defensible. Pick one knowingly, not by default.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44096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aloud NEP 2020 §4.6.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Discuss: what does the policy say IKS should include? What does it leave open?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8565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framing would you use in your paper?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4 student positions.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primary sources. Ṛg Veda 1.1 and Īśa Upaniṣad."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Pollock (2006) ch. 1 on Sanskrit as cosmopolitan language.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three framings; don't worry about the policy text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Some students will immediately want to "defend Indian culture" against perceived critique. Reframe: precise definition IS defending it. Imprecise defence weakens. – Some will want to dismiss the whole module as "Hindu nationalism." Push: scholarly framing exists; engage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Government of India (2020). NEP 2020 §4.6.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background.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2026-05-25T05:03:53Z</dcterms:created>
  <dcterms:modified xsi:type="dcterms:W3CDTF">2026-05-25T05:03:53Z</dcterms:modified>
</cp:coreProperties>
</file>