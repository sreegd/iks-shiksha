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10 — Summative + Paper Submission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 is IKS? (Senior)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Flow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Quiz (35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35 marks.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Submission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Hand in paper. Teacher spot-checks. – Reflection slip.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None.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2026-05-28T04:27:39Z</dcterms:created>
  <dcterms:modified xsi:type="dcterms:W3CDTF">2026-05-28T04:27:39Z</dcterms:modified>
</cp:coreProperties>
</file>