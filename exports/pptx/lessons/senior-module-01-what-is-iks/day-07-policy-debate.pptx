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The Policy Debate: Should IKS Be Integrated into Mainstream Education?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124688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is IKS?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7445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98834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articulate and defend a position on NEP 2020 §4.6 (IKS integration) with citation and counter-argument.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NEP 2020 §4.6 printed extract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framing: today is structured debate. Three positions on the 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positions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Debate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5 min: groups by position (self-select; balance). – 8 min: group prep — 2 strongest arguments + 1 steel-manned counter to each of the other two. – 10 min: structured debate (3 min per group + 1 min cross). – 2 min: closing.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Oral assessment (during)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scores 5 random students on: position clarity, evidence use, counter-argument steel-manning, listening.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3 students share if their view shifted.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 don't have to commit tonight. Your paper position can be different from your debate position. That's intellectually honest."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Take a position you DON'T hold. Hardest form of argument.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Use Day 5 reading response as your script.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This is the most politically charged session. Honour the discomfort. – The honest framing: each position has a strongest version. The skill is articulating all three.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NEP 2020 §4.6. – Thapar (2014). – Various Kapil Kapoor writings.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2026-05-25T05:04:24Z</dcterms:created>
  <dcterms:modified xsi:type="dcterms:W3CDTF">2026-05-25T05:04:24Z</dcterms:modified>
</cp:coreProperties>
</file>