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2 — The Vedic Corpus: Close Reading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What is IKS? (Senior)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 read Ṛg Veda 1.1 and Īśa Upaniṣad opening in IAST with word-by-word gloss, and articulate the difference in tone between the two textual layers.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Printed handout: Ṛg Veda 1.1 (Sanskrit + IAST + Jamison-Brereton translation) – Printed handout: Īśa Upaniṣad opening verse (Sanskrit + IAST + Olivelle translation)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Recall: what are the four textual layers of the Veda? (Saṃhitā → Brāhmaṇa → Āraṇyaka → Upaniṣad.)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1: Ṛg Veda 1.1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84296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842963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agnim īḷe purohitaṁ yajñasya devam ṛtvijam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hotāraṁ ratnadhātamam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"I praise Agni, the household priest, the divine officiant of the sacrifice, the invoker, who is the best bestower of treasures."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18154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Word-by-word: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agnim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(Agni, acc.)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īḷe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 praise)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purohitam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(household priest)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yajñasya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(of the sacrifice, gen.)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117527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this is a hymn of praise. The earliest layer of the Veda is ritual-centric.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488257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intellectual contribution at this layer: precise oral transmission (across ~3000 years) generated the linguistic discipline that became Pāṇini.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2: Īśa Upaniṣad opening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10739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1073944"/>
          </a:xfrm>
          <a:prstGeom prst="line">
            <a:avLst/>
          </a:prstGeom>
          <a:noFill/>
          <a:ln w="57150">
            <a:solidFill>
              <a:srgbClr val="99792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īśā vāsyam idaṁ sarvaṁ yat kiñca jagatyāṁ jagat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tena tyaktena bhuñjīthā mā gṛdhaḥ kasya svid dhanam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"Whatever moves in this moving world is enveloped by the Lord. Enjoy what has been abandoned. Do not covet anyone's wealth."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6301" y="2046387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Word-by-word: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īśā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(by the Lord, inst.)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vāsyam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(to be enveloped) +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idam sarvam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(all this) ...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348508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 the move.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From ritual hymn (Saṃhitā) to ethical-philosophical reflection (Upaniṣad).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271923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The intellectual contribution at this layer: abstract metaphysical inquiry; the seed of Vedānta philosophy.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Discussion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Compare: the tone of the Agni hymn versus the Īśa Upaniṣad. What changed? – The Vedic corpus contains BOTH — ritual and philosophy, hymn and abstract reflection. "Vedic" is a span, not a single voice.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Preview Day 3: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"Tomorrow — the six darśanas, the philosophical schools."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Read 5 more verses of Īśa Upaniṣad. Identify one verse that surprised you.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Focus on the contrast between the two readings, not detailed Sanskrit.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Pronunciation perfection is NOT the goal. Engagement with meaning is. – Some students will notice that the Upanishadic voice sounds "more modern philosophical." That's a real observation worth honouring.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Citation(s) used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– Jamison &amp; Brereton (2014) for Ṛg Veda 1.1. – Olivelle (1996) for Īśa Upaniṣad.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2026-05-28T04:27:13Z</dcterms:created>
  <dcterms:modified xsi:type="dcterms:W3CDTF">2026-05-28T04:27:13Z</dcterms:modified>
</cp:coreProperties>
</file>