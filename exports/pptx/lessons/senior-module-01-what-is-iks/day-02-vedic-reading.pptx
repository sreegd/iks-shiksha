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Vedic Corpus: Close Reading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Ṛg Veda 1.1 and Īśa Upaniṣad opening in IAST with word-by-word gloss, and articulate the difference in tone between the two textual layers.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handout: Ṛg Veda 1.1 (Sanskrit + IAST + Jamison-Brereton translation)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handout: Īśa Upaniṣad opening verse (Sanskrit + IAST + Olivelle translation)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what are the four textual layers of the Veda? (Saṃhitā → Brāhmaṇa → Āraṇyaka → Upaniṣad.)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1: Ṛg Veda 1.1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agnim īḷe purohitaṁ yajñasya devam ṛtvijam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hotāraṁ ratnadhātamam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"I praise Agni, the household priest, the divine officiant of the sacrifice, the invoker, who is the best bestower of treasures."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1: Ṛg Veda 1.1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Word-by-word: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agnim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(Agni, acc.)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īḷe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praise)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purohitam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(household priest)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yajñasya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(of the sacrifice, gen.) ...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is a hymn of praise. The earliest layer of the Veda is ritual-centric.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intellectual contribution at this layer: precise oral transmission (across ~3000 years) generated the linguistic discipline that became Pāṇini.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2: Īśa Upaniṣad opening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0739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073944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īśā vāsyam idaṁ sarvaṁ yat kiñca jagatyāṁ jagat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tena tyaktena bhuñjīthā mā gṛdhaḥ kasya svid dhanam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"Whatever moves in this moving world is enveloped by the Lord. Enjoy what has been abandoned. Do not covet anyone's wealth."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2: Īśa Upaniṣad opening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Word-by-word: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(by the Lord, inst.)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vāsyam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(to be enveloped)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idam sarvam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(all this) ...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move.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From ritual hymn (Saṃhitā) to ethical-philosophical reflection (Upaniṣad).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intellectual contribution at this layer: abstract metaphysical inquiry; the seed of Vedānta philosophy.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Compare: the tone of the Agni hymn versus the Īśa Upaniṣad. What changed?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Vedic corpus contains BOTH — ritual and philosophy, hymn and abstract reflection. "Vedic" is a span, not a single voice.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six darśanas, the philosophical schools."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5 more verses of Īśa Upaniṣad. Identify one verse that surprised you.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contrast between the two readings, not detailed Sanskrit.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Pronunciation perfection is NOT the goal. Engagement with meaning 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students will notice that the Upanishadic voice sounds "more modern philosophical." That's a real observation worth honouring.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Jamison &amp; Brereton (2014) for Ṛg Veda 1.1.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Olivelle (1996) for Īśa Upaniṣad.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2026-05-28T05:58:57Z</dcterms:created>
  <dcterms:modified xsi:type="dcterms:W3CDTF">2026-05-28T05:58:57Z</dcterms:modified>
</cp:coreProperties>
</file>