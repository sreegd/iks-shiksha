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4 — Indian Mathematics: Specifics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is IKS?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engage three specific Indian mathematical works at primary-source level, articulating what each established and what limits each had.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Printed handout: one problem from Bhāskara II's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Līlāvatī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English translation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Printed handout: statement of Mādhava's series for 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Recall: name 3 Indian mathematical contributions (from Day 6 of Middle Module 1, if students did it; or fresh recall).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Bakhshali manuscript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(~7th c. CE — fragments possibly earlier).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Birch-bark manuscript discovered in 1881.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Contains the earliest known use of zero as a number with a dot symbol.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Word problems on arithmetic, equations.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it matters: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documents Indian arithmetic ~500 years before European adoption.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Bhāskara II (1114–1185 CE).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Līlāvatī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Bījagaṇita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Arithmetic, algebra, geometry, mensuration.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Solved Pell's equation (the equation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x² − Ny² = 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centuries before Pell himself (1650s).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Introduced cycle methods for indeterminate equations.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 aloud one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Līlāvatī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word problem (e.g. the swan problem).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Mādhava of Saṅgamagrāma (~1340–1425 CE).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Kerala school of mathematics.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218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Infinite series for π: $\pi/4 = 1 - 1/3 + 1/5 - 1/7 + ...$ (now sometimes called Madhava-Leibniz series).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Series for sine, cosine, arctan.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Came very close to calculus (~250 years before Newton and Leibniz).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he did NOT do: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did not develop the fundamental theorem of calculus formally; did not unify the series approach with a differential framework.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Discussion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80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"Madhava had infinite series 300 years before Leibniz. So why is the series still called 'Leibniz series' in most textbooks?"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Possible answers: European mathematical literature was the dominant pipeline; Kerala school's work was not translated to European languages until much later; cite-attribution is conservative.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corrective: modern math history is increasingly using "Madhava-Leibniz series" — a real, slow correction.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Day 5: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"Tomorrow — mid-module + paper topic commitment."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Compute Mādhava's series numerically for 100 terms. How close to π?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Focus on Bakhshali + Bhāskara names with dates.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Madhava-Leibniz attribution is one of the most pedagogically useful examples of "real Indian contribution, slow Western recognition."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Don't oversell: Mādhava's work was discovered/recognised in the West via George Joseph and others in the late 20th c.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Plofker (2009), Chapters 4–7.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Hayashi (1995) on Bakhshali.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George Joseph (2011).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Crest of the Peacock: Non-European Roots of Mathematics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Princeton.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2026-05-28T05:59:07Z</dcterms:created>
  <dcterms:modified xsi:type="dcterms:W3CDTF">2026-05-28T05:59:07Z</dcterms:modified>
</cp:coreProperties>
</file>