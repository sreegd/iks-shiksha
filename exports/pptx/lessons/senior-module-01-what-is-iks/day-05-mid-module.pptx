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Mid-Module + Paper Topic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commit to a paper topic, draft a thesis paragraph, and outline.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Formative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Part B) – Project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Closed-book. 8 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+ topic commitment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Brief class review of common errors (5 min). – Each student writes:   – Working title   – One-paragraph thesis   – 3 sources (≥1 primary, ≥1 scholarly, ≥1 comparative or policy) – Quick buddy check (5 min). – Submitted at door.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Mark Day 6 reading. Bring 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Topic that engages the policy debate.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Topic on a single named achievement (e.g. "Mādhava's series for π — what it established and what it did not").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2026-05-28T04:27:24Z</dcterms:created>
  <dcterms:modified xsi:type="dcterms:W3CDTF">2026-05-28T04:27:24Z</dcterms:modified>
</cp:coreProperties>
</file>