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Mid-Module + Paper Topic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commit to a paper topic, draft a thesis paragraph, and outline.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brief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Closed-book. 8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Review + topic commitment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class review of common errors (5 min).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writes: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title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One-paragraph thesis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sources (≥1 primary, ≥1 scholarly, ≥1 comparative or policy)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buddy check (5 min).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 Day 6 reading. Bring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that engages the policy debate.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on a single named achievement (e.g. "Mādhava's series for π — what it established and what it did not").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2026-05-28T05:59:11Z</dcterms:created>
  <dcterms:modified xsi:type="dcterms:W3CDTF">2026-05-28T05:59:11Z</dcterms:modified>
</cp:coreProperties>
</file>