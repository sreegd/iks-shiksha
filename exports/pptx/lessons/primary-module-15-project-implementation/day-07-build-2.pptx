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Build / Make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building; daily journal entry.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More building today! Keep going on your project.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for 25 minutes. Teacher helps when stuck.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finish early — make it BETTER (add colour, add words). If you're slow — keep going! Tomorrow we document.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high-five with a friend.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2026-05-25T16:25:16Z</dcterms:created>
  <dcterms:modified xsi:type="dcterms:W3CDTF">2026-05-25T16:25:16Z</dcterms:modified>
</cp:coreProperties>
</file>