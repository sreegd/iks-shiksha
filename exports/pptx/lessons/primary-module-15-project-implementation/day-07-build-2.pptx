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380851"/>
            <a:ext cx="8498026" cy="3504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760"/>
              </a:lnSpc>
              <a:spcAft>
                <a:spcPts val="1000"/>
              </a:spcAft>
              <a:buNone/>
            </a:pPr>
            <a:r>
              <a:rPr lang="en-US" sz="2400" b="1" dirty="0">
                <a:solidFill>
                  <a:srgbClr val="87A96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Day 7 — Build / Make — Day 2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06301" y="89639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Module: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Project Implementation — Capstone (Primary) ·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Time: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30 min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23963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Goal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406301" y="1637854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Continue building; daily journal entry.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Materials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Notebook, pencils, drawing paper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34901" y="117306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lesson-plan.md for any day-specific materials)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flow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Settle + chant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Daily chant or breathing exercise.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Story recall (4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Briefly recall yesterday's lesson by asking: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"What's one thing you remember from yesterday?"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Today's idea (10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634901" y="883593"/>
            <a:ext cx="8102798" cy="281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marL="342900" indent="-342900">
              <a:lnSpc>
                <a:spcPts val="1620"/>
              </a:lnSpc>
              <a:spcAft>
                <a:spcPts val="300"/>
              </a:spcAft>
              <a:buSzPct val="100000"/>
              <a:buChar char="•"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anvayana</a:t>
            </a:r>
            <a:pPr algn="l" indent="0" marL="0">
              <a:lnSpc>
                <a:spcPts val="1620"/>
              </a:lnSpc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(IAST: anvayana; lit. "integration / following-through; capstone synthesis")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1254323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Introduce the concept gently using a story, a drawing, or a sensory example. The concept for today: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b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Build / Make — Day 2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 Keep sentences short.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Activity (8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 simplified version of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i="1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Mid-Project Critique Circle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 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activities/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). Draw, sing, or act it out.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Wrap-up (3 min)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Each child shares one word that describes today.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Homework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2323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(See 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homework.md</a:t>
            </a:r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.)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7F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9144000" cy="101501"/>
          </a:xfrm>
          <a:prstGeom prst="rect">
            <a:avLst/>
          </a:prstGeom>
          <a:solidFill>
            <a:srgbClr val="87A96B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406301" y="457051"/>
            <a:ext cx="8498026" cy="2742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0"/>
              </a:lnSpc>
              <a:spcBef>
                <a:spcPts val="600"/>
              </a:spcBef>
              <a:spcAft>
                <a:spcPts val="800"/>
              </a:spcAft>
              <a:buNone/>
            </a:pPr>
            <a:r>
              <a:rPr lang="en-US" sz="1800" b="1" dirty="0">
                <a:solidFill>
                  <a:srgbClr val="E07A5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Teacher notes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06301" y="870942"/>
            <a:ext cx="8498026" cy="42654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– Citations belong in teacher notes only, not in student-facing material at this band. – Keep new Sanskrit terms to one per lesson, repeated several times. – If energy is low, swap the activity for free drawing.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406301" y="4434929"/>
            <a:ext cx="8498026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680"/>
              </a:lnSpc>
              <a:spcBef>
                <a:spcPts val="300"/>
              </a:spcBef>
              <a:spcAft>
                <a:spcPts val="300"/>
              </a:spcAft>
              <a:buNone/>
            </a:pPr>
            <a:r>
              <a:rPr lang="en-US" sz="1200" dirty="0">
                <a:solidFill>
                  <a:srgbClr val="2C2C2C"/>
                </a:solidFill>
                <a:latin typeface="Verdana" pitchFamily="34" charset="0"/>
                <a:ea typeface="Verdana" pitchFamily="34" charset="-122"/>
                <a:cs typeface="Verdana" pitchFamily="34" charset="-120"/>
              </a:rPr>
              <a:t>Primary ·  · IKS Curriculum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— Primary</dc:title>
  <dc:subject>PptxGenJS Presentation</dc:subject>
  <dc:creator>IKS Curriculum</dc:creator>
  <cp:lastModifiedBy>IKS Curriculum</cp:lastModifiedBy>
  <cp:revision>1</cp:revision>
  <dcterms:created xsi:type="dcterms:W3CDTF">2026-05-25T08:47:50Z</dcterms:created>
  <dcterms:modified xsi:type="dcterms:W3CDTF">2026-05-25T08:47:50Z</dcterms:modified>
</cp:coreProperties>
</file>