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Document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up process, sources, reflections (~500 words for Senior).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Time to TELL the story of your project!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writes (with teacher help): – ONE sentence: what I made. – ONE sentence: how I made it. – ONE sentence: what I liked.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Plus a final drawing of the FINISHED project.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16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we rehearse the show!"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2026-05-28T04:14:20Z</dcterms:created>
  <dcterms:modified xsi:type="dcterms:W3CDTF">2026-05-28T04:14:20Z</dcterms:modified>
</cp:coreProperties>
</file>