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 — Document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Project Implementation — Capstone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Write up process, sources, reflections (~500 words for Senior).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pañcagavya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pañcagavya; lit. "five-cow-product preparation (substituted with fermented-foods study for school safety)")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Time to TELL the story of your project!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4947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writes (with teacher help): – ONE sentence: what I made. – ONE sentence: how I made it. – ONE sentence: what I liked.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25221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Plus a final drawing of the FINISHED project.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541687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Cheer.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"Tomorrow we rehearse the show!"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Mid-Project Critique Circle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2026-05-25T16:25:22Z</dcterms:created>
  <dcterms:modified xsi:type="dcterms:W3CDTF">2026-05-25T16:25:22Z</dcterms:modified>
</cp:coreProperties>
</file>