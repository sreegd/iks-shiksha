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380851"/>
            <a:ext cx="8498026" cy="3504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60"/>
              </a:lnSpc>
              <a:spcAft>
                <a:spcPts val="1000"/>
              </a:spcAft>
              <a:buNone/>
            </a:pPr>
            <a:r>
              <a:rPr lang="en-US" sz="2400" b="1" dirty="0">
                <a:solidFill>
                  <a:srgbClr val="87A96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Day 4 — Research — Day 2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06301" y="89639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Module: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Project Implementation — Capstone (Primary)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Time: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30 min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223963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Goal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406301" y="1637854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Continue research; sketch initial design.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Materials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– Notebook, pencils, drawing paper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34901" y="117306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(See lesson-plan.md for any day-specific materials)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flow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Settle + chant (3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Daily chant or breathing exercise.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Story recall (4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Briefly recall yesterday's lesson by asking: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"What's one thing you remember from yesterday?"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Today's idea (10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anvayana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(IAST: anvayana; lit. "integration / following-through; capstone synthesis")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254323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– More research today!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1543794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If yesterday you found 3 facts, today find 2 MORE. Plus: DRAW a picture of how your project will look when done.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06301" y="2046536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Show your picture to a friend. Friend asks one question.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"How will you do that?"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06301" y="2336006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Children answer with a sentence.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Activity (8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323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A simplified version of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Mid-Project Critique Circle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(see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activities/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). Draw, sing, or act it out.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Wrap-up (3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Each child shares one word that describes today.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Homework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323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(See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homework.md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.)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Teacher notes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– Citations belong in teacher notes only, not in student-facing material at this band. – Keep new Sanskrit terms to one per lesson, repeated several times. – If energy is low, swap the activity for free drawing.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 — Primary</dc:title>
  <dc:subject>PptxGenJS Presentation</dc:subject>
  <dc:creator>IKS Curriculum</dc:creator>
  <cp:lastModifiedBy>IKS Curriculum</cp:lastModifiedBy>
  <cp:revision>1</cp:revision>
  <dcterms:created xsi:type="dcterms:W3CDTF">2026-05-25T16:25:00Z</dcterms:created>
  <dcterms:modified xsi:type="dcterms:W3CDTF">2026-05-25T16:25:00Z</dcterms:modified>
</cp:coreProperties>
</file>