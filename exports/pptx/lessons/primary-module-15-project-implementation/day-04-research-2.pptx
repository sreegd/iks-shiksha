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Research — Day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Continue research; sketch initial design.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anvayana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anvayana; lit. "integration / following-through; capstone synthesis")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More research today!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yesterday you found 3 facts, today find 2 MORE. Plus: DRAW a picture of how your project will look when done.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your picture to a friend. Friend asks one question.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"How will you do that?"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360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answer with a sentence.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2026-05-28T04:14:04Z</dcterms:created>
  <dcterms:modified xsi:type="dcterms:W3CDTF">2026-05-28T04:14:04Z</dcterms:modified>
</cp:coreProperties>
</file>