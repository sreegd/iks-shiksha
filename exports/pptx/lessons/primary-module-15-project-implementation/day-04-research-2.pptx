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Research — Day 2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Project Implementation — Capstone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Continue research; sketch initial design.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anvayana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anvayana; lit. "integration / following-through; capstone synthesis")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Research — Day 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Mid-Project Critique Circle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2026-05-25T08:47:35Z</dcterms:created>
  <dcterms:modified xsi:type="dcterms:W3CDTF">2026-05-25T08:47:35Z</dcterms:modified>
</cp:coreProperties>
</file>