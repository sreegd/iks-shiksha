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Research — Day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Project Implementation — Capstone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Gather sources; cross-reference earlier modules.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siddhānta; lit. "concluded principle or doctrine")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Research — Day 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2026-05-25T08:47:29Z</dcterms:created>
  <dcterms:modified xsi:type="dcterms:W3CDTF">2026-05-25T08:47:29Z</dcterms:modified>
</cp:coreProperties>
</file>