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Research — Day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Gather sources; cross-reference earlier modules.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siddhānta; lit. "concluded principle or doctrine")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Find out MORE about your project!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you're doing a herb project, look at Module 10. If a moon calendar, Module 6.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Read 2 things about your project. Write 3 things you learned (with the teacher's help).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"research card" with 3 facts.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2026-05-25T16:24:55Z</dcterms:created>
  <dcterms:modified xsi:type="dcterms:W3CDTF">2026-05-25T16:24:55Z</dcterms:modified>
</cp:coreProperties>
</file>