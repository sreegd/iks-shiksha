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Capstone Overview and Project Menu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Review the 10-option project menu; pick a project.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Capstone Overview and Project Menu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2026-05-25T08:47:19Z</dcterms:created>
  <dcterms:modified xsi:type="dcterms:W3CDTF">2026-05-25T08:47:19Z</dcterms:modified>
</cp:coreProperties>
</file>