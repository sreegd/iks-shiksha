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Capstone Overview and Project Menu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Review the 10-option project menu; pick a project.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A WHOLE new kind of class: we make our OWN project!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5 simple project pictures: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845915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🌿 Plant garden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🎨 Make a herb book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📜 Draw a moon calendar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🪷 Magic square art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🧘 Teach yoga to little kids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319176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pick a favourite.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"Tomorrow you'll start planning!"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48123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cheer for every choice.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2026-05-25T16:24:45Z</dcterms:created>
  <dcterms:modified xsi:type="dcterms:W3CDTF">2026-05-25T16:24:45Z</dcterms:modified>
</cp:coreProperties>
</file>