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Mid-Project Critique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Project Implementation — Capstone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Pairs swap plans; offer one strength + one concern.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pañcagavya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pañcagavya; lit. "five-cow-product preparation (substituted with fermented-foods study for school safety)")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Friend check-in!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4338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your project plan and picture to 2 friends. They each tell you ONE thing they like, ONE thing to think about.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34612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Write down what they say. Then YOU decide: change something? keep it same?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your "updated plan" to the teacher.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2026-05-28T05:40:38Z</dcterms:created>
  <dcterms:modified xsi:type="dcterms:W3CDTF">2026-05-28T05:40:38Z</dcterms:modified>
</cp:coreProperties>
</file>