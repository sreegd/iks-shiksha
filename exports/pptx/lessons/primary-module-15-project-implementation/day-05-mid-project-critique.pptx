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87A9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5 — Mid-Project Critique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Project Implementation — Capstone (Primary)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30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Goal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63785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Pairs swap plans; offer one strength + one concern.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Notebook, pencils, drawing paper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17306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(See lesson-plan.md for any day-specific materials)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Settle + chant (3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Daily chant or breathing exercise.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Story recall (4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Briefly recall yesterday's lesson by asking: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"What's one thing you remember from yesterday?"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Today's idea (10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pañcagavya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(IAST: pañcagavya; lit. "five-cow-product preparation (substituted with fermented-foods study for school safety)")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46000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Friend check-in!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1749475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Show your project plan and picture to 2 friends. They each tell you ONE thing they like, ONE thing to think about.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2252216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Write down what they say. Then YOU decide: change something? keep it same?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06301" y="2541687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Show your "updated plan" to the teacher.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Activity (8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323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 simplified version of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Mid-Project Critique Circle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activities/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). Draw, sing, or act it out.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Wrap-up (3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Each child shares one word that describes today.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323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homework.md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.)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Citations belong in teacher notes only, not in student-facing material at this band. – Keep new Sanskrit terms to one per lesson, repeated several times. – If energy is low, swap the activity for free drawing.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Primary</dc:title>
  <dc:subject>PptxGenJS Presentation</dc:subject>
  <dc:creator>IKS Curriculum</dc:creator>
  <cp:lastModifiedBy>IKS Curriculum</cp:lastModifiedBy>
  <cp:revision>1</cp:revision>
  <dcterms:created xsi:type="dcterms:W3CDTF">2026-05-25T16:25:06Z</dcterms:created>
  <dcterms:modified xsi:type="dcterms:W3CDTF">2026-05-25T16:25:06Z</dcterms:modified>
</cp:coreProperties>
</file>