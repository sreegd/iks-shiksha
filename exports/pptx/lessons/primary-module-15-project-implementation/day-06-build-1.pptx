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Build / Make —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Start building the artefact (model, poster, deck, garden plot).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siddhānta; lit. "concluded principle or doctrine")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/ Make — Day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2026-05-25T08:47:45Z</dcterms:created>
  <dcterms:modified xsi:type="dcterms:W3CDTF">2026-05-25T08:47:45Z</dcterms:modified>
</cp:coreProperties>
</file>