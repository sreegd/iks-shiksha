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Build / Make — Day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Start building the artefact (model, poster, deck, garden plot).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siddhānta; lit. "concluded principle or doctrine")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TIME TO BUILD! 🛠️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gets out their materials (paper, paint, plants, etc.) and starts.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 walks around helping. Children share with their neighbour: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are you making?"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hold up what you've started.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"Tomorrow we keep going!"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2026-05-25T16:25:11Z</dcterms:created>
  <dcterms:modified xsi:type="dcterms:W3CDTF">2026-05-25T16:25:11Z</dcterms:modified>
</cp:coreProperties>
</file>