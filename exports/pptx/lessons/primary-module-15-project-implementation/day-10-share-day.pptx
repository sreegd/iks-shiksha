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Project Share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Present project to peers + parents; complete self-assessment.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Project Share Day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2026-05-25T08:48:06Z</dcterms:created>
  <dcterms:modified xsi:type="dcterms:W3CDTF">2026-05-25T08:48:06Z</dcterms:modified>
</cp:coreProperties>
</file>