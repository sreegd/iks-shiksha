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Project Share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Present project to peers + parents; complete self-assessment.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anvayana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anvayana; lit. "integration / following-through; capstone synthesis")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BIG DAY! Show-and-tell time! 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shows their project to the class.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939826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one thing you made.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Say one thing you learned.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Audience claps for each child.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End: everyone gets a "Curriculum Champion" sticker. Whole class chants: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"WE DID IT!"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2026-05-28T05:41:02Z</dcterms:created>
  <dcterms:modified xsi:type="dcterms:W3CDTF">2026-05-28T05:41:02Z</dcterms:modified>
</cp:coreProperties>
</file>