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Scope and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a 1-page project plan: problem, sources, deliverable, deadline.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Scope and Plan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2026-05-25T08:47:24Z</dcterms:created>
  <dcterms:modified xsi:type="dcterms:W3CDTF">2026-05-25T08:47:24Z</dcterms:modified>
</cp:coreProperties>
</file>