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 — Scope and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Write a 1-page project plan: problem, sources, deliverable, deadline.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pañcagavya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pañcagavya; lit. "five-cow-product preparation (substituted with fermented-foods study for school safety)")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Pick ONE project. Write down: – WHAT you'll do (one sentence) – WHAT you need (paper, plants, paint, etc.) – WHO will help (teacher, parent, friend) – WHEN it'll be done (today + 8 more days)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96274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has a "plan paper." Teacher helps with words.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25221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End: hold up your plan paper. Cheer.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2026-05-28T04:13:55Z</dcterms:created>
  <dcterms:modified xsi:type="dcterms:W3CDTF">2026-05-28T04:13:55Z</dcterms:modified>
</cp:coreProperties>
</file>