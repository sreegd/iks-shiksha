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</p:sldIdLst>
  <p:notesMasterIdLst>
    <p:notesMasterId r:id="rId15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notesMaster" Target="notesMasters/notesMaster1.xml"/><Relationship Id="rId16" Type="http://schemas.openxmlformats.org/officeDocument/2006/relationships/presProps" Target="presProps.xml"/><Relationship Id="rId17" Type="http://schemas.openxmlformats.org/officeDocument/2006/relationships/viewProps" Target="viewProps.xml"/><Relationship Id="rId18" Type="http://schemas.openxmlformats.org/officeDocument/2006/relationships/theme" Target="theme/theme1.xml"/><Relationship Id="rId19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87A9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380851"/>
            <a:ext cx="8498026" cy="3504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760"/>
              </a:lnSpc>
              <a:spcAft>
                <a:spcPts val="1000"/>
              </a:spcAft>
              <a:buNone/>
            </a:pPr>
            <a:r>
              <a:rPr lang="en-US" sz="2400" b="1" dirty="0">
                <a:solidFill>
                  <a:srgbClr val="87A96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Day 2 — Scope and Plan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406301" y="896392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Module: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 Project Implementation — Capstone (Primary) ·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Time: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 30 min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Primary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87A9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E07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Goal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Write a 1-page project plan: problem, sources, deliverable, deadline.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Primary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87A9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E07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Materials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634901" y="883593"/>
            <a:ext cx="8102798" cy="52566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Notebook, pencils, drawing paper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(See lesson-plan.md for any day-specific materials)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Primary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87A9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E07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The flow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Primary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87A9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E07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Settle + chant (3 min)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Daily chant or breathing exercise.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Primary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87A9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E07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Story recall (4 min)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Briefly recall yesterday's lesson by asking: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"What's one thing you remember from yesterday?"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Primary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87A9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E07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Today's idea (10 min)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634901" y="883593"/>
            <a:ext cx="8102798" cy="48756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i="1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pañcagavya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 (IAST: pañcagavya; lit. "five-cow-product preparation (substituted with fermented-foods study for school safety)")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Primary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87A9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E07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Today's idea (10 min) (cont.)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634901" y="883593"/>
            <a:ext cx="8102798" cy="125700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Pick ONE project. Write down: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WHAT you'll do (one sentence)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WHAT you need (paper, plants, paint, etc.)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WHO will help (teacher, parent, friend)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WHEN it'll be done (today + 8 more days)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2229445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Each child has a "plan paper." Teacher helps with words.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Primary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87A9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E07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Today's idea (10 min) (cont.)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End: hold up your plan paper. Cheer.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Primary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87A9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E07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Activity (8 min)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23232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A simplified version of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Mid-Project Critique Circle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 (see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activities/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). Draw, sing, or act it out.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Primary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87A9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E07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Wrap-up (3 min)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Each child shares one word that describes today.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Primary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87A9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E07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Homework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23232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(See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homework.md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.)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Primary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87A9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E07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Teacher notes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634901" y="883593"/>
            <a:ext cx="8102798" cy="7694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Citations belong in teacher notes only, not in student-facing material at this band.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Keep new Sanskrit terms to one per lesson, repeated several times.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If energy is low, swap the activity for free drawing.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Primary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13</Slides>
  <Notes>13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13</vt:i4>
      </vt:variant>
    </vt:vector>
  </HeadingPairs>
  <TitlesOfParts>
    <vt:vector size="16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 — Primary</dc:title>
  <dc:subject>PptxGenJS Presentation</dc:subject>
  <dc:creator>IKS Curriculum</dc:creator>
  <cp:lastModifiedBy>IKS Curriculum</cp:lastModifiedBy>
  <cp:revision>1</cp:revision>
  <dcterms:created xsi:type="dcterms:W3CDTF">2026-05-28T05:40:24Z</dcterms:created>
  <dcterms:modified xsi:type="dcterms:W3CDTF">2026-05-28T05:40:24Z</dcterms:modified>
</cp:coreProperties>
</file>