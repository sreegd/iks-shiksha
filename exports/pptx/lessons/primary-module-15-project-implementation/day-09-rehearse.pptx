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9 — Rehearse Presentation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Project Implementation — Capstone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Pair feedback on final presentation; refine.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siddhānta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siddhānta; lit. "concluded principle or doctrine")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Practice your show!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4379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practices saying what they made — to a partner, then to a small group.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183326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Tips: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"Look up. Speak clearly. Smile!"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12273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End: do a "warm-up cheer" together for tomorrow's big day.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Mid-Project Critique Circle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2026-05-25T16:25:27Z</dcterms:created>
  <dcterms:modified xsi:type="dcterms:W3CDTF">2026-05-25T16:25:27Z</dcterms:modified>
</cp:coreProperties>
</file>