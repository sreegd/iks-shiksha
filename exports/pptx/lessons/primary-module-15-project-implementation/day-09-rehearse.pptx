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Rehearse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 feedback on final presentation; refine.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 your show!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practices saying what they made — to a partner, then to a small group.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Tips: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up. Speak clearly. Smile!"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do a "warm-up cheer" together for tomorrow's big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2026-05-28T05:40:57Z</dcterms:created>
  <dcterms:modified xsi:type="dcterms:W3CDTF">2026-05-28T05:40:57Z</dcterms:modified>
</cp:coreProperties>
</file>