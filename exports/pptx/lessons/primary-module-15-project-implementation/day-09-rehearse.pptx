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Rehearse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 feedback on final presentation; refine.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siddhānta; lit. "concluded principle or doctrine")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Rehearse Presentation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2026-05-25T08:48:01Z</dcterms:created>
  <dcterms:modified xsi:type="dcterms:W3CDTF">2026-05-25T08:48:01Z</dcterms:modified>
</cp:coreProperties>
</file>