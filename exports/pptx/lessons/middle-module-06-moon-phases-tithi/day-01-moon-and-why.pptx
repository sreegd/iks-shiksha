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Moon and Why It Changes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explain, with a physical model, why the Moon appears to change shape over a ~29.5-day cycle, and will name the synodic month as the underlying period.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torch / flashlight (the brighter the better — bring spare batteries)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white ball (a table-tennis ball or a styrofoam ball about 4 cm across)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darkened classroom (curtains drawn or lights off for ~10 min)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synodic month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~29.53-day period from one new moon to the next; the basis of the lunar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(Sanskrit terms start tomorrow. Day 1 is observational and physical.)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question on board: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shape was it?"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4–5 students' answers. Sketch each shape they describe on the board (don't correct yet — just record).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is it sometimes a full circle, sometimes a thin sliver, sometimes nothing at all? That's what this module answers."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Moon is a ball lit by the Sun.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Hold up the white ball.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"This is the Moon — a rocky sphere, about a quarter the size of the Earth."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Shine the torch on it from one side.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Sun lights up only one half of the Moon. Always. Half is day, half is night."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shape changes — the demo.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Have one student stand still in the centre of the room (= Earth). One student stands ~3 m away holding the torch on (= Sun). You walk slowly around the Earth-student in a wide circle, holding the ball at arm's length so the Earth-student can see it.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each of 8 stopping points,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fraction of the lit half of the ball can Earth see?"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007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1 (Moon between Earth and Sun):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Earth sees the dark side.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moon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2 (45° on):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thin sliver visible on one side.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waxing crescent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3 (90°):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Half of the disc visible.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quarter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4 (135°):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Most of the disc visible.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waxing gibbous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 5 (Earth between Sun and Moon):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Earth sees the fully lit side.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moon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Positions 6–8: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Reverse — gibbous, half, crescent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11981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611981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Moon doesn't change. The angle from which we see it changes.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4901" y="198045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cycle takes ~29.5 days.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This is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synodic month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time from one new moon to the next. Write the number 29.53 on the board.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question to plant: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"Earth orbits the Sun in 365 days. The Moon orbits Earth in 29.5 days. Is the lunar 'month' the same as a calendar month?"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(No — and that's why we have leap years for the solar calendar, and a fancier system for the lunar one. We'll get to that on Day 5.)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Pair sketching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partner is "Sun" (holds an imaginary torch in one direction).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other is "Earth" (stays still).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 a small ball or a balled-up paper and walk it around Earth in 8 stopping positions.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each position, the Earth-partner sketches what shape they see in their notebook.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Pair sketching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7 minutes, swap roles.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end of activity, each student has 8 small Moon-shape sketches in their notebook labelled new, waxing crescent, first quarter, waxing gibbous, full, waning gibbous, last quarter, waning crescent.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on a slip of paper, 2 min: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one sentence: why does the Moon look different on different nights?"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Collect. Read 3 aloud quickly. Correct any "Earth's shadow makes the phases" answers gently — Earth's shadow only matters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eclipses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(Day 7).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Tonight's homework: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at the Moon. Note the date, the time, the shape (sketch). Write down the cloud condition. This starts your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10-night Moon diary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430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430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Moon does not change. Our view of it changes.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Sun lights up half of the Moon. As the Moon orbits Earth, we see different fractions of that lit half. Over ~29.5 days, the visible fraction grows from nothing (new moon), to a half-disc (quarter), to a full disc (full moon), back to a half, and back to nothing.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29.5-day cycle is called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synodic month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basis of the lunar calendar that we'll study in this module.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Tonight (and every night for 10 nights):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Look at the Moon. Sketch its shape in your workbook. Note the date, the time, and "clear / partly cloudy / overcast." If overcast, look it up on a Moon-phase app or NASA's published phase calendar.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Why is the synodic month (29.53 days) different from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sidereal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month (27.32 days, the time for the Moon to return to the same star background)? Hint: Earth has moved around the Sun during the lunar month.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Skip the 8-position drill. Focus on 4: new, half (waxing), full, half (waning). Build the rest later in the week.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592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students will say "the Moon makes its own light." It does not — it reflects sunlight. Show them this physically by switching the torch off in the demo. The ball goes dark.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will say "the Moon's far side is permanently dark." It is not. The Moon's far side gets just as much sunlight as the near side, on average — we just never see the far side from Earth because the Moon is tidally locked (the same face always faces us).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diary, if students live in a heavily light-polluted city, the thin crescents may be hard to spot in twilight. They can use an app for verification — that's acceptable.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reference: NCERT Science Class 6, Chapter 17 ("Stars and the Solar System"). No verse citation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2026-05-28T05:46:27Z</dcterms:created>
  <dcterms:modified xsi:type="dcterms:W3CDTF">2026-05-28T05:46:27Z</dcterms:modified>
</cp:coreProperties>
</file>