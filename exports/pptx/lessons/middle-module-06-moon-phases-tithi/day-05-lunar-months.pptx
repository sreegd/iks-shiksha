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Lunar Months and the Festival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name the 12 lunar months in order, explain how each month is named (after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its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and link at least three festivals to their tithi-and-month positions.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with a 12-row table ready – A printed list of major festivals across the 12 lunar months (one per pair)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māsa; lit. "month") — a lunar month, ~29.53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nakṣatra; lit. "lunar mansion") — one of 27 segments of the ecliptic, each ~13°20' wide. (Full coverage in a later module — today's mention is just for naming.)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adhika-māsa; lit. "extra month") — an intercalary 13th month inserted approximately every 32.5 months.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Quick recall using yesterday's tithi calendar: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month did we build the calendar for?"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(May, June, etc.)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the Indian lunar calendar, what month is that?"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(Answer: it depends — let's find out.)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Festival mapping + formative quiz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(8 min) — pair work.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gets the printed festival list (about 12 festivals). Their job: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which lunar month each festival falls 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tithi and pakṣa.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ONE festival that no one in the pair had heard of before. Write its month + pakṣa + tithi.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(7 min) — formative quiz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Collect and mark within 24 hours.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student names a festival their family celebrates; the class names the tithi+pakṣa+month. Two rounds.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decision deadline: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the end of today, every student has a project partner (or has confirmed individual work) and a tentative topic. Sticky note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are 12 lunar months. Each is named after 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which 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falls.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Caitra, Vaiśākha, Jyeṣṭha, Āṣāḍha, Śrāvaṇa, Bhādrapada, Āśvina, Kārtika, Mārgaśīrṣa, Pauṣa, Māgha, Phālguna.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conventions: months end at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amānta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or at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pūrṇimānta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Different regions, different conventions — same astronomy.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Indian festival sits at a precise (month + pakṣa + tithi) coordinate.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pañcāṅga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tells you exactly when.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– Submit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plan paragraph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5–8 sentences stating which lunar phenomenon you'll cover (phases / eclipses / intercalary month / something else), in what format, and what your audience walks away with.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deep-dive. Look up the rule: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lunar month in which no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(Sun's entry into a new zodiac sign) occurs. Why does the rule produce ~7 extra months in 19 years?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the first 6 month names this week. The rest can come during the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confuses everyone the first time. It's OK to leave students slightly fuzzy on it — the key insight is that conventions vary regionally, and "the calendar" isn't one fixed thing. – Some students will know a festival under a regional name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Gudi Pādvā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Ugādi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śukla pratipadā). Honour both. – The "12 months are named after nakṣatras" point doesn't need full nakṣatra coverage today — that comes in a later module. Today we just say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naming convention 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sources (named in class).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14 (computation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cited by text and chapter name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2026-05-25T16:27:06Z</dcterms:created>
  <dcterms:modified xsi:type="dcterms:W3CDTF">2026-05-25T16:27:06Z</dcterms:modified>
</cp:coreProperties>
</file>