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Naming the 15 Tithis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terms of the Moon's elongation from the Sun (12°), recite the 15 tithi names of a pakṣa in order, and explain why a tithi need not equal a 24-hour calendar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with three columns ready: Number | IAST name | English (ordinal)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printed handout of the 15 tithi names (one per student)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white ball and torch from Day 1 (one quick re-use)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tithi; lit. "lunar day") — 1/30 of a synodic month; precisely, the time the Moon takes to gain 12° of angular distance ("elongation") from the Sun.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elongation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angle between the Sun and Moon as seen from Earth (0°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180°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pakṣa is it?"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Recall: write on the board — "29.5 days, 2 pakṣas, 2 anchor days." Ask the class to fill in: how many days in a pakṣa? (~14.75.) How many parts will we divide that into? (15.)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tithi as a unit.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tithi is one-thirtieth of a full lunar cycle. So a synodic month has 30 tithis. Each pakṣa has 15."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board: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Synodic month (29.53 days)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Śukla pakṣa = 15 tithis (1 → 15)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Kṛṣṇa pakṣa = 15 tithis (1 → 15)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4901" y="176272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precise definition (this is important).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tithi is NOT one-thirtieth of a day. It is one-thirtieth of the cycle."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cycle covers 360° of elongation (the Moon goes all the way around). Divide 360° by 30 — each tithi is 12° of elongation.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75805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675805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186630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tithi = the time during which the Moon gains 12° of elongation on the Sun.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average, this takes about 23 hours and 37 minutes. But the Moon doesn't move uniformly — sometimes faster (perigee, closer to Earth) and sometimes slower (apogee, farther). So a single tithi can last anywhere from ~21.5 hours to ~26 hours.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tithi is not a day — three consequences.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tithis "skip" a sunrise. If a tithi starts at 7 a.m. and ends at 5 a.m. the next morning, it never overlaps with a sunrise. This is called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kṣaya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tithi ("decayed" — it never had a sunrise of its own).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tithis "span" two sunrises. If a tithi starts at 5 a.m. on one day and ends at 7 a.m. two days later, it covers two sunrises. This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vṛddhi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("growth").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tithis are tagged to one calendar date — the date during which the tithi is current at sunrise.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15 names — they are Sanskrit ordinals.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board, build the list. Students copy. (Show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column; same names apply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prefix.)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IAST · English (ordinal).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719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pratipadā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"first"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dvitīyā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"second"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tṛtīyā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"third"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caturthī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"fourth"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"fifth"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ṣaṣṭhī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"sixth"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"seventh"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"eighth"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"ninth"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"tenth"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"eleventh"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dvādaśī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"twelfth"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trayodaśī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"thirteenth"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"fourteenth"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full / new moon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the pattern: 1–10 are simple ordinals; 11–14 are compound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trayaḥ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); the 15th is always the anchor day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end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end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number recall.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Eka, dvi, tri, catur, pañca, ṣaṣ, sapta, aṣṭa, nava, daśa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count it together once. The tithi names will stick faster if students see them as ordinals first, Sanskrit terms second.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Tithi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 (8 min) — paired recall.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pairs, partners alternate: one says a tithi number (1–15), the other names the tithi in IAST. Switch roles every minute. Goal: name all 15 in under 60 seconds by end of activity.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Tithi drill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 (7 min) — date-to-tithi.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Distribute a printed list of 5 dates and the tithi at sunrise on each (lookup done by the teacher from any standard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e.g. for a sample week). Students answer: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date in śukla or kṛṣṇa pakṣa?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the Sanskrit name of the tithi?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shape will the Moon be that night?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446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around. Check that students are reading the table, not guessing.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for grading. Next day's class includes the result.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4: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build a tithi calendar for THIS calendar month."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883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883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tithi is the time the Moon takes to gain 12° on the Sun.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360° / 30 = 12° per tithi.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 tithi length: ~23 h 37 min — close to a day but not exactly a day.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tithis skip a sunrise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kṣaya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); some span two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vṛddhi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pakṣa has 15 tithis named as Sanskrit ordinals: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pratipadā, dvitīyā, tṛtīyā, caturthī, pañcamī, ṣaṣṭhī, saptamī, aṣṭamī, navamī, daśamī, ekādaśī, dvādaśī, trayodaśī, caturdaśī, 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Memorise the 15 tithi names. Quiz yourself or be quizzed at home.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the Moon diary — now naming the tithi as well as the pakṣa.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the formula for tithi computation: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 number = floor( ((Moon_ecliptic_longitude − Sun_ecliptic_longitude) mod 360) / 12 )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Use an astronomy app (Stellarium is free) to get the longitudes at any moment and compute the tithi yourself. Compare with a published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02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only the 6 anchor tithis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pratipadā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pūrṇimā/amāvasyā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Fill the rest in next week.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12°-per-tithi rule is the single most important computational fact in this module. Drill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for "tithi = day" confusion — every quiz will catch this. The simplest fix: ask "if a tithi started at 7 a.m. and the next started at 5 a.m. the next morning, how many hours was that tithi?" (22.) Repeat with different times until students see that tithi length varies.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Pronunciation: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ṣaṣṭhī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hard — "shash-tee."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"ay-KAH-da-shee." Don't rush.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 2: the tithi is defined as the period during which the Moon and Sun separate by 12° of arc. Cited by text name only; we do not quote a specific verse.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2026-05-28T05:46:44Z</dcterms:created>
  <dcterms:modified xsi:type="dcterms:W3CDTF">2026-05-28T05:46:44Z</dcterms:modified>
</cp:coreProperties>
</file>