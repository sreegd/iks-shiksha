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Naming the 15 Tithis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define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terms of the Moon's elongation from the Sun (12°), recite the 15 tithi names of a pakṣa in order, and explain why a tithi need not equal a 24-hour calendar day.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Board with three columns ready: Number | IAST name | English (ordinal) – A printed handout of the 15 tithi names (one per student) – The white ball and torch from Day 1 (one quick re-use) –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tithi; lit. "lunar day") — 1/30 of a synodic month; precisely, the time the Moon takes to gain 12° of angular distance ("elongation") from the Sun.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elongation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angle between the Sun and Moon as seen from Earth (0°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180°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pakṣa is it?"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 – Recall: write on the board — "29.5 days, 2 pakṣas, 2 anchor days." Ask the class to fill in: how many days in a pakṣa? (~14.75.) How many parts will we divide that into? (15.)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tithi as a unit.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tithi is one-thirtieth of a full lunar cycle. So a synodic month has 30 tithis. Each pakṣa has 15."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board: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45915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0113" y="1845915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627" y="197286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Synodic month (29.53 days)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14744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Śukla pakṣa = 15 tithis (1 → 15)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32201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Kṛṣṇa pakṣa = 15 tithis (1 → 15)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272504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precise definition (this is important).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30957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tithi is NOT one-thirtieth of a day. It is one-thirtieth of the cycle."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338524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cycle covers 360° of elongation (the Moon goes all the way around). Divide 360° by 30 — each tithi is 12° of elongation.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388798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tithi = the time during which the Moon gains 12° of elongation on the Sun.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301" y="417745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average, this takes about 23 hours and 37 minutes. But the Moon doesn't move uniformly — sometimes faster (perigee, closer to Earth) and sometimes slower (apogee, farther). So a single tithi can last anywhere from ~21.5 hours to ~26 hours.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901" y="469284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tithi is not a day — three consequences.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301" y="5063579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tithis "skip" a sunrise. If a tithi starts at 7 a.m. and ends at 5 a.m. the next morning, it never overlaps with a sunrise. This is called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kṣaya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tithi ("decayed" — it never had a sunrise of its own). – Some tithis "span" two sunrises. If a tithi starts at 5 a.m. on one day and ends at 7 a.m. two days later, it covers two sunrises. This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vṛddhi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("growth"). – Most tithis are tagged to one calendar date — the date during which the tithi is current at sunrise.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901" y="600551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15 names — they are Sanskrit ordinals.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637624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board, build the list. Students copy. (Show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column; same names apply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prefix.)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301" y="1099155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pattern: 1–10 are simple ordinals; 11–14 are compound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daśī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daśī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daśī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catur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daśī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the 15th is always the anchor day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end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end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901" y="1150694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Sanskrit number recall.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Eka, dvi, tri, catur, pañca, ṣaṣ, sapta, aṣṭa, nava, daśa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count it together once. The tithi names will stick faster if students see them as ordinals first, Sanskrit terms second.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301" y="121595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Tithi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(8 min) — paired recall.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pairs, partners alternate: one says a tithi number (1–15), the other names the tithi in IAST. Switch roles every minute. Goal: name all 15 in under 60 seconds by end of activity.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(7 min) — date-to-tithi.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Distribute a printed list of 5 dates and the tithi at sunrise on each (lookup done by the teacher from any standard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e.g. for a sample week). Students answer: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78546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date in śukla or kṛṣṇa pakṣa?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Sanskrit name of the tithi?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shape will the Moon be that night?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03683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around. Check that students are reading the table, not guessing.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on a slip of paper (5 questions, 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 for grading. Next day's class includes the result.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7549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4: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build a tithi calendar for THIS calendar month."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Memorise the 15 tithi names. Quiz yourself or be quizzed at home. – Continue the Moon diary — now naming the tithi as well as the pakṣa.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up the formula for tithi computation: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5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 number = floor( ((Moon_ecliptic_longitude − Sun_ecliptic_longitude) mod 360) / 12 ) + 1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Use an astronomy app (Stellarium is free) to get the longitudes at any moment and compute the tithi yourself. Compare with a published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0203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only the 6 anchor tithis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pratipadā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pañcamī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aṣṭamī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ekādaśī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caturdaśī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pūrṇimā/amāvasyā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Fill the rest in next week.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12°-per-tithi rule is the single most important computational fact in this module. Drill it. – Watch for "tithi = day" confusion — every quiz will catch this. The simplest fix: ask "if a tithi started at 7 a.m. and the next started at 5 a.m. the next morning, how many hours was that tithi?" (22.) Repeat with different times until students see that tithi length varies. – Pronunciation: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ṣaṣṭhī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hard — "shash-tee."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Ekādaśī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"ay-KAH-da-shee." Don't rush.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Paraphrase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chapter 2: the tithi is defined as the period during which the Moon and Sun separate by 12° of arc. Cited by text name only; we do not quote a specific verse.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2026-05-25T08:49:26Z</dcterms:created>
  <dcterms:modified xsi:type="dcterms:W3CDTF">2026-05-25T08:49:26Z</dcterms:modified>
</cp:coreProperties>
</file>