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The Pañcāṅga: Five Limbs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name the five limbs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tithi, vāra, nakṣatra, yoga, karaṇa — and explain in one sentence each what each limb tracks.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sample page used on Day 4 – Board with a 5-row table ready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pañca-aṅga; lit. "five limbs") — the traditional Indian almanac listing five astronomical quantities for each 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aṅga; lit. "limb, part") — one of the five components.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vāra; lit. "day of the week, occasion") — the weekday.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yoga; lit. "joining, combination") — here, one of 27 astronomical divisions based on the sum of Sun and Moon longitudes. (Distinct from yoga as in Patañjali's discipline — same word, different application.)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karaṇa; lit. "doing, half-portion") — a half-tithi. There are 60 karaṇas in a synodic month.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 far, we've spent five days on ONE limb of the pañcāṅga — the tithi. The pañcāṅga has FOUR more limbs. Today: a tour."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Read the pañcāṅga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 take yesterday's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page and find: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date row.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tithi (already familiar).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vāra (compare with the English weekday — does it match?).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nakṣatra. Try to pronounce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yoga and karaṇa names (these are new — just read them, no need to compute).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891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writes one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"Today, [date], the Moon is in [nakṣatra] nakṣatra, it is [tithi] of the [pakṣa] pakṣa, and the vāra is [day]."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aloud 2–3 students' sentences. The class reciprocates with the meanings ("Mars day," "Saturn day," etc.).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7: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"Tomorrow, the big question — why do eclipses happen on amāvasyā and pūrṇimā, but not every month?"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430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430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pañcāṅga has five limbs. Each tracks a different astronomical fact.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Limb | What it tracks | |------|----------------|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Moon's elongation from the Sun (1 of 30)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day of the week (1 of 7)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nakṣatra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Moon's position against the stars (1 of 27)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sum of Sun + Moon longitudes (1 of 27)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half-tithi (1 of 11 cycling names)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Knowing all five for a given moment is like having a snapshot of where the Sun and Moon are. A modern astronomy almanac does the same job in a different format.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diary. – For Day 7: read NASA's published lunar phase page for the current year. Note any solar or lunar eclipses listed for this year — when, where visible. Bring 1 example.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Compute the yoga number for today. You need the Sun's ecliptic longitude and the Moon's ecliptic longitude (from any astronomy app). Add them, divide by 13°20', take the integer part + 1 — that's the yoga number. Compare with what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three limbs only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yoga and karaṇa terms can stay as "things I've heard of" for now.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limb is the most confusing — partly because "yoga" also means the spiritual discipline. Note this explicitly. They are different applications of the same Sanskrit root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yuj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("to join"). 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naming is genuinely complicated. Don't try to teach all 11 names today — just enough that students know there are half-tithis and they have names. – This is a content-heavy day. If the class is fading, move the activity to a paired worksheet for tomorrow and use today's time for slow walkthrough.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General reference: the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source. The five-limb framework dates to early Indian astronomical literature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Pañcasiddhāntikā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Varāhamihira, 6th c. CE), but the modern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form is later. Paraphrased; no specific verse cited.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2026-05-28T04:19:00Z</dcterms:created>
  <dcterms:modified xsi:type="dcterms:W3CDTF">2026-05-28T04:19:00Z</dcterms:modified>
</cp:coreProperties>
</file>