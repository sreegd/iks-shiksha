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The Pañcāṅga: Five Limbs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Moon Phases &amp;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will name the five limbs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of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tithi, vāra, nakṣatra, yoga, karaṇa — and explain in one sentence each what each limb tracks.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page used on Day 4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with a 5-row table ready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668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pañca-aṅga; lit. "five limbs") — the traditional Indian almanac listing five astronomical quantities for each day.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aṅga; lit. "limb, part") — one of the five components.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vāra; lit. "day of the week, occasion") — the weekday.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yoga; lit. "joining, combination") — here, one of 27 astronomical divisions based on the sum of Sun and Moon longitudes. (Distinct from yoga as in Patañjali's discipline — same word, different application.)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karaṇa; lit. "doing, half-portion") — a half-tithi. There are 60 karaṇas in a synodic month.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"Did you see the Moon last night? What tithi?"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2 students share.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"So far, we've spent five days on ONE limb of the pañcāṅga — the tithi. The pañcāṅga has FOUR more limbs. Today: a tour."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limbs.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on the board: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# · Limb · What it tracks · Number of options.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Moon's elongation from Sun · 30 per month (covered Days 3–4)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day of the week · 7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Moon's position against the star background · 27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sum of Sun-and-Moon ecliptic longitudes · 27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half-tithi · 11 names cycling (because of how the 60 karaṇas of a month are named)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Limb-by-limb walkthrough.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Spend 3 min on each, with concrete reference to the Day 4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page: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Vāra — the weekday (7).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Named after the seven classical bodies: Sun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Moon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 / Indu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Mars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Maṅgala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Mercury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Budha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Jupiter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 / Bṛhaspati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Venus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Śukra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Saturn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Śani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English Sunday/Monday/... has the same Sun/Moon/Saturn pattern — same naming logic from the same classical-period astronomy.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 — lunar mansion (27).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Moon takes about 27.3 days to circle the sky and return to the same star background (the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sidereal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month). Indian astronomers divided the Moon's path into 27 segments, each ~13°20' wide, named after the star pattern in that segment (Aśvinī, Bharaṇī, Kṛttikā, Rohiṇī, ... Revatī).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lists which nakṣatra the Moon is in each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 — joining (27).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the Sun's ecliptic longitude to the Moon's. Divide by 13°20'. The result is the yoga number (1–27). Each has a name (Viṣkambha, Prīti, Āyuṣmān, ...). It's a derived quantity, useful for timing in traditional astrology.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Karaṇa — half-tithi (11 cycling).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tithi is split into two halves. The first 7 karaṇas of the month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("moving") karaṇas — Bava, Bālava, Kaulava, Taitila, Garaja, Vaṇija, Viṣṭi. They cycle 8 times through the month. The last 4 are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sthira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("fixed") — Śakuni, Catuṣpada, Nāga, Kiṁstughna — and appear once each near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amāvasyā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So 8 × 7 + 4 = 60 half-tithis per month.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812875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five limbs?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limb encodes a different astronomical fact: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position of the Moon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to the Sun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position of the Moon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the stars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combined Sun + Moon position.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solar day count.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 finer division for sub-day timing.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22944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 they pinpoint the astronomical situation on any given day.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is, in effect, a compact astronomical state vector.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898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parallel.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modern astronomy almanac (e.g. an ephemeris like NASA's Horizons system) lists planet positions, lunar phase, day of week, eclipse data, etc.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exactly this kind of document — older format, same purpose. The major difference: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also carries cultural / ritual tags (auspicious times, fast days), which a modern ephemeris does not.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Read the pañcāṅga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students take yesterday's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page and find: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date row.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tithi (already familiar).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vāra (compare with the English weekday — does it match?).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nakṣatra. Try to pronounce 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yoga and karaṇa names (these are new — just read them, no need to compute).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 — Read the pañcāṅga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pair writes one sentence: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"Today, [date], the Moon is in [nakṣatra] nakṣatra, it is [tithi] of the [pakṣa] pakṣa, and the vāra is [day]."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aloud 2–3 students' sentences. The class reciprocates with the meanings ("Mars day," "Saturn day," etc.).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7: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"Tomorrow, the big question — why do eclipses happen on amāvasyā and pūrṇimā, but not every month?"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843088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843088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pañcāṅga has five limbs. Each tracks a different astronomical fact.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 Limb | What it tracks | |------|----------------|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tithi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Moon's elongation from the Sun (1 of 30)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day of the week (1 of 7)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nakṣatra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Moon's position against the stars (1 of 27)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sum of Sun + Moon longitudes (1 of 27) | |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| half-tithi (1 of 11 cycling names) |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2074218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 all five for a given moment is like having a snapshot of where the Sun and Moon are. A modern astronomy almanac does the same job in a different format.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the Moon diary.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Day 7: read NASA's published lunar phase page for the current year. Note any solar or lunar eclipses listed for this year — when, where visible. Bring 1 example.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4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the yoga number for today. You need the Sun's ecliptic longitude and the Moon's ecliptic longitude (from any astronomy app). Add them, divide by 13°20', take the integer part + 1 — that's the yoga number. Compare with what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three limbs only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nakṣatra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yoga and karaṇa terms can stay as "things I've heard of" for now.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386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limb is the most confusing — partly because "yoga" also means the spiritual discipline. Note this explicitly. They are different applications of the same Sanskrit root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yuj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("to join").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karaṇa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naming is genuinely complicated. Don't try to teach all 11 names today — just enough that students know there are half-tithis and they have names.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content-heavy day. If the class is fading, move the activity to a paired worksheet for tomorrow and use today's time for slow walkthrough.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reference: the class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source. The five-limb framework dates to early Indian astronomical literature (e.g.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Pañcasiddhāntikā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Varāhamihira, 6th c. CE), but the modern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pañcāṅga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form is later. Paraphrased; no specific verse cited.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2026-05-28T05:47:09Z</dcterms:created>
  <dcterms:modified xsi:type="dcterms:W3CDTF">2026-05-28T05:47:09Z</dcterms:modified>
</cp:coreProperties>
</file>