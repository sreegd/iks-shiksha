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Cross-cultural Lunar Calendars + Project Build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Moon Phases &amp;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(15 min content + 30 min project)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7445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98834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will compare the Indian lunisolar calendar with three other lunar/lunisolar calendars (Islamic Hijri, Chinese, Hebrew) — identifying what is shared (lunar month basis) and what differs (intercalation rules).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Board with a comparison table ready – Project supplies (continued from Day 8) – 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you see the Moon last night? What tithi?"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"Many cultures, looking at the same Moon, built different calendars. Today: a 15-minute compare-and-contrast, then back to project build."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(25 min) — Project build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continue their projects from Day 8. The teacher rotates with two priorities: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check.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project has a real, named citation by end of class today. No invented references.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3-minute script check.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pair has written or rehearsed a 3-minute presentation script. The artefact alone is not the project;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99325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whose project relates to cross-cultural lunar calendars can use the Day 9 content directly. Others are encouraged to add a one-sentence cross-cultural note ("this Indian system, like the Chinese and Hebrew, is lunisolar...").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All pairs submit a near-final draft (photo / file). – One sentence from each pair on the board: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"Our project covers ___ and our source is ___."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 10. 3-minute presentations. Summative quiz.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Continue the Moon diary (one night left). – Final touches on your project. Bring everything to class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 TWO calendars and write a paragraph: under what circumstances does each calendar's design choice make sense? (Pure lunar — when religious months not tied to season matter most; lunisolar — when agriculture matters; pure solar — when civil administration matters.)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 just the Indian and the Hijri (pure lunar). One difference, one similarity. That's enough.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This content is genuinely cross-cultural. Avoid framing as "ours is best." All four systems work; they encode different priorities. – The Metonic cycle (19-year Hebrew cycle) and the Indian intercalation rule converge to about the same accuracy. This is mathematically interesting — students at Senior band can explore it. – Keep this part to 15 minutes. The project is the major work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General references for each calendar — use any standard encyclopaedic source (e.g.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Encyclopaedia Britannica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entries on the Hijri, Chinese, and Hebrew calendars). Do not invent specific verse numbers from primary sources.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2026-05-25T16:27:31Z</dcterms:created>
  <dcterms:modified xsi:type="dcterms:W3CDTF">2026-05-25T16:27:31Z</dcterms:modified>
</cp:coreProperties>
</file>