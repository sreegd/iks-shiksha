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Cross-cultural Lunar Calendars + Project Build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(15 min content + 30 min project)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compare the Indian lunisolar calendar with three other lunar/lunisolar calendars (Islamic Hijri, Chinese, Hebrew) — identifying what is shared (lunar month basis) and what differs (intercalation rules).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with a comparison table ready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supplies (continued from Day 8)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"Many cultures, looking at the same Moon, built different calendars. Today: a 15-minute compare-and-contrast, then back to project build."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content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common starting point.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culture observing the Moon notices the ~29.5-day cycle. The question every culture answers: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we fit 29.5-day lunar months into a 365.24-day solar year?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resolutions: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content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Ignore the solar year.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only lunar months. The months drift through the seasons. (Islamic / Hijri)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Re-align periodically with an extra month.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Lunisolar. (Indian, Chinese, Hebrew)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Ignore the lunar month.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only the solar year, fix months at 30–31 days. (Modern Gregorian)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75453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calendar table.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 on the board: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content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Feature · Indian (Hindu) · Islamic (Hijri) · Chinese · Hebrew.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content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68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Lunisolar · Pure lunar · Lunisolar · Lunisolar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Months/year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12 (or 13 with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 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12 · 12 (or 13 with leap month) · 12 (or 13 with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Adar II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month begins 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(region-dependent) · First sighting of crescent after new moon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(new moon)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(with calculated rules)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per year (average)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~365.25 · ~354 · ~365.25 · ~365.25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Intercalation rule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Month with no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(extra) · None · Month with no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zhōngqì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(zhongqi solar term) · 7 leap months in 19 years (Metonic)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content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 through seasons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Stays aligned · Drifts ~11 days/year backward · Stays aligned · Stays aligned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specific example.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Ramaḍān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(Islamic) shifts ~11 days earlier each Gregorian year.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Caitra śukla pratipadā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(Indian new year,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Ugādi/Gudi Pādvā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stays in March–April.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Pesach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(Hebrew) stays in spring.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Chūn Jié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(Chinese new year) stays in late January / early February. The lunisolar systems all use intercalation to keep their months in-season; the pure lunar system does not.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content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any of this matter?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Three reasons: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Cultural literacy.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Knowing how other calendars work helps in a multi-cultural society.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Astronomical insight.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calendar reveals a different choice in handling the same underlying mismatch (29.5 vs. 365.24).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depth.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four systems were refined over many centuries. The Indian, Chinese, and Hebrew systems independently arrived at lunisolar intercalation — convergent astronomical reasoning.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Project build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continue their projects from Day 8. The teacher rotates with two priorities: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project has a real, named citation by end of class today. No invented references.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3-minute script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pair has written or rehearsed a 3-minute presentation script. The artefact alone is not the project;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explanation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Project build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whose project relates to cross-cultural lunar calendars can use the Day 9 content directly. Others are encouraged to add a one-sentence cross-cultural note ("this Indian system, like the Chinese and Hebrew, is lunisolar...").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pairs submit a near-final draft (photo / file).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sentence from each pair on the board: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"Our project covers ___ and our source is ___."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 10. 3-minute presentations.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883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883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lunar/lunisolar calendars compared: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(lunisolar)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12 months,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adhika māsa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 ~32 months.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Islamic / Hijri (pure lunar)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12 months, no intercalation. Drifts ~11 days/year.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Chinese (lunisolar)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12 months, leap month every ~32 months.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Hebrew (lunisolar)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7 leap months in 19 years (Metonic cycle).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Indian, Chinese, and Hebrew systems independently arrived at lunisolar intercalation. Their rules differ; the underlying problem is the same.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the Moon diary (one night left).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touches on your project. Bring everything to class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TWO calendars and write a paragraph: under what circumstances does each calendar's design choice make sense? (Pure lunar — when religious months not tied to season matter most; lunisolar — when agriculture matters; pure solar — when civil administration matters.)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Compare just the Indian and the Hijri (pure lunar). One difference, one similarity. That's enough.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content is genuinely cross-cultural. Avoid framing as "ours is best." All four systems work; they encode different priorities.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Metonic cycle (19-year Hebrew cycle) and the Indian intercalation rule converge to about the same accuracy. This is mathematically interesting — students at Senior band can explore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this part to 15 minutes. The project is the major work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references for each calendar — use any standard encyclopaedic source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Encyclopaedia Britannica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entries on the Hijri, Chinese, and Hebrew calendars). Do not invent specific verse numbers from primary sources.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2026-05-28T05:47:32Z</dcterms:created>
  <dcterms:modified xsi:type="dcterms:W3CDTF">2026-05-28T05:47:32Z</dcterms:modified>
</cp:coreProperties>
</file>