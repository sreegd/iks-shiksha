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Eclipses: Why and When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Moon Phases &amp;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will explain (with a diagram) why solar eclipses occur on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amāvasyā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lunar eclipses on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why eclipses do not happen every month, and what the safe ways to view a solar eclipse are.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 small globe (or a large white ball — the Earth) – A smaller dark ball (a tennis ball, painted dark — the Moon) – A torch (the Sun) – Two metres of string (to mark orbits) – The activity-02 handout for the diagramming exercise – Notebooks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eclipse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when one body's shadow falls on another (lunar eclipse: Earth's shadow on Moon) or one body passes between two others (solar eclipse: Moon between Sun and Earth).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ecliptic plane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plane of Earth's orbit around the Sun.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two points where the Moon's orbit crosses the ecliptic plane.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"Did you see the Moon last night? What tithi?"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 students share.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 have a Moon diary now. Has any night's Moon been completely covered by Earth's shadow? Probably not. Why not? That's today."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(10 min) — Diagram the geometry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activities/activity-02-eclipse-geometry.md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full. Students: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82588"/>
            <a:ext cx="8102798" cy="16683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Receive the activity sheet (with two unfinished diagrams — Sun in one position, Earth in another, Moon's orbit drawn around Earth).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 the Moon (a sticker or a drawn circle) at the eclipse positions: between Sun and Earth (solar) and opposite (lunar).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the shadow cones.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the two nodes on the Moon's orbit and shade the regions where an eclipse is possible.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the diagram, in 3 sentences, explain: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an eclipse not happen every amāvasyā / pūrṇimā?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Read the safety rule aloud as a class. Once more. – Ask: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"What's the safest way to watch a solar eclipse?"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(Eclipse glasses with ISO certification; or pinhole projection.)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about a lunar eclipse?"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(Look directly — no danger.)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38633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8: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you start your project."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3036094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3036094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Solar eclipse: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Sun, Moon, Earth in line (Moon in middle). Happens on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amāvasyā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Moon's shadow falls on Earth.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574155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Lunar eclipse: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Sun, Earth, Moon in line (Earth in middle). Happens on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pūrṇimā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Earth's shadow falls on Moon.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923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not every month?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Moon's orbit is tilted ~5° from Earth's orbit around the Sun. So usually the Moon's shadow misses Earth (at amāvasyā) or Earth's shadow misses the Moon (at pūrṇimā). Eclipses happen only when the Moon is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both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at amāvasyā/pūrṇimā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close to one of the two nodes (where the two orbital planes cross).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3036243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⚠️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NEVER look directly at a solar eclipse.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Use ISO 12312-2 certified eclipse glasses, or project the Sun through a pinhole onto paper. Sunglasses, smoked glass, photographic film do not work. Lunar eclipses are safe to view directly.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Continue the Moon diary. – Look up: what is the date of the next solar eclipse and the next lunar eclipse visible from India? Note in your workbook.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42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Find the dates of the nodes for this year. (The two nodes drift backward through the ecliptic — they complete one full circuit in ~18.6 years. This is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Saros cycle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's underlying mechanism.) Why does this give us "eclipse seasons" twice a year?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Skip the node-drift detail. Focus on: solar eclipse = amāvasyā + alignment, lunar eclipse = pūrṇimā + alignment. The "tilted orbit" is the key idea; the nodes are the precise version of 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279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This is the single highest-safety-risk day in the entire IKS curriculum if there's a solar eclipse during the school term. Even if there isn't one this term, drill the safety rule. Eclipses come around. – Some students will know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Rāhu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story (Rāhu the demon swallowing the Sun/Moon during eclipses). Acknowledge it as a pre-scientific narrative shared by many cultures, then return to the geometric explanation. Classical Indian astronomers like Āryabhaṭa explicitly rejected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Rāhu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explanation in favour of the shadow-geometry account. – The "5° tilt" number is the key. Repeat it. Without it, the "why not every month" question has no answer.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Paraphrase 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Sūrya-siddhānta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chapters 4–5 (computation of solar and lunar eclipses): the text gives detailed algorithms for predicting eclipse timing using the geometry of the Moon's nodes. Cited by text and chapter range only. – Modern reference: NASA's eclipse pages (search "NASA Eclipse Website" — official, free).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2026-05-25T08:49:52Z</dcterms:created>
  <dcterms:modified xsi:type="dcterms:W3CDTF">2026-05-25T08:49:52Z</dcterms:modified>
</cp:coreProperties>
</file>