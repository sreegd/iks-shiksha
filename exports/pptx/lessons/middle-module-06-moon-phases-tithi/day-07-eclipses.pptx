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Eclipses: Why and When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explain (with a diagram) why solar eclipses occur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lunar eclipses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why eclipses do not happen every month, and what the safe ways to view a solar eclipse 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globe (or a large white ball — the Earth)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smaller dark ball (a tennis ball, painted dark — the Moon)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torch (the Sun)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metres of string (to mark orbits)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activity-02 handout for the diagramming exercise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when one body's shadow falls on another (lunar eclipse: Earth's shadow on Moon) or one body passes between two others (solar eclipse: Moon between Sun and Earth).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 plane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plane of Earth's orbit around the Sun.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two points where the Moon's orbit crosses the ecliptic plane.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have a Moon diary now. Has any night's Moon been completely covered by Earth's shadow? Probably not. Why not? That's today."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first (2 min, before anything else).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 in capitals: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LOOK DIRECTLY AT A SOLAR ECLIPSE. Ordinary sunglasses do not protect your eyes. You need ISO 12312-2 certified eclipse glasses, or use pinhole projection.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student copies this into their workbook. We will revisit at end of class.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 geometry — three bodies in a 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the demo: torch (Sun) on one side, white ball (Earth) in middle, dark ball (Moon) on the other side. Show the two configurations: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eclipse: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Sun — Moon — Earth (in that order). Moon casts a shadow on Earth. This can ONLY happen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(because that's the only time the Moon is between Sun and Earth).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eclipse: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Sun — Earth — Moon. Earth casts a shadow on Moon. This can ONLY happen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(because that's the only time the Moon is opposite the Sun).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9221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why doesn't this happen every month?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 month has an amāvasyā and a pūrṇimā. If geometry were the only thing, we'd have a solar eclipse every new moon and a lunar eclipse every full moon. Clearly we don't."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reason: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Moon's orbit is tilted by ~5° relative to Earth's orbit around the Sun.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 this with the string and the two balls — Earth's orbit is one flat ring; the Moon's orbit is a smaller ring tilted by 5°.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months, when the Moon is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(between Earth and Sun), it's either above or below the Sun-Earth line — its shadow misses Earth. Same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Earth's shadow misses the Moon.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eclipse only happens when the Moon is 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it's near one of the two nodes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(the points where the Moon's tilted orbit crosses the flat ecliptic plane). That's why eclipses come in pairs (a solar and a lunar within ~14 days) and in "eclipse seasons" twice a year.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eclipses per year?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Solar: 2 to 5 per year, somewhere on Earth.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Lunar: 0 to 3 per year.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any one location, a total solar eclipse is rare — the path of totality is narrow, and most observers see only partial eclipses.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3435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vs. lunar — what they look like.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eclipse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Sun briefly turns into a "ring of fire" (annular) or vanishes completely (total). Daylight goes blue-grey. Birds may roost. Only visible from the narrow shadow strip.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eclipse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Moon turns dim coppery-red ("blood moon") because the only sunlight reaching it is sunlight bent through Earth's atmosphere. Visible from the entire night-side of Earth. Lasts up to ~100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astronomical sources knew this.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(c. 5th–10th c. CE) gives algorithms for eclipse prediction — start time, duration, magnitude. Āryabhaṭa (5th c. CE) had a clear understanding of eclipse geometry (Moon's shadow, Earth's shadow, ecliptic plane) and rejected mythological explanations (the "Rāhu swallowing the Sun" story is older and pre-scientific; classical Indian astronomers had a separate, mathematical account).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Diagram the geometry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activities/activity-02-eclipse-geometry.md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full. Students: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Diagram the geometry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 the activity sheet (with two unfinished diagrams — Sun in one position, Earth in another, Moon's orbit drawn around Earth).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the Moon (a sticker or a drawn circle) at the eclipse positions: between Sun and Earth (solar) and opposite (lunar).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shadow cones.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two nodes on the Moon's orbit and shade the regions where an eclipse is possible.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diagram, in 3 sentences, explain: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an eclipse not happen every amāvasyā / pūrṇimā?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safety rule aloud as a class. Once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safest way to watch a solar eclipse?"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(Eclipse glasses with ISO certification; or pinhole projection.)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about a lunar eclipse?"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(Look directly — no danger.)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start your project."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360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360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eclipse: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Sun, Moon, Earth in line (Moon in middle). Happens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Moon's shadow falls on Earth.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Lunar eclipse: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Sun, Earth, Moon in line (Earth in middle). Happens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Earth's shadow falls on Moon.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every month?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Moon's orbit is tilted ~5° from Earth's orbit around the Sun. So usually the Moon's shadow misses Earth (at amāvasyā) or Earth's shadow misses the Moon (at pūrṇimā). Eclipses happen only when the Moon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amāvasyā/pūrṇimā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close to one of the two nodes (where the two orbital planes cross).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303624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look directly at a solar eclipse.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ISO 12312-2 certified eclipse glasses, or project the Sun through a pinhole onto paper. Sunglasses, smoked glass, photographic film do not work. Lunar eclipses are safe to view directly.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the Moon diary.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up: what is the date of the next solar eclipse and the next lunar eclipse visible from India? Note in your workbook.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the dates of the nodes for this year. (The two nodes drift backward through the ecliptic — they complete one full circuit in ~18.6 years. This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Saros cycle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 underlying mechanism.) Why does this give us "eclipse seasons" twice a year?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node-drift detail. Focus on: solar eclipse = amāvasyā + alignment, lunar eclipse = pūrṇimā + alignment. The "tilted orbit" is the key idea; the nodes are the precise version of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single highest-safety-risk day in the entire IKS curriculum if there's a solar eclipse during the school term. Even if there isn't one this term, drill the safety rule. Eclipses come around.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know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story (Rāhu the demon swallowing the Sun/Moon during eclipses). Acknowledge it as a pre-scientific narrative shared by many cultures, then return to the geometric explanation. Classical Indian astronomers like Āryabhaṭa explicitly rejected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explanation in favour of the shadow-geometry account.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"5° tilt" number is the key. Repeat it. Without it, the "why not every month" question has no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chapters 4–5 (computation of solar and lunar eclipses): the text gives detailed algorithms for predicting eclipse timing using the geometry of the Moon's nodes. Cited by text and chapter range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reference: NASA's eclipse pages (search "NASA Eclipse Website" — official, free).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2026-05-28T05:47:18Z</dcterms:created>
  <dcterms:modified xsi:type="dcterms:W3CDTF">2026-05-28T05:47:18Z</dcterms:modified>
</cp:coreProperties>
</file>