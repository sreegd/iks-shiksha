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(split: 20 min quiz + 25 min showcase)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demonstrate the module's full set of objectives through a summative quiz, and present their projects in 3 minutes per pair to the class.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summative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one per student – All projects ready to present – A visible timer (phone, stopwatch) – The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for marking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 (Last time for the diary prompt.)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"Two things today — quiz first, then the showcase. Pencils ready."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the quiz. – 20 minutes, closed book, individual. – Strict silence after the start signal. – Collect at end. Mark over the weekend.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present in turn — 3 minutes each + 1 minute Q&amp;A. – Visible timer running. Strict cutoff at 3:30. – Teacher marks on the rubric in real time. – Audience: students take notes — what's one fact they didn't know, from each pair?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a class of 30 students = 15 pairs, this won't fit in 20 minutes.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split presentations across Day 9 and Day 10, or schedule a separate showcase session.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the lesson-plan note.)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each kept a 10-night Moon diary. You've built a tithi calendar. You've explained eclipses. You've presented a project. Look up tonight — you'll see the Moon a little differently."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Reflection slips submitted with projects. – Collect Moon diaries.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3811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3811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complete.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1. Summative quiz — 20 min, individual, closed book. 2. Showcase — 3 minutes per pair + 1-minute Q&amp;A. 3. Reflection slip submitted.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class, you've shown what you learned. Take a breath.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Volunteer to be the audience-facing rubric scorer (anonymously) — practice the discipline of assessing peers fairly.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who couldn't finish their project today have until next class to submit. Don't penalise on Day 10 if the artefact is 80%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Mark the quiz over the weekend; return within 3 school days. – Project rubric marks should be visible to students within 5 school days. – Reflection slips are NOT graded but are read — write one-sentence response on each. – Keep one or two strong projects (with student permission) as exemplars for next year.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N/A — this is assessment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2026-05-25T16:27:37Z</dcterms:created>
  <dcterms:modified xsi:type="dcterms:W3CDTF">2026-05-25T16:27:37Z</dcterms:modified>
</cp:coreProperties>
</file>