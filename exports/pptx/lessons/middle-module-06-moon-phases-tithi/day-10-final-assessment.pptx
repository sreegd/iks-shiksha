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Final Assessment + Showcase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Moon Phases &amp;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 (split: 20 min quiz + 25 min showcase)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demonstrate the module's full set of objectives through a summative quiz, and present their projects in 3 minutes per pair to the class.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51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Printed summative quiz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one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projects ready to present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visible timer (phone, stopwatch)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rubric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for marking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prompt: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"Did you see the Moon last night? What tithi?"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 students share. (Last time for the diary prompt.)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"Two things today — quiz first, then the showcase. Pencils ready."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Summative quiz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Distribute the quiz.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minutes, closed book, individual.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 silence after the start signal.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at end. Mark over the weekend.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Showcase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 present in turn — 3 minutes each + 1 minute Q&amp;A.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Visible timer running. Strict cutoff at 3:30.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 marks on the rubric in real time.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Audience: students take notes — what's one fact they didn't know, from each pair?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Showcase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(For a class of 30 students = 15 pairs, this won't fit in 20 minutes.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Either split presentations across Day 9 and Day 10, or schedule a separate showcase session.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See the lesson-plan note.)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"You've each kept a 10-night Moon diary. You've built a tithi calendar. You've explained eclipses. You've presented a project. Look up tonight — you'll see the Moon a little differently."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 slips submitted with projects.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Moon diaries.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957388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957388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complete.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Summative quiz — 20 min, individual, closed book.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Showcase — 3 minutes per pair + 1-minute Q&amp;A.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1504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 slip submitted.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4194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end of class, you've shown what you learned. Take a breath.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Module complete.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Volunteer to be the audience-facing rubric scorer (anonymously) — practice the discipline of assessing peers fairly.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Students who couldn't finish their project today have until next class to submit. Don't penalise on Day 10 if the artefact is 80% done.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the quiz over the weekend; return within 3 school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rubric marks should be visible to students within 5 school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 slips are NOT graded but are read — write one-sentence response on each.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one or two strong projects (with student permission) as exemplars for next year.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N/A — this is assessment 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2026-05-28T05:47:38Z</dcterms:created>
  <dcterms:modified xsi:type="dcterms:W3CDTF">2026-05-28T05:47:38Z</dcterms:modified>
</cp:coreProperties>
</file>