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Build a Tithi Calendar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Moon Phases &amp;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(or pair) will build a tithi calendar for the current calendar month — labelling each date with its tithi name, pakṣa, and expected Moon shape.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One printed page of a current-month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pair (Drik Panchang, Mypanchang, or any standard source). Confirm the source and timezone before printing. – A blank monthly calendar grid (printed handout — see activity-01) – Coloured pencils or markers (two colours — one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one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reused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 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 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(Days 1–3)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All 15 tithi names (Day 3)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you see the Moon last night? What tithi was it?"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 share. – Hand back yesterday's formative quizzes briefly (90 sec) — call out the most common miss; correct it once.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the puzzle is concrete: what's the tithi for every date this month?"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one sample row.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or photocopy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entry for any one date. Walk through: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Date: e.g. "May 22" – Pakṣa: e.g.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Tithi at sunrise: e.g.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caturthī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Tithi end-time: e.g. 14:37 (after which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pañcamī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begins)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 if you went out at 8 p.m. on May 22, the tithi would already be pañcamī, not caturthī. The tithi listed at the top of a calendar date is the one current at sunrise."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27245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of a month — anticipated.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months have: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643188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 pratipadā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day after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 the middle) –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 pratipadā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day after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 amāvasyā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(close to the end) – 28–31 dated tithis (because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kṣaya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vṛddhi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see Day 3)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15857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tithi calendar — the activity sheet.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 through the blank grid: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352931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One row per date    – Columns: Date | Day of week | Pakṣa | Tithi name | Tithi end-time | Expected Moon shape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3831431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festival hook.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one festival this month from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announce it: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 dvitīyā of śukla pakṣa this month, there's a regional festival called X — let's see if we agree with the date."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48404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Build the calendar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Activity 01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activities/activity-01-build-tithi-calendar.md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full set of instructions.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993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72059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one printed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page for the current month.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the blank calendar grid for every date of the month.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code: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 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yellow,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 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grey/blue.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a small Moon shape for each date (or every 3rd date if running short on time).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any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81791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around. The most common error: students copy the wrong column from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Have them double-check 2–3 entries with you.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Pairs hold up their finished calendars briefly. The teacher takes a quick scan.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 (1 min, oral):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date this month is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 answers in chorus.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5: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name the 12 lunar months and link them to festivals."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84308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843088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you built a tithi calendar.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tithi calendar links each date in a calendar month to: -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pakṣa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 falls in -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tithi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current at sunrise - the time the tithi ends - the expected shape of the Moon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patterns to notice: - There are usually 1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amāvasyā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1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 calendar month — sometimes 0 or 2 depending on month length. - A few tithis will have unusual entries — a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kṣaya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(skipped) or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vṛddhi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(spanning two days). Note them; they are the system working as designed.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Continue the Moon diary. Compare last night's sketch with the calendar you built today — does the shape match the predicted shape for that tithi? – For Day 5: be ready to name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festival in your family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community) that you know is tied to a specific tithi.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at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month BEFORE this one. Find a tithi that was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kṣaya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(skipped). Explain in writing what happened on that date — the previous tithi was running at sunrise, then the next tithi started after sunrise and ended before the next sunrise. So the "skipped" tithi never had its own sunrise.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Fill in the date column and the tithi-name column only. Skip the end-times and the Moon shapes for this lesson.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source for the entire class.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Different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pañcāṅgas* may use different sunrise locations or computational systems and give slightly different tithi names for borderline dates. Pick one (Drik Panchang is well-known; Mypanchang.com is also reliable) and stick to it for the whole module.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665684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calendars list two tithis on a single date (e.g. "Caturthī upto 14:37, then Pañcamī"). This is normal. Have students enter the tithi at sunrise, then note the transition. – The colour-coding (yellow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blue/grey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makes the calendar legible at a glance. Insist on it. – Bring a backup: if printing fails, project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whole class to read together. Less efficient but workable.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class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source (named on the board): use this consistently. The data is computed using the same astronomical principles described in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paraphrased only; no verse cited.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2026-05-28T04:18:49Z</dcterms:created>
  <dcterms:modified xsi:type="dcterms:W3CDTF">2026-05-28T04:18:49Z</dcterms:modified>
</cp:coreProperties>
</file>