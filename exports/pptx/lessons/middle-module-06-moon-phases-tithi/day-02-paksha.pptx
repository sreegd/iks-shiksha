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Pakṣas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identify the two anchor days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place yesterday's observed Moon shape into one of the two pakṣas.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Yesterday's exit-ticket slips (skim before class)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with two columns ready: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white ball and torch (for a 2-min recall demo)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pakṣa; lit. "wing, side, fortnight") — half of a lunar month. There are exactly two pakṣas in every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śukla-pakṣa; lit. "bright fortnight") — the waxing half: the Moon grows from invisible to full.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kṛṣṇa-pakṣa; lit. "dark fortnight") — the waning half: the Moon shrinks from full back to invisible.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amāvasyā; lit. "dwelling-together") — new moon; the Moon and Sun are in the same direction in the sky.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pūrṇimā; lit. "fullness") — full moon; Moon directly opposite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recall: ring the question from yesterday's demo.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the Moon change shape?"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 lights half; we see different fractions as it orbits.)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reminder: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full cycle takes about 29.5 days — the synodic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the cycle in half.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←──── ~14.75 days ────→  ←──── ~14.75 days ────→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amāvasyā          pūrṇimā           amāvasyā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(new moon)        (full moon)       (new moon)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                               ↑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ŚUKLA PAKṢA       KṚṢṆA PAKṢA  |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(waxing /         (waning /    |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"bright")         "dark")     |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fortnight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the Moon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("bright fortnight"). The visible lit fraction is increasing each 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fortnight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the Moon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shrinking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("dark fortnight"). The visible lit fraction is decreasing each 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names?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(शुक्ल) means "bright, white";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(कृष्ण) means "dark, black." Naming the fortnights by the direction the brightness is heading — toward full or toward new — is precise and useful.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confusion to head off: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Neither pakṣa is "good" or "bad." Both are simply astronomical halves of the lunar cycle. Some festivals fall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Rāma Navamī, Vaikuṇṭha Ekādaśī), some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Janmāṣṭamī, Mahā-śivarātri).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anchor days deserve their names: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literally "dwelling-together." The Sun and Moon are in the same direction in the sky (Moon is between Earth and Sun-ish, near the same celestial longitude). The Moon is up during the day, invisible against the sky's brightness.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"fullness." Moon is opposite the Sun. It rises as the Sun sets, stays up all night, sets as the Sun rises. It is fully illuminated.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to yesterday's diary.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up your own diary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observed last night, it was a thin crescent right after sunset on the western horizon. That's a waxing crescent — I'm in śukla pakṣa, just a few days after amāvasyā."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3 students share theirs: which pakṣa, how do they know?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the shapes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draw 8 Moon shapes (you sketched these yesterday in the demo). Number them 1–8 in random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the shapes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8 shapes (small, in a row) in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each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give a reason.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them in the order they would appear across a lunar month, starting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with a different pair (3 min): did you disagree on any? Which?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(1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śukla pakṣa and kṛṣṇa pakṣa? Use one sentence."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15 days within each pakṣa — the tithis."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193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193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lunar month has two halves — two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English | Direction the Moon is heading | |----------|---------|--------------------------------|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bright fortnight | growing — new moon → full moon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dark fortnight | shrinking — full moon → new moon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anchor days bookend the pakṣas: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(new moon) — Moon invisible, "dwelling together with" the Sun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(full moon) — Moon fully lit, opposite the Sun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Neither pakṣa is "good" or "bad." They are astronomical halves of the cycle.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diary. Tonight, add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pakṣa you are 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your sketch.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Day 3, *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names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two pakṣa names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meaning of the words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any Sanskrit dictionary. Are they used only for the Moon, or in other contexts? (They are general-purpose words for "bright/white" and "dark/black.")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now. The pakṣa terms can wait one more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the misconception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"the dark side of the Moon" — these are completely different concepts.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fortnight of the calendar; the "far side" of the Moon is a separate thing about which face we always see.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 hint: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retroflex — closer to English "puk-sha" than "puk-sa." Don't worry about perfection; insist on "pakṣa," not "paksha-aaa."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 (lunar motion): the lunar month is divided into 30 tithis, distributed 15 each across the two pakṣas. Cited by text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2026-05-28T05:46:35Z</dcterms:created>
  <dcterms:modified xsi:type="dcterms:W3CDTF">2026-05-28T05:46:35Z</dcterms:modified>
</cp:coreProperties>
</file>