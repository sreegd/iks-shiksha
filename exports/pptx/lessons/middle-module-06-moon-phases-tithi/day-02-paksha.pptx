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Two Pakṣas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identify the two anchor days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place yesterday's observed Moon shape into one of the two pakṣas.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Yesterday's exit-ticket slips (skim before class) – Board with two columns ready: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The white ball and torch (for a 2-min recall demo)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pakṣa; lit. "wing, side, fortnight") — half of a lunar month. There are exactly two pakṣas in every lunar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śukla-pakṣa; lit. "bright fortnight") — the waxing half: the Moon grows from invisible to full.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kṛṣṇa-pakṣa; lit. "dark fortnight") — the waning half: the Moon shrinks from full back to invisible.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amāvasyā; lit. "dwelling-together") — new moon; the Moon and Sun are in the same direction in the sky.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pūrṇimā; lit. "fullness") — full moon; Moon directly opposite the Sun.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shape?"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Quick recall: ring the question from yesterday's demo.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the Moon change shape?"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(Sun lights half; we see different fractions as it orbits.) – One-sentence reminder: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full cycle takes about 29.5 days — the synodic month."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Sort the shapes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board, draw 8 Moon shapes (you sketched these yesterday in the demo). Number them 1–8 in random order.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8 shapes (small, in a row) in their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each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give a reason.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them in the order they would appear across a lunar month, starting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208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with a different pair (3 min): did you disagree on any? Which?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(1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the difference between śukla pakṣa and kṛṣṇa pakṣa? Use one sentence."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name the 15 days within each pakṣa — the tithis."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lunar month has two halves — two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Sanskrit | English | Direction the Moon is heading | |----------|---------|--------------------------------|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śukla pakṣa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bright fortnight | growing — new moon → full moon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pakṣa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dark fortnight | shrinking — full moon → new moon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anchor days bookend the pakṣas: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(new moon) — Moon invisible, "dwelling together with" the Sun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(full moon) — Moon fully lit, opposite the Sun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Neither pakṣa is "good" or "bad." They are astronomical halves of the cycle.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Tonight, add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pakṣa you are 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your sketch. – For Day 3,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memorise the names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the two pakṣa names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the meaning of the words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any Sanskrit dictionary. Are they used only for the Moon, or in other contexts? (They are general-purpose words for "bright/white" and "dark/black.")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only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now. The pakṣa terms can wait one more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Watch for the misconception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"the dark side of the Moon" — these are completely different concepts.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fortnight of the calendar; the "far side" of the Moon is a separate thing about which face we always see. – Pronunciation hint: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retroflex — closer to English "puk-sha" than "puk-sa." Don't worry about perfection; insist on "pakṣa," not "paksha-aaa."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Paraphrase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 2 (lunar motion): the lunar month is divided into 30 tithis, distributed 15 each across the two pakṣas. Cited by text name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2026-05-25T16:26:47Z</dcterms:created>
  <dcterms:modified xsi:type="dcterms:W3CDTF">2026-05-25T16:26:47Z</dcterms:modified>
</cp:coreProperties>
</file>