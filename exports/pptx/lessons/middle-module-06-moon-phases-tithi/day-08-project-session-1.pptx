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Plan and First Artefact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produce a one-paragraph project plan with element (lunar topic), format, audience, and citation; and complete a first-draft artefact (poster sketch / video storyboard / slide outline).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Project supplies for whatever format students chose: poster paper, markers, A4 sheets, laptops, art supplies – Printed copy of the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one per pair – The class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 reference) – Days 1–7 student notebooks (their own diaries + worksheets)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tithi?"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 – Hand each pair a printed rubric.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"Read through the rubric — 4 minutes. Bring questions to me."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questions on the rubric. The most common questions: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we need to quote a verse?"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No. A paraphrase of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"the Sūrya-siddhānta defines a tithi as 12° of elongation") is enough. A NASA reference is also acceptable. The rubric cares that your source is real and named.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do TWO topics?"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main topic. You may compare to a second briefly.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our diary is missing some nights (clouds)?"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Note "cloudy, predicted [shape]" for those nights. The diary still counts.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(30 min) — Build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work on their projects. The teacher rotates and checks each pair has: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topic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of: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Moon phases (geometry and the 10-night diary visualised)    – Eclipses (why, when, safety)    – Tithi calendar (the one built on Day 4 + an explanation)    – Cross-cultural lunar calendars (preview of Day 9)    – Lunar months and festivals    – Adhika māsa (intercalary month)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7245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format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of: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64318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Poster (A2 or larger)    – Slide deck (5–8 slides, projected)    – 90-second video    – 1-page printed story / explainer    – Live demonstration with the torch and ball    – Infographic / data visualisation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15857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named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(paraphrased), NCERT Physics XI, NASA's phase calendar, the class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etc.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sources only.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74764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end of class: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one-paragraph plan + a first-draft artefact (a poster sketch, video storyboard, slide outline).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11837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intervenes if: – A pair is still debating topic at minute 15 — give them 5 minutes, then assign. – A pair's source is invented or unverifiable — flag it; help them swap. – A pair has split unequally — re-balance the workload before they leave.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9105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pair submits their plan paragraph + first-draft artefact (phone photo accepted).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finish the build. The cross-cultural calendar lesson runs in parallel — 15 min content, then 30 min build time. Be ready.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3811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3811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is build day.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class, your pair (or you, if solo) should have: - A one-paragraph plan in writing. - A first-draft artefact — poster sketch, slide outline, video storyboard. - Your source named, on the artefact.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 you refine. Day 10 you present.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Continue the Moon diary (you have 2 nights left). – Finish at home what you couldn't finish in class. Don't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something new — refine.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second citation. Two sources is a stronger project — for instance, paraphrase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cite NASA's phase calendar.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scope. Pick ONE phenomenon (phases, eclipses, or the calendar) and explain it in one paragraph + one diagram. That's a complete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that are still "researching" by minute 20 are stuck. Push them to start sketching/drafting even if incomplete. The artefact concretises the thinking. – Phone-photo submissions are fine. Photograph the draft poster against a wall; submit by email or via shared drive. – A common failure mode: pairs over-design the visual and under-write the explanation. Push toward writing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 script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end of 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the primary reference for what "good" looks like. – Source-quality reminder: ONLY real sources. No invented citations.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2026-05-25T08:49:57Z</dcterms:created>
  <dcterms:modified xsi:type="dcterms:W3CDTF">2026-05-25T08:49:57Z</dcterms:modified>
</cp:coreProperties>
</file>