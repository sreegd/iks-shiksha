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Tridosha Theory in Depth + Modern Engagement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the Tridosha framework at classical depth + engage with the modern scholarly literature on its biomedical validity.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Tridosha reference table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extract: brief abstract of a study attempting biomarker validation of dosha types (e.g. Bhalerao et al. or similar)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3 doshas with their elemental basis (built from Module 2 Panchabhuta).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Tridosha (depth):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Dosha · Elements (mahābhūta) · Five sub-types · Primary site · Function.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ākāśa + vāyu · Prāṇa, Udāna, Samāna, Vyāna, Apāna · Colon (pakvāśaya) · Movement (nerve impulses, breath)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tejas + ap · Pācaka, Rañjaka, Sādhaka, Ālocaka, Bhrājaka · Small intestine · Transformation (digestion, vision)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ap + pṛthvī · Avalambaka, Kledaka, Bodhaka, Tarpaka, Ślaiṣmaka · Stomach (āmāśaya) · Structure, lubrication, immunity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dosha has FIVE sub-types with specific anatomical locations. The framework is far more granular than "Vāta = wind."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 vs Vikṛti: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constitution (set at birth).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current state (can be out of balance).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Ayurveda diagnoses vikṛti, prescribes return-to-prakṛti.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modern scholarly engagement: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Prasher et al. (2008).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"Genome-wide expression analysis of Prakriti types." Compared gene expression in self-identified Vāta / Pitta / Kapha types. Found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differences. Replication mixed.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Patwardhan (2014).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Bridging Ayurveda with evidence-based scientific approaches.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Argues for "Ayurgenomics" — combining Ayurvedic typology with genomic and metabolomic data. Promising; not conclusive.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view: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even the modest published correlations may be confounded by self-identification bias. Dosha typology may correlate with personality traits more than with biomedical biomarkers.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framing: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Tridosha framework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useful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clinically for many practitioners.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biomedical-classification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claim has mixed evidence. These are different claims. Don't conflate.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Tridosha 'true' in the same way the periodic table is true? In what way might it be a different kind of framework?"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Push toward: clinical typologies (DSM personality types, Sheldon's somatotypes) often have modest biomarker correlates but real clinical utility. Tridosha may be in this category.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4: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broader modern evidence base for Ayurveda."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the Prasher et al. (2008) abstract carefully. Critique the methodology.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classical Tridosha + the framing distinction (clinical vs biomedical).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Tridosha "is it true?" question doesn't have a clean yes/no. Stay with the framing distinction.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students will want Tridosha to be either ALL true or ALL false. Both positions are too crude.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Sūtra-sthāna 18 on dosha sub-types.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Patwardhan (2014).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EPMA Journal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5(1), 19.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Prasher et al. (2008) on Prakriti genomics (debated).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2026-05-28T06:00:40Z</dcterms:created>
  <dcterms:modified xsi:type="dcterms:W3CDTF">2026-05-28T06:00:40Z</dcterms:modified>
</cp:coreProperties>
</file>