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Tridosha Theory in Depth + Modern Engagement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articulate the Tridosha framework at classical depth + engage with the modern scholarly literature on its biomedical validity.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Tridosha reference table – Printed extract: brief abstract of a study attempting biomarker validation of dosha types (e.g. Bhalerao et al. or similar)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Recall: 3 doshas with their elemental basis (built from Module 2 Panchabhuta).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Tridosha 'true' in the same way the periodic table is true? In what way might it be a different kind of framework?"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Push toward: clinical typologies (DSM personality types, Sheldon's somatotypes) often have modest biomarker correlates but real clinical utility. Tridosha may be in this category.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4: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the broader modern evidence base for Ayurveda."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the Prasher et al. (2008) abstract carefully. Critique the methodology.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classical Tridosha + the framing distinction (clinical vs biomedical).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Tridosha "is it true?" question doesn't have a clean yes/no. Stay with the framing distinction. – Some students will want Tridosha to be either ALL true or ALL false. Both positions are too crude.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Caraka Sūtra-sthāna 18 on dosha sub-types. – Patwardhan (2014).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EPMA Journal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5(1), 19. – Prasher et al. (2008) on Prakriti genomics (debated).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2026-05-28T04:28:32Z</dcterms:created>
  <dcterms:modified xsi:type="dcterms:W3CDTF">2026-05-28T04:28:32Z</dcterms:modified>
</cp:coreProperties>
</file>