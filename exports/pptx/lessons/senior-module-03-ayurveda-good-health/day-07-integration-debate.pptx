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The Integration Debate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Ayurveda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articulate three positions on integrating Ayurveda into modern healthcare and defend one with steel-manned counter-arguments.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– Optional: brief printed extracts on AYUSH ministry policy + Indian Medical Association statements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Brief: today is structured debate. Three positions.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Three positions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row: Position · One-line · Defenders.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— Full integration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Ayurveda alongside biomedicine; AYUSH practitioners can offer first-line care · AYUSH Ministry; many Indian Ayurveda practitioners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— Selective integration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Use Ayurveda where evidence supports; biomedicine where it leads · Patwardhan et al. (2015); evidence-based traditional medicine movement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— Separation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Ayurveda as cultural-historical study; biomedicine for actual treatment · Indian Medical Association (some positions); skeptical scientists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Debate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5 min: groups by position. – 10 min: prep — 2 arguments + 1 steel-manned counter to each. – 10 min: structured debate (3 min/group + 1 min cross).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Oral assessment (during)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scores 5 random students on: position clarity, evidence use, counter-argument fairness, listening.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3 students share if their view shifted. – Note: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"This is the most politically loaded session. Both extreme positions have problems. The mature position is somewhere in the middle, defended with evidence."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Take position you disagree with.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Use prepared 2-min argument.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AYUSH ministry is real, contemporary, politically significant. Honour the political reality. – Some students from medical families have strong priors. Help them articulate their position rigorously.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AYUSH Ministry policy documents. – Patwardhan et al. (2015). – Various IMA statements.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2026-05-28T04:28:46Z</dcterms:created>
  <dcterms:modified xsi:type="dcterms:W3CDTF">2026-05-28T04:28:46Z</dcterms:modified>
</cp:coreProperties>
</file>