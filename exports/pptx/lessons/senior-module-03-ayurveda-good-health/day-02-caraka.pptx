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Caraka Saṃhitā: Primary Source Reading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selected verses from Caraka Saṃhitā Sūtra-sthāna in IAST + translation, identifying Caraka's definition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(life) and his epistemological framework.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handout: Caraka Sūtra-sthāna 1.41–45 (definition of āyu) in IAST + translation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Optional: Caraka Sūtra-sthāna 11 (pramāṇa — means of valid knowledge)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3 foundational texts; 4 of the 8 branches.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Caraka's definition of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āyu*** (Sūtra-sthāna 1.42):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śarīrendṛyasattvātmasaṁyogo dhāri jīvitam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nityagaścānubandhaśca paryāyair āyur ucyate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9678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conjunction of body, senses, mind, and self — which sustains [life] — is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jīvita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(life). Persistent and connected — these are synonyms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Word-by-word: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śarīra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body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indṛya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senses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sattva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mind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ātma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self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saṁyogo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conjunction, union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dhāri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sustainer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jīvitam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life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move: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āyu = body + senses + mind + self.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four-component definition of life.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Not just biology — includes psychology and the witnessing self.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Caraka's epistemology (Sūtra-sthāna 11).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Three pramāṇas (means of valid knowledge):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Āpta-upadeśa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authoritative teaching (testimony)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Pratyakṣa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direct perception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Anumāna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inference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41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this is essentially the same epistemological framework that the Nyāya school formalised (with one additional pramāṇa — comparison). Caraka was working within an articulated philosophy of knowledge.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does Caraka's 4-component āyu compare with the modern biomedical view of "life"?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pramāṇa framework predates Aristotle's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Posterior Analytics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important ways. Compare.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Quiet reading. Students annotate the verse handout. Note one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Tridosha theory in classical depth + modern engagement."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Sūtra-sthāna ch. 11 in full (Sharma 1981 translation).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definition; the pramāṇa material is bonus.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Caraka's text is dense. Don't try to cover everything.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definition + the pramāṇa naming are enough.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"mind + self" inclusion in life surprises students raised on a body-only definition. Honour the surprise.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Sūtra-sthāna 1.42 — Sharma (1981).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vidya-karana RAG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day-01-intro.json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supporting Bhagavad-gītā references.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2026-05-28T06:00:34Z</dcterms:created>
  <dcterms:modified xsi:type="dcterms:W3CDTF">2026-05-28T06:00:34Z</dcterms:modified>
</cp:coreProperties>
</file>