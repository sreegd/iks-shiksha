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2 — Caraka Saṃhitā: Primary Source Reading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Ayurveda (Senior)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Students read selected verses from Caraka Saṃhitā Sūtra-sthāna in IAST + translation, identifying Caraka's definition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āyu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(life) and his epistemological framework.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Printed handout: Caraka Sūtra-sthāna 1.41–45 (definition of āyu) in IAST + translation – Optional: Caraka Sūtra-sthāna 11 (pramāṇa — means of valid knowledge)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Recall: 3 foundational texts; 4 of the 8 branches.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Quiet reading. Students annotate the verse handout. Note one question.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Preview Day 3: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"Tomorrow — Tridosha theory in classical depth + modern engagement."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Read Sūtra-sthāna ch. 11 in full (Sharma 1981 translation).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Focus on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āyu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definition; the pramāṇa material is bonus.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Caraka's text is dense. Don't try to cover everything.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āyu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definition + the pramāṇa naming are enough. – The "mind + self" inclusion in life surprises students raised on a body-only definition. Honour the surprise.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Citation(s) used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Caraka Sūtra-sthāna 1.42 — Sharma (1981).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300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vidya-karana RAG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day-01-intro.json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supporting Bhagavad-gītā references.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2026-05-25T05:05:35Z</dcterms:created>
  <dcterms:modified xsi:type="dcterms:W3CDTF">2026-05-25T05:05:35Z</dcterms:modified>
</cp:coreProperties>
</file>