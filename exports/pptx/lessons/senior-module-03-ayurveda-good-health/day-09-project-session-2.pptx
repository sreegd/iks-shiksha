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20 min: silent drafting – 15 min: buddy structural feedback – 5 min: revise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Submit polished intro + 1 body section.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Complete the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2026-05-28T04:28:50Z</dcterms:created>
  <dcterms:modified xsi:type="dcterms:W3CDTF">2026-05-28T04:28:50Z</dcterms:modified>
</cp:coreProperties>
</file>