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Mid-Module + Paper Topic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Quiz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Part B, 12 marks.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 commitment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student writes: – Working title – One-paragraph thesis (specific Ayurvedic claim being examined) – 3 sources: ≥1 classical primary, ≥1 modern empirical, ≥1 historical/scholarly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Suggested topics: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675805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"Curcumin's anti-inflammatory action — what does the modern evidence say?"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Tridosha typology: clinical heuristic or biomedical classification?"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"Dinacharya and circadian biology — convergent or coincidental?"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"Should AYUSH practitioners be allowed to prescribe biomedical drugs?"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"Sushruta's surgical legacy — what specifically did European surgeons learn?"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Topic + thesis submitted at door.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2026-05-25T05:05:49Z</dcterms:created>
  <dcterms:modified xsi:type="dcterms:W3CDTF">2026-05-25T05:05:49Z</dcterms:modified>
</cp:coreProperties>
</file>