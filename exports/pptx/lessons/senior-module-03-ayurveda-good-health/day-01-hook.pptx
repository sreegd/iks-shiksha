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1 — Ayurveda's Place in IKS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Ayurveda (Senior)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Students locate Ayurveda within the IKS map and name the 8 branches and 3 foundational texts.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Whiteboard – Reference card with the 8 branches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Provocation: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"In what way is Ayurveda 'science'? In what way is it not?"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041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 3 student answers.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Discussion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Which branch surprised you most? – Where does Ayurveda overlap with modern medicine cleanly?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Preview Day 2: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"Tomorrow — we read Caraka Saṃhitā Sūtra-sthāna ch. 1 in IAST."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Read Wujastyk (2003) intro chapter.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Memorise the 3 foundational texts + 4 of the 8 branches.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Many students think Ayurveda = herbal teas. The 8-branches list is a corrective. – The Suśruta-surgery point ties to Module 1; reinforces continuity.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Citation(s) used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Wujastyk (2003), introduction. – Caraka Saṃhitā Sūtra-sthāna ch. 1 — Sharma (1981).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2026-05-25T05:05:30Z</dcterms:created>
  <dcterms:modified xsi:type="dcterms:W3CDTF">2026-05-25T05:05:30Z</dcterms:modified>
</cp:coreProperties>
</file>