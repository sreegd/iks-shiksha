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Ayurveda's Place in IKS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locate Ayurveda within the IKS map and name the 8 branches and 3 foundational texts.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card with the 8 branches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what way is Ayurveda 'science'? In what way is it not?"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answers.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Ayurveda's place.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is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Upaveda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"subordinate Veda." Specifically, it's traditionally an Upaveda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Atharva 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(which contained early medical material).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8 branches (aṣṭāṅga Ayurveda):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# · Sanskrit · Domain.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Kāya-cikitsā · Internal medicine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Bāla-cikitsā · Pediatrics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Graha-cikitsā · "Psychiatry" / affliction medicine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Ūrdhvāṅga-cikitsā · ENT, ophthalmology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Śalya-tantra · Surgery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Daṁṣṭra-cikitsā · Toxicology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Jarā-cikitsā · Geriatrics, rejuvenation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Vṛṣa-cikitsā · Reproductive medicine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this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medical framework, not just herbalism.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bṛhattrayī ("great three") foundational texts: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Saṃhitā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(~2nd c. BCE) — internal medicine focus. Attributed to Caraka; redacted by Dṛḍhabala.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Suśruta Saṃhitā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(~6th c. BCE or later) — surgery focus. Suśruta is the source of the cataract-surgery and rhinoplasty procedures Module 1 covered.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Aṣṭāṅga Hṛdaya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(~7th c. CE) — synthesis by Vāgbhaṭa; standard classical textbook.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scope: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was (and is) a comprehensive medical system covering internal medicine, surgery, pediatrics, psychiatry, ENT, toxicology. It is NOT just "herbs."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branch surprised you most?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Ayurveda overlap with modern medicine cleanly?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we read Caraka Saṃhitā Sūtra-sthāna ch. 1 in IAST."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Wujastyk (2003) intro chapter.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3 foundational texts + 4 of the 8 branches.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students think Ayurveda = herbal teas. The 8-branches list is a corrective.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Suśruta-surgery point ties to Module 1; reinforces continuity.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Wujastyk (2003), introduction.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Saṃhitā Sūtra-sthāna ch. 1 — Sharma (1981).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2026-05-28T06:00:28Z</dcterms:created>
  <dcterms:modified xsi:type="dcterms:W3CDTF">2026-05-28T06:00:28Z</dcterms:modified>
</cp:coreProperties>
</file>