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Project Session 1: Outline + Counter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10 min: thesis + outline refinement – 15 min: buddy critique — strongest counter – 15 min: draft introduction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Outline submitted.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Draft 2 pages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2026-05-25T05:06:02Z</dcterms:created>
  <dcterms:modified xsi:type="dcterms:W3CDTF">2026-05-25T05:06:02Z</dcterms:modified>
</cp:coreProperties>
</file>