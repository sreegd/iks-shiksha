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8 — Project Session 1: Outline + Counter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Ayurveda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Sprints (40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min: thesis + outline refinement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min: buddy critique — strongest counter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min: draft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Outline submitted.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 2 pages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2026-05-28T06:01:01Z</dcterms:created>
  <dcterms:modified xsi:type="dcterms:W3CDTF">2026-05-28T06:01:01Z</dcterms:modified>
</cp:coreProperties>
</file>