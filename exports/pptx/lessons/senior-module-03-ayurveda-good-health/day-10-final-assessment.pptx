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Summative + Paper Submission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marks.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Submission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Hand in paper. Spot-check. – 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2026-05-28T04:28:51Z</dcterms:created>
  <dcterms:modified xsi:type="dcterms:W3CDTF">2026-05-28T04:28:51Z</dcterms:modified>
</cp:coreProperties>
</file>