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10 — Summative + Paper Submission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Ayurveda (Senior)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Quiz (35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 marks.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Submission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 in paper. Spot-check.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Reflection slip.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2026-05-28T06:01:05Z</dcterms:created>
  <dcterms:modified xsi:type="dcterms:W3CDTF">2026-05-28T06:01:05Z</dcterms:modified>
</cp:coreProperties>
</file>