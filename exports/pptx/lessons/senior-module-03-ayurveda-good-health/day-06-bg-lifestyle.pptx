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notesMasterIdLst>
    <p:notesMasterId r:id="rId13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5D1D2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380851"/>
            <a:ext cx="8498026" cy="3504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60"/>
              </a:lnSpc>
              <a:spcAft>
                <a:spcPts val="1000"/>
              </a:spcAft>
              <a:buNone/>
            </a:pPr>
            <a:r>
              <a:rPr lang="en-US" sz="2400" b="1" dirty="0">
                <a:solidFill>
                  <a:srgbClr val="5D1D2E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Day 6 — BG 6.17 + Lifestyle Medicine Convergence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406301" y="896392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b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Module: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Ayurveda (Senior) · 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b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Time: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45 min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06301" y="1223963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99792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Learning objective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406301" y="1637854"/>
            <a:ext cx="8498026" cy="4265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Students read BG 6.17 in IAST + translation and articulate the convergence between traditional dinacharya and modern lifestyle medicine.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Senior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5D1D2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99792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Materials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06301" y="870942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– BG 6.17 handout (IAST + translation + Bryant commentary) – Panda (2018) extract on time-restricted eating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Senior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5D1D2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99792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Flow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Senior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5D1D2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99792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Warm-up (5 min)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06301" y="870942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Recall: 5 dinacharya practices.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Senior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5D1D2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99792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Reading (15 min)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06301" y="883593"/>
            <a:ext cx="8331398" cy="842963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Shape 3"/>
          <p:cNvSpPr/>
          <p:nvPr/>
        </p:nvSpPr>
        <p:spPr>
          <a:xfrm>
            <a:off x="434876" y="883593"/>
            <a:ext cx="0" cy="842963"/>
          </a:xfrm>
          <a:prstGeom prst="line">
            <a:avLst/>
          </a:prstGeom>
          <a:noFill/>
          <a:ln w="57150">
            <a:solidFill>
              <a:srgbClr val="997929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92051" y="1074093"/>
            <a:ext cx="7973389" cy="46196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2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300" i="1" dirty="0">
                <a:solidFill>
                  <a:srgbClr val="1A1A1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yuktāhāra-vihārasya yukta-ceṣṭasya karmasu</a:t>
            </a:r>
            <a:pPr algn="l" indent="0" marL="0">
              <a:lnSpc>
                <a:spcPts val="182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300" dirty="0">
                <a:solidFill>
                  <a:srgbClr val="1A1A1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 </a:t>
            </a:r>
            <a:pPr algn="l" indent="0" marL="0">
              <a:lnSpc>
                <a:spcPts val="182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300" i="1" dirty="0">
                <a:solidFill>
                  <a:srgbClr val="1A1A1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yukta-svapnāvabodhasya yogo bhavati duḥkha-hā</a:t>
            </a:r>
            <a:pPr algn="l" indent="0" marL="0">
              <a:lnSpc>
                <a:spcPts val="182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300" dirty="0">
                <a:solidFill>
                  <a:srgbClr val="1A1A1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 — Bhagavad-gītā 6.17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406301" y="1815405"/>
            <a:ext cx="8498026" cy="44559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Word-by-word + translation (as in Middle Day 7 — see also 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curriculum/middle/module-03-ayurveda-good-health/days/day-07-primary-source.md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).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Senior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5D1D2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99792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The convergence (15 min)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06301" y="870942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Build comparison table: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06301" y="2851993"/>
            <a:ext cx="8498026" cy="4265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b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Note the convergence is striking but not identical.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The tradition observed; modern science measures. They overlap in many places; they're not the same project.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Senior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5D1D2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99792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Discussion (8 min)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634901" y="883593"/>
            <a:ext cx="8102798" cy="281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i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"Is the convergence evidence that the tradition was 'right'? Or that human physiology hasn't changed?"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06301" y="1254323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– Both. Don't force a binary.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Senior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5D1D2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99792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Wrap-up (2 min)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06301" y="870942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– Preview Day 7: 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i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"Tomorrow — the contemporary integration debate."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Senior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5D1D2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99792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Differentiation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634901" y="883593"/>
            <a:ext cx="8102798" cy="5256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b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Tier up: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Read Walker (2017) 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i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Why We Sleep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chapter on circadian.</a:t>
            </a:r>
            <a:endParaRPr lang="en-US" sz="1200" dirty="0"/>
          </a:p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b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Tier down: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Focus on the convergence table.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Senior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5D1D2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99792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Teacher notes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06301" y="870942"/>
            <a:ext cx="8498026" cy="4265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– Convergence is a powerful pedagogical moment but DON'T oversell ("Ayurveda predicted everything"). – The honest framing: tradition + science arrived at overlapping conclusions by different methods.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Senior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5D1D2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99792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Citation(s) used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06301" y="870942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– BG 6.17 — vidya-karana RAG cache. – Bryant (2009). – Panda (2018), Walker (2017).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Senior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 — Senior</dc:title>
  <dc:subject>PptxGenJS Presentation</dc:subject>
  <dc:creator>IKS Curriculum</dc:creator>
  <cp:lastModifiedBy>IKS Curriculum</cp:lastModifiedBy>
  <cp:revision>1</cp:revision>
  <dcterms:created xsi:type="dcterms:W3CDTF">2026-05-25T05:05:54Z</dcterms:created>
  <dcterms:modified xsi:type="dcterms:W3CDTF">2026-05-25T05:05:54Z</dcterms:modified>
</cp:coreProperties>
</file>