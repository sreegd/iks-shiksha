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BG 6.17 + Lifestyle Medicine Convergence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BG 6.17 in IAST + translation and articulate the convergence between traditional dinacharya and modern lifestyle medicine.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BG 6.17 handout (IAST + translation + Bryant commentary) – Panda (2018) extract on time-restricted eating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5 dinacharya practices.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yuktāhāra-vihārasya yukta-ceṣṭasya karmasu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yukta-svapnāvabodhasya yogo bhavati duḥkha-hā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Bhagavad-gītā 6.17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Word-by-word + translation (as in Middle Day 7 — see also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curriculum/middle/module-03-ayurveda-good-health/days/day-07-primary-source.md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convergence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comparison table: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Traditional principle (Caraka, BG) · Modern lifestyle medicine equivalent · Evidence.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Wake before sunrise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Aligning with circadian rhythm · Nobel 2017 — circadian biology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meal midday (Pitta peak)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Time-restricted eating; metabolic window · Panda et al. (2018)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by ~10pm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Aligning with melatonin curve · Sleep science (Walker 2017)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 exercise to 50% capacity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Moderate-intensity training · Standard exercise physiology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tastes per meal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Macronutrient diversity, polyphenol intake · Nutrition science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80838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convergence is striking but not identical.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tradition observed; modern science measures. They overlap in many places; they're not the same project.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convergence evidence that the tradition was 'right'? Or that human physiology hasn't changed?"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Both. Don't force a binary.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contemporary integration debate."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Walker (2017)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 Sleep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chapter on circadian.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convergence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Convergence is a powerful pedagogical moment but DON'T oversell ("Ayurveda predicted everything"). – The honest framing: tradition + science arrived at overlapping conclusions by different methods.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BG 6.17 — vidya-karana RAG cache. – Bryant (2009). – Panda (2018), Walker (2017).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2026-05-28T04:28:42Z</dcterms:created>
  <dcterms:modified xsi:type="dcterms:W3CDTF">2026-05-28T04:28:42Z</dcterms:modified>
</cp:coreProperties>
</file>