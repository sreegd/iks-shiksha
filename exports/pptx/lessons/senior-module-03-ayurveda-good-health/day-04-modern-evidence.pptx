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Modern Evidence Base for Ayurveda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review the modern evidence base for Ayurveda, distinguishing well-evidenced interventions from poorly-evidenced ones.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Printed abstract: Aggarwal &amp; Harikumar (2009) on curcumin – Printed extract: Panda (2018) on time-restricted eating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Tridosha clinical vs biomedical framing distinction.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evidence map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Intervention · Modern evidence · Quality.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2194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Turmeric (curcumin) — anti-inflammatory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Well-replicated; reviews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 J Biochem Cell Biol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Strong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Time-restricted eating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(aligned with dinacharya midday-meal principle) — Panda et al. — strong evidence for metabolic benefits · Strong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+ breath for HRV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Streeter (2010), multiple studies · Moderate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Tulsi (Ocimum sanctum) adaptogenic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Modest RCT support for stress reduction · Modest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Triphala for digestive function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Some clinical evidence · Modest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Pulse diagnosis (nāḍī parīkṣā)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Inter-rater agreement studies — mixed · Weak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 dosha-based dietary prescriptions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Mixed; many specific claims fail RCT · Weak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Pancha-karma cleansing protocols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Limited; mostly observational · Weak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385197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pattern.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Things that survive evidence scrutiny: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222700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Single-compound herbs with measurable biochemical effects (turmeric, ashwagandha, tulsi).    – Lifestyle / behavioral interventions aligned with modern lifestyle medicine (regular sleep, meal timing, exercise).    – General yoga and breath interventions.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9387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Things that don't survive as well:    – Specific dosha-type prescriptions for unrelated conditions.    – Mechanism claims that contradict modern physiology.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545410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framing: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"Ayurveda has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strong evidence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weak evidence. The mature stance is to use the strong, study the moderate, and be skeptical of the weak."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61067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(10 min) — Read a real abstract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out the Aggarwal &amp; Harikumar (2009) curcumin review abstract. Students read silently. Then answer: – What conditions does it discuss curcumin for? – What's the strength of the evidence per condition? – What hedge words does the abstract use?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mid-module + paper topic commitment."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a full RCT — find one via Google Scholar on a specific Ayurvedic intervention. Critique.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Memorise the evidence-strength 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"evidence map" is the most important takeaway. Distinguish well-evidenced from weakly-evidenced. Don't lump. – Some students will resist the "weak evidence" verdict on parts they personally value. Validate the value; hold the evidence standard.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Aggarwal, B. B., &amp; Harikumar, K. B. (2009).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 J Biochem Cell Biol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41(1), 40–59. – Panda, S. (2018).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Circadian Code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Rodale. – Streeter, C. C., et al. (2010).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 Altern Complement Med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16(11), 1145–1152.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2026-05-28T04:28:36Z</dcterms:created>
  <dcterms:modified xsi:type="dcterms:W3CDTF">2026-05-28T04:28:36Z</dcterms:modified>
</cp:coreProperties>
</file>