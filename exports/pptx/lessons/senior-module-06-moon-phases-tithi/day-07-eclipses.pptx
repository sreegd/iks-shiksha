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Why Eclipses Happen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solar/lunar eclipses using orbital plane geometry (5° tilt of moon's orbit).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pūrṇimā; lit. "full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Geometric setup.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Solar eclipse — Moon between Sun and Earth (occurs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Lunar eclipse — Earth between Sun and Moon (occurs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every new/full moon?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Moon's orbital plane is tilted ~5.14° from the ecliptic. Eclipses happen only when the Moon is near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(intersection of orbital planes) during new or full moon. This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Rāhu/Ketu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node geometry of classical Indian astronomy.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Āryabhaṭīya,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Gola-pāda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gives a heliocentric-leaning model and correctly predicts eclipses 1000+ years before modern astronomy.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a recent eclipse path map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(any annular or total eclipse from the last 5 years).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does the path strike only a thin ribbon, not the whole hemisphere?"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(Geometric umbra/penumbra.)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Solar eclipse — NEVER look at the Sun directly. Use projection or eclipse-rated filters only. Lunar eclipse is always safe. State this rule on the board and have students repeat.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Eclipses Happen.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2026-05-28T06:03:32Z</dcterms:created>
  <dcterms:modified xsi:type="dcterms:W3CDTF">2026-05-28T06:03:32Z</dcterms:modified>
</cp:coreProperties>
</file>