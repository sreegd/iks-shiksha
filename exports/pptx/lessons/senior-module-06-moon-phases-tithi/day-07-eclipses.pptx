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Why Eclipses Happen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explain solar/lunar eclipses using orbital plane geometry (5° tilt of moon's orbit).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pūrṇimā; lit. "full moon")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Eclipses Happen.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2026-05-25T09:26:24Z</dcterms:created>
  <dcterms:modified xsi:type="dcterms:W3CDTF">2026-05-25T09:26:24Z</dcterms:modified>
</cp:coreProperties>
</file>