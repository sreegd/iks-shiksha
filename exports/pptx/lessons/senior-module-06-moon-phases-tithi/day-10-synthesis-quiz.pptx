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 — Synthesis and Quiz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Moon Phases and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final quiz and 10-day moon-diary share.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pakṣa; lit. "fortnight (half-month)")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Synthesis and Quiz.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2026-05-25T09:26:40Z</dcterms:created>
  <dcterms:modified xsi:type="dcterms:W3CDTF">2026-05-25T09:26:40Z</dcterms:modified>
</cp:coreProperties>
</file>