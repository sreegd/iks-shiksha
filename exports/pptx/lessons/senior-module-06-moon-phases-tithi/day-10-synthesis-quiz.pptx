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10 — Synthesis and Quiz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Moon Phases and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final quiz and 10-day moon-diary share.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pakṣa; lit. "fortnight (half-month)")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lightning round.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Students take turns defining: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tithi, pakṣa, śukla, kṛṣṇa, pūrṇimā, amāvasyā, pañcāṅga, nakṣatra, adhika māsa.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Catch errors collectively.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Moon-diary review.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shares one observation from their 10-day moon diary (Days 1–10 of homework). Identify discrepancies between prediction and observation.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06171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 recall.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"Name one classical source and one modern source we cited for this module."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(Sūrya-siddhānta + NCERT / NASA.)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650778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Critical-thinking close.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"The Indian lunisolar calendar is ~2000+ years old and still in active use. The Gregorian calendar is ~450 years old. Why might multiple calendars coexist in modern India?"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(Cultural specificity + scientific universality.)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445520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Summative quiz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(45 min, written) —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quizzes/summative.md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10-Day Moon Observation Diary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Synthesis and Quiz.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2026-05-25T16:37:49Z</dcterms:created>
  <dcterms:modified xsi:type="dcterms:W3CDTF">2026-05-25T16:37:49Z</dcterms:modified>
</cp:coreProperties>
</file>