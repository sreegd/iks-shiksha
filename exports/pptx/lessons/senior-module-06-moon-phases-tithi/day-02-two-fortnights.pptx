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Two Fortnights — Pakṣa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distinguish śukla pakṣa from kṛṣṇa pakṣa and name today's.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pakṣa; lit. "fortnight (half-month)")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Two Fortnights — Pakṣa.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2026-05-28T04:30:28Z</dcterms:created>
  <dcterms:modified xsi:type="dcterms:W3CDTF">2026-05-28T04:30:28Z</dcterms:modified>
</cp:coreProperties>
</file>