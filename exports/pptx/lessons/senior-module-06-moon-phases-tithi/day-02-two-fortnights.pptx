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Two Fortnights — Pakṣa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śukla pakṣa from kṛṣṇa pakṣa and name today's.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 Fortnights —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2026-05-25T09:25:56Z</dcterms:created>
  <dcterms:modified xsi:type="dcterms:W3CDTF">2026-05-25T09:25:56Z</dcterms:modified>
</cp:coreProperties>
</file>