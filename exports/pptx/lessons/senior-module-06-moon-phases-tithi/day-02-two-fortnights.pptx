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Two Fortnights — Pakṣa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śukla pakṣa from kṛṣṇa pakṣa and name today's.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pakṣa; lit. "fortnight (half-month)")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pakṣa.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a half-month: 14–16 days. Two per synodic month.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(waxing fortnight)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moon growing.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(waning fortnight)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moon shrinking.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941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Etymology.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śukla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bright;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dark.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side / wing — same root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pakṣapāta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(taking sides).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and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Pañca-siddhāntikā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Varāhamihira both organise lunar tables by pakṣa.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Identify today's pakṣa.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Pull up the current pañcāṅga (web or printed).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pakṣa are we in right now? Which tithi?"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record the date AND the pakṣa name in their workbook.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Cultural note.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Many traditional Indian festivals are named by tithi within pakṣa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Karka Saṅkrānti tritīyā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Karwa Chauth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caturthī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Kārtika). Pakṣa labelling is more precise than "the third of Kārtika."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Two Fortnights — Pakṣa.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2026-05-28T06:03:05Z</dcterms:created>
  <dcterms:modified xsi:type="dcterms:W3CDTF">2026-05-28T06:03:05Z</dcterms:modified>
</cp:coreProperties>
</file>