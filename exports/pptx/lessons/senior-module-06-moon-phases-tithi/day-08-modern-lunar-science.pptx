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Modern Lunar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phases as sun's illumination of moon; mention libration, tides.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pañcāṅga; lit. "five-limbed Indian calendar (tithi, vāra, nakṣatra, yoga, karaṇa)")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Modern Lunar Science.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2026-05-25T09:26:29Z</dcterms:created>
  <dcterms:modified xsi:type="dcterms:W3CDTF">2026-05-25T09:26:29Z</dcterms:modified>
</cp:coreProperties>
</file>