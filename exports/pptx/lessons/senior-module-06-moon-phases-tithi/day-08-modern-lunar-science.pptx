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Modern Lunar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phases as sun's illumination of moon; mention libration, tides.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pañcāṅga; lit. "five-limbed Indian calendar (tithi, vāra, nakṣatra, yoga, karaṇa)")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Phases re-explained.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phases = sunlight reflection from a 1737-km-radius sphere as the Earth-Moon-Sun angle changes. Synodic period of ~29.53 days. There is no "dark side" — only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 side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which receives the same sunlight, just not visible from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Libration.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Earth-observers see ~59% of the Moon's surface over time due to orbital eccentricity and axial tilt. Demo with rotating ball.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Tidal lock.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Same face always visible to Earth — rotation period = orbital period = ~27.32 days (sidereal). This is the result of tidal forces over billions of years.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lunar exploration.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Mention briefly: Apollo missions (1969–72), Chandrayaan-1 (2008) discovered water-ice signatures, Chandrayaan-3 (2023) soft-landing near south pole, Artemis program (2024+).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Bridge back to tradition.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computes Moon's distance and diameter approximately (Earth-Moon ~38000 yojanas ≈ 380000 km — close to modern 384400 km). The empirical precision is striking; the cosmological framework around it is what differs.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Modern Lunar Science.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2026-05-28T06:03:38Z</dcterms:created>
  <dcterms:modified xsi:type="dcterms:W3CDTF">2026-05-28T06:03:38Z</dcterms:modified>
</cp:coreProperties>
</file>