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Fifteen Tithis per Pakṣa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recite the 15 tithi names (pratipadā, dvitīyā, ...) and explain why a tithi isn't exactly a day.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śukla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śukla pakṣa; lit. "waxing fortnight (new → full)")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Fifteen Tithis per Pakṣa.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2026-05-25T09:26:02Z</dcterms:created>
  <dcterms:modified xsi:type="dcterms:W3CDTF">2026-05-25T09:26:02Z</dcterms:modified>
</cp:coreProperties>
</file>