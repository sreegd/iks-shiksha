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3 — Fifteen Tithis per Pakṣa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Moon Phases and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recite the 15 tithi names (pratipadā, dvitīyā, ...) and explain why a tithi isn't exactly a 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śukla pakṣa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śukla pakṣa; lit. "waxing fortnight (new → full)")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tithi precisely.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the time taken for the Moon to gain 12° of longitudinal separation from the Sun. 30 tithis per synodic month → 15 per pakṣa. A tithi is therefore a unit of angular progress, NOT a unit of time.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tithi ≠ a day.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Lunar speed varies (elliptical orbit, ~3.4°/hour to ~5.5°/hour). A tithi can last 19 to 26 hours. Two consecutive tithis can both touch the same sunrise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kṣaya tithi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or one tithi can span two sunrises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adhika tithi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15 tithis.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pratipadā, dvitīyā, tṛtīyā, caturthī, pañcamī, ṣaṣṭhī, saptamī, aṣṭamī, navamī, daśamī, ekādaśī, dvādaśī, trayodaśī, caturdaśī, pūrṇimā/amāvasyā.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15th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pūrṇimā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śukla pakṣa,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amāvasyā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kṛṣṇa pakṣa.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Sūrya-siddhānta, ch. 2 (lunar motion); also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Vasiṣṭha-siddhānta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tradition.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Computation exercise.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Given today's Moon-Sun elongation in degrees (provide one), students compute today's tithi number. Then compare with the published pañcāṅga.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10-Day Moon Observation Diary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Fifteen Tithis per Pakṣa.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2026-05-28T06:03:10Z</dcterms:created>
  <dcterms:modified xsi:type="dcterms:W3CDTF">2026-05-28T06:03:10Z</dcterms:modified>
</cp:coreProperties>
</file>