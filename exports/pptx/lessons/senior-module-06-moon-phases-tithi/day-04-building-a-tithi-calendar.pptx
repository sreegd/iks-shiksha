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Building a Tithi Calendar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Moon Phases and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construct a tithi calendar for the current month using observation and computation.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kṛṣṇa 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kṛṣṇa pakṣa; lit. "waning fortnight (full → new)")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Building a Tithi Calendar.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2026-05-25T09:26:07Z</dcterms:created>
  <dcterms:modified xsi:type="dcterms:W3CDTF">2026-05-25T09:26:07Z</dcterms:modified>
</cp:coreProperties>
</file>