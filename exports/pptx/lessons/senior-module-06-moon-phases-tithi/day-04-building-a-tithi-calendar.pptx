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construct a tithi calendar for the current month using observation and computation.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 up a current 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(online or printed). Display the next 14 days with tithi, pakṣa, day-of-week.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construction.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Without looking at the pañcāṅga, students attempt to predict the tithi 7 days from today using: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tithi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Approximate rule: ~1 tithi per 24h.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actual tithi may be off by ±1 due to varying lunar speed.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Modern Drik pañcāṅga uses Sūrya-siddhānta-derived corrections plus modern astronomical constants (NASA JPL ephemerides). Show the students that traditional and modern computation agree to within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intercalation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Adhika māsa (added month) occurs roughly every 32 months when no Sun-saṁkrānti happens within a lunar month. The 2026–2030 adhika māsa calendar is published; pull it up.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is this needed? What would happen without it?"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produces a one-month tithi calendar for the CURRENT month, side-by-side with the Gregorian dates. This will be assessed as part of the summative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Building a Tithi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2026-05-28T06:03:16Z</dcterms:created>
  <dcterms:modified xsi:type="dcterms:W3CDTF">2026-05-28T06:03:16Z</dcterms:modified>
</cp:coreProperties>
</file>