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Cross-cultural Calendars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compare with hijri (islamic), chinese, and hebrew lunar calendars.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candra; lit. "Moon")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Cross-cultural Calendars.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2026-05-25T09:26:35Z</dcterms:created>
  <dcterms:modified xsi:type="dcterms:W3CDTF">2026-05-25T09:26:35Z</dcterms:modified>
</cp:coreProperties>
</file>