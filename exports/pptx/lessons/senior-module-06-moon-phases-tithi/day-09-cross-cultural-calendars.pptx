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9 — Cross-cultural Calendars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Moon Phases and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compare with hijri (islamic), chinese, and hebrew lunar calendars.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candra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candra; lit. "Moon")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Indian lunisolar.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Lunar months (~29.5d) + adhika māsa intercalation to track the solar year. Months named for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nakṣatra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near the full moon.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Islamic Hijri.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Strictly lunar — 12 lunar months, no intercalation. ~354 days/year, drifts ~11 days/year relative to solar calendar. Reasons: religious lunar observation, no agricultural anchoring.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06171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Chinese.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Lunisolar like Indian, with intercalation. 60-year cycle combining 12 animals × 10 stems. Confucian calendar reform 104 BCE refined it.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65077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Hebrew.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Lunisolar with intercalation (Adar I/II in leap years). 19-year Metonic cycle.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034159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Roman / Gregorian.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Purely solar (since Julian 45 BCE, refined 1582 CE). Months disconnected from lunar cycle. Most universal calendar today.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623221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 comparison.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Show a 2026 calendar in 4 traditions side-by-side.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"Which dates align? Which don't? Why?"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Cross-cultural Calendars.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2026-05-28T04:30:59Z</dcterms:created>
  <dcterms:modified xsi:type="dcterms:W3CDTF">2026-05-28T04:30:59Z</dcterms:modified>
</cp:coreProperties>
</file>