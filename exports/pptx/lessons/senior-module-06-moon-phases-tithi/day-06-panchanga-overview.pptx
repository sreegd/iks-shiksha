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Panchanga —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five components: tithi, vāra, nakṣatra, yoga, karaṇa.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amāvasyā; lit. "new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pañcāṅga.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Five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limbs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of the Indian calendar: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lunar day (Module focus so far)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weekday (7-day cycle,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ravivāra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śanivāra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lunar mansion (27 divisions of ecliptic)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Sun-Moon longitudinal sum (27 named yogas)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half-tithi (11 named karaṇas)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Pañcāṅga-prakaraṇa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a published pañcāṅga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today's row.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"Identify each of the five aṅgas."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Note that the pañcāṅga also lists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muhūrta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(auspicious hours),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rāhu-kāla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yamagaṇḍa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derivative computations.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Astronomical observational data (NASA / IMCCE) provide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inputs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(Sun-Moon longitudes); the pañcāṅga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these through the 5-limb framework. The astronomy is universal; the framework is Indian.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"Pañcāṅga has been used for ritual timing for ~2000 years. What does that tell us about (a) the durability of the framework and (b) the limits of inferring causation from co-occurrence?"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Panchanga — Five Limbs.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2026-05-28T06:03:27Z</dcterms:created>
  <dcterms:modified xsi:type="dcterms:W3CDTF">2026-05-28T06:03:27Z</dcterms:modified>
</cp:coreProperties>
</file>