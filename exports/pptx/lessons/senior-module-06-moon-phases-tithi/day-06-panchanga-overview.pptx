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6 — Panchanga — Five Limbs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Moon Phases and Tithi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identify the five components: tithi, vāra, nakṣatra, yoga, karaṇa.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amāvasyā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amāvasyā; lit. "new moon")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10-Day Moon Observation Diary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Panchanga — Five Limbs.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2026-05-25T09:26:18Z</dcterms:created>
  <dcterms:modified xsi:type="dcterms:W3CDTF">2026-05-25T09:26:18Z</dcterms:modified>
</cp:coreProperties>
</file>