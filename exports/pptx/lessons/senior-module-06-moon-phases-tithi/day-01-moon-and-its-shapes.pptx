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Moon and Its Shapes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and name the four basic phases (new, first quarter, full, last quarter).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Moon and Its Shapes.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2026-05-28T04:30:23Z</dcterms:created>
  <dcterms:modified xsi:type="dcterms:W3CDTF">2026-05-28T04:30:23Z</dcterms:modified>
</cp:coreProperties>
</file>