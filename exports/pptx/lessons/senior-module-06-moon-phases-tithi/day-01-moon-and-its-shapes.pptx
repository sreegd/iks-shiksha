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The Moon and Its Shapes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Moon Phases and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observe and name the four basic phases (new, first quarter, full, last quarter).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candra; lit. "Moon")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(today's reading)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Sūrya-siddhānta (c. 5th–10th c. CE)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Geometric model.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Use a torch (Sun) + tennis ball (Moon) + a student's head (Earth). Walk the Moon around the Earth.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part of the Moon does the Earth-observer see lit at each position?"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Demonstrate the four primary phases.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synodic month.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~29.53 days from one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next.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Synodic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relative to the Sun (as seen from Earth). Distinct from sidereal month (~27.32 days) — relative to fixed stars.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Sūrya-siddhānta, ch. 2, vv. 1–10 — defines lunar motion with mean and true longitudes. Read 2 verses aloud in transliteration.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new (Sun side)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quarter — half lit, waxing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full (anti-Sun side)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quarter — half lit, waning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observation assignment.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notes the moon's shape this evening (or tomorrow morning) and writes one sentence describing it. We'll plot data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The Moon and Its Shapes.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2026-05-28T06:02:59Z</dcterms:created>
  <dcterms:modified xsi:type="dcterms:W3CDTF">2026-05-28T06:02:59Z</dcterms:modified>
</cp:coreProperties>
</file>