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5 — Lunar Months and Festivals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Moon Phases and Tithi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map the 12 lunar months (caitra, vaiśākha, ...) to major festivals.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Whiteboard / chart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Notebook, pen per student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tithi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tithi; lit. "lunar day (1/30 of synodic month)")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Daily check-in: one-sentence response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898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Twelve lunar months.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Caitra, Vaiśākha, Jyaiṣṭha, Āṣāḍha, Śrāvaṇa, Bhādrapada, Āśvina, Kārtika, Mārgaśīrṣa (Agrahāyaṇa), Pauṣa, Māgha, Phālguna.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Each begins on a new moon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tradition — North India) OR the day after the previous full moon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tradition — South India). Both reference the same lunar month with a 15-day phase difference.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884015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Source.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Varāhamihira's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Bṛhat Saṁhitā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discusses both reckonings; the Sūrya-siddhānta uses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amānta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Festivals by tithi.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Examples: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Diwali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Kṛṣṇa amāvasyā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Kārtika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Holi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Pūrṇimā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Phālguna (followed by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Vasantotsava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Janmāṣṭamī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Kṛṣṇa aṣṭamī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Śrāvaṇa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Mahā-Śivarātri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Kṛṣṇa caturdaśī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 Māgha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Class mapping.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Hand out cards with festival names. Students place each on a 12-month wheel, noting tithi + pakṣa. Compare two regions' festival calendars.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Honest history.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Not all festivals are pan-Indian. Some are regional (Onam — Malayalam solar calendar; Pongal — Tamil solar calendar). Distinguish lunisolar tradition from purely solar reckonings.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10-Day Moon Observation Diary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Lunar Months and Festivals.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One-sentence exit ticket: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31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Citations: at least one quoted verse with citation per module. Day 1 already includes one if applicable; you may add more.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2026-05-28T06:03:21Z</dcterms:created>
  <dcterms:modified xsi:type="dcterms:W3CDTF">2026-05-28T06:03:21Z</dcterms:modified>
</cp:coreProperties>
</file>