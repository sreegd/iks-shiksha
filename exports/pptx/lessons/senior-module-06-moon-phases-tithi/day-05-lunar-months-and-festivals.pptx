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5 — Lunar Months and Festivals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Moon Phases and Tithi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map the 12 lunar months (caitra, vaiśākha, ...) to major festivals.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Whiteboard / chart paper – Notebook, pen per student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tithi; lit. "lunar day (1/30 of synodic month)")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Daily check-in: one-sentence response to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62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the observable phenomenon first.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Whatever the day's idea is — a number trick, a celestial pattern, a herb's identifying feature — start with the thing students can see, hear, or do.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Introduce the Sanskrit term.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Once, in the triple format, then italicised only.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conceptual map.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Connect today's idea to prior modules (especially Module 2 if applicable) and prior days.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 an example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with the whole class on the 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or paired practice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~5 minutes.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10-Day Moon Observation Diary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Lunar Months and Festivals.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One-sentence exit ticket: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Citations: at least one quoted verse with citation per module. Day 1 already includes one if applicable; you may add more. – 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2026-05-25T09:26:13Z</dcterms:created>
  <dcterms:modified xsi:type="dcterms:W3CDTF">2026-05-25T09:26:13Z</dcterms:modified>
</cp:coreProperties>
</file>