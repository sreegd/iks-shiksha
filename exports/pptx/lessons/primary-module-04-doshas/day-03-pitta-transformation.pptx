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Pitta — The Transformation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pitta-style behaviours (warm, sharp, focused, transforming).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pitta; lit. "transformation principle (fire, tejas+ap)")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fire friend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inside us.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Today's 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(say "PIT-tah").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271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hands near a lit candle (safely, from a distance).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"Feel the warmth. That's the kind of friend Spark is — warm, bright."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42991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Spark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small figure with a glow around them. What does Spark like? (Sharp puzzles, focused work, learning fast, eating well.)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2026-05-25T16:16:49Z</dcterms:created>
  <dcterms:modified xsi:type="dcterms:W3CDTF">2026-05-25T16:16:49Z</dcterms:modified>
</cp:coreProperties>
</file>