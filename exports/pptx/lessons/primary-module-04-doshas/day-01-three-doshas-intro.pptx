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Three Doshas 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 vāta, pitta, kapha and recognise one observable trait of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doṣa; lit. "humour / functional principle")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Three friends live inside us all the time: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Wiggle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— quick, lively, like wind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Spark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— warm, sharp, like fire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Cozy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— slow, soft, like a snug blanket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three picture cards (or draw the three on the board). Ask children: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one feels most like you in the morning? Right now?"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98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one of the three friends in their notebook with one word that fits them today.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2026-05-25T16:16:38Z</dcterms:created>
  <dcterms:modified xsi:type="dcterms:W3CDTF">2026-05-25T16:16:38Z</dcterms:modified>
</cp:coreProperties>
</file>