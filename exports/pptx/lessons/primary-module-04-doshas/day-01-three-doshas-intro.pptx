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vāta, pitta, kapha and recognise one observable trait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Doshas Introduction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2026-05-25T08:39:20Z</dcterms:created>
  <dcterms:modified xsi:type="dcterms:W3CDTF">2026-05-25T08:39:20Z</dcterms:modified>
</cp:coreProperties>
</file>