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87A96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1 — Three Doshas Introduction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Doshas — Vāta, Pitta, Kapha (Primary)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30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Goal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Name vāta, pitta, kapha and recognise one observable trait of each.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5256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Notebook, pencils, drawing paper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lesson-plan.md for any day-specific materials)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Settle + chant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Daily chant or breathing exercise.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Story recall (4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Briefly recall yesterday's lesson by asking: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"What's one thing you remember from yesterday?"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28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doṣa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(IAST: doṣa; lit. "humour / functional principle")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634901" y="1266974"/>
            <a:ext cx="8102798" cy="10132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Three friends live inside us all the time: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Wiggle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vāta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 — quick, lively, like wind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Spark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pitta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 — warm, sharp, like fire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b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Cozy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kapha</a:t>
            </a:r>
            <a:pPr algn="l" indent="0" marL="0">
              <a:lnSpc>
                <a:spcPts val="1620"/>
              </a:lnSpc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 — slow, soft, like a snug blanket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Today's idea (10 min) (cont.)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4265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Show three picture cards (or draw the three on the board). Ask children: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"Which one feels most like you in the morning? Right now?"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37368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draws one of the three friends in their notebook with one word that fits them today.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Activity (8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 simplified version of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i="1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Build a Doṣa Rhythm Clock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 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activities/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). Draw, sing, or act it out.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(3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Each child shares one word that describes today.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323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(See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homework.md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.)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87A96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E07A5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Teacher notes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634901" y="883593"/>
            <a:ext cx="8102798" cy="769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Citations belong in teacher notes only, not in student-facing material at this band.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Keep new Sanskrit terms to one per lesson, repeated several times.</a:t>
            </a:r>
            <a:endParaRPr lang="en-US" sz="1200" dirty="0"/>
          </a:p>
          <a:p>
            <a:pPr algn="l" marL="342900" indent="-342900">
              <a:lnSpc>
                <a:spcPts val="1620"/>
              </a:lnSpc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If energy is low, swap the activity for free drawing.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2C2C2C"/>
                </a:solidFill>
                <a:latin typeface="Verdana" pitchFamily="34" charset="0"/>
                <a:ea typeface="Verdana" pitchFamily="34" charset="-122"/>
                <a:cs typeface="Verdana" pitchFamily="34" charset="-120"/>
              </a:rPr>
              <a:t>Primary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Primary</dc:title>
  <dc:subject>PptxGenJS Presentation</dc:subject>
  <dc:creator>IKS Curriculum</dc:creator>
  <cp:lastModifiedBy>IKS Curriculum</cp:lastModifiedBy>
  <cp:revision>1</cp:revision>
  <dcterms:created xsi:type="dcterms:W3CDTF">2026-05-28T05:31:01Z</dcterms:created>
  <dcterms:modified xsi:type="dcterms:W3CDTF">2026-05-28T05:31:01Z</dcterms:modified>
</cp:coreProperties>
</file>