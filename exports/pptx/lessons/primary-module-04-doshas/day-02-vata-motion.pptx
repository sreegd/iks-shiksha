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Vāta — The Motion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vāta-style behaviours (quick, dry, cold, moving) in self and surroundings.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 — The Motion Principle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2026-05-25T08:39:25Z</dcterms:created>
  <dcterms:modified xsi:type="dcterms:W3CDTF">2026-05-25T08:39:25Z</dcterms:modified>
</cp:coreProperties>
</file>