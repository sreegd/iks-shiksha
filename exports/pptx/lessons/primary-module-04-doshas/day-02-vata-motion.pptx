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Vāta — The Motion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vāta-style behaviours (quick, dry, cold, moving) in self and surroundings.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vāta; lit. "motion principle (wind, ākāśa+vāyu)")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wind friend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inside us.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Today's word: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(say "VAH-tah").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271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 up. Wiggle hands in the air like leaves.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vāta — moving, light, quick."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21664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Wiggle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 small figure with movement lines around it. What does Wiggle like? (Cool weather, dancing, talking, running.)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2026-05-25T16:16:43Z</dcterms:created>
  <dcterms:modified xsi:type="dcterms:W3CDTF">2026-05-25T16:16:43Z</dcterms:modified>
</cp:coreProperties>
</file>