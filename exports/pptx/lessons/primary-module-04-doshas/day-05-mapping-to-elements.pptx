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380851"/>
            <a:ext cx="8498026" cy="3504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60"/>
              </a:lnSpc>
              <a:spcAft>
                <a:spcPts val="1000"/>
              </a:spcAft>
              <a:buNone/>
            </a:pPr>
            <a:r>
              <a:rPr lang="en-US" sz="2400" b="1" dirty="0">
                <a:solidFill>
                  <a:srgbClr val="87A9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Day 5 — Mapping to the Five Elements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06301" y="89639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Module: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Doshas — Vāta, Pitta, Kapha (Primary)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Time: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30 min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223963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Goal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406301" y="1637854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Connect each doṣa to its two constituent elements (vāta=ākāśa+vāyu, pitta=tejas+ap, kapha=ap+pṛthvī).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Materials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– Notebook, pencils, drawing paper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34901" y="117306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(See lesson-plan.md for any day-specific materials)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flow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Settle + chant (3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Daily chant or breathing exercise.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Story recall (4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Briefly recall yesterday's lesson by asking: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"What's one thing you remember from yesterday?"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Today's idea (10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prakṛti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(IAST: prakṛti; lit. "innate constitution")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254323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– Vāta = ākāśa (space) + vāyu (air) — both light, both move. – Pitta = tejas (fire) + ap (water) — fire that flows. – Kapha = ap (water) + pṛthvī (earth) — wet earth holds shape.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1757065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Take the three friend drawings from earlier days. Beside each, draw the two elements that make that friend. Wiggle gets sky + wind. Spark gets fire + water. Cozy gets water + earth.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06301" y="2259806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Sing the rhyme: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"Wiggle is sky and wind. Spark is fire and water. Cozy is water and earth."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Activity (8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323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A simplified version of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Build a Doṣa Rhythm Clock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(see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activities/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). Draw, sing, or act it out.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Wrap-up (3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Each child shares one word that describes today.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Homework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323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(See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homework.md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.)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Teacher notes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– Citations belong in teacher notes only, not in student-facing material at this band. – Keep new Sanskrit terms to one per lesson, repeated several times. – If energy is low, swap the activity for free drawing.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 — Primary</dc:title>
  <dc:subject>PptxGenJS Presentation</dc:subject>
  <dc:creator>IKS Curriculum</dc:creator>
  <cp:lastModifiedBy>IKS Curriculum</cp:lastModifiedBy>
  <cp:revision>1</cp:revision>
  <dcterms:created xsi:type="dcterms:W3CDTF">2026-05-25T16:16:59Z</dcterms:created>
  <dcterms:modified xsi:type="dcterms:W3CDTF">2026-05-25T16:16:59Z</dcterms:modified>
</cp:coreProperties>
</file>