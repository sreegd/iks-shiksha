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Mapping to the Five Elements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Doshas — Vāta, Pitta, Kapha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Connect each doṣa to its two constituent elements (vāta=ākāśa+vāyu, pitta=tejas+ap, kapha=ap+pṛthvī).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prakṛti; lit. "innate constitution")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Vāta = ākāśa (space) + vāyu (air) — both light, both move.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Pitta = tejas (fire) + ap (water) — fire that flows.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Kapha = ap (water) + pṛthvī (earth) — wet earth holds shape.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Take the three friend drawings from earlier days. Beside each, draw the two elements that make that friend. Wiggle gets sky + wind. Spark gets fire + water. Cozy gets water + earth.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Sing the rhyme: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"Wiggle is sky and wind. Spark is fire and water. Cozy is water and earth."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2026-05-28T05:31:27Z</dcterms:created>
  <dcterms:modified xsi:type="dcterms:W3CDTF">2026-05-28T05:31:27Z</dcterms:modified>
</cp:coreProperties>
</file>