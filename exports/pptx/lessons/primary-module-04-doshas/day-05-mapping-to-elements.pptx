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Mapping to the Five Elements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Connect each doṣa to its two constituent elements (vāta=ākāśa+vāyu, pitta=tejas+ap, kapha=ap+pṛthvī).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prakṛti; lit. "innate constitution")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Mapping to the Five Elements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2026-05-25T08:39:44Z</dcterms:created>
  <dcterms:modified xsi:type="dcterms:W3CDTF">2026-05-25T08:39:44Z</dcterms:modified>
</cp:coreProperties>
</file>