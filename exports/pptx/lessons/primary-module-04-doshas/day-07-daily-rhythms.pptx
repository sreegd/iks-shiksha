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Doṣa Rhythms in a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 the kapha-pitta-vāta cycle across morning/noon/evening hours.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Doṣa Rhythms in a Day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2026-05-25T08:39:54Z</dcterms:created>
  <dcterms:modified xsi:type="dcterms:W3CDTF">2026-05-25T08:39:54Z</dcterms:modified>
</cp:coreProperties>
</file>