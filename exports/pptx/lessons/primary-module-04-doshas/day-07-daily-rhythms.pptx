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Doṣa Rhythms in a 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Doshas — Vāta, Pitta, Kapha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Map the kapha-pitta-vāta cycle across morning/noon/evening hours.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doṣa; lit. "humour / functional principle")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The day has three parts where each friend takes the lead: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Morning (Cozy time):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slow start, good for breakfast, gentle movement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Middle of day (Spark time):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sharp focus, biggest meal, schoolwork -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Evening (Wiggle time):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creative play, light dinner, getting ready for bed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70336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sun arc on paper. Mark "C" near the morning, "S" near noon, "W" near sunset. Children colour each section with a different colour and add one activity to each.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2026-05-28T04:06:32Z</dcterms:created>
  <dcterms:modified xsi:type="dcterms:W3CDTF">2026-05-28T04:06:32Z</dcterms:modified>
</cp:coreProperties>
</file>