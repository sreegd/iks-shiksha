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Kapha — The Structure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kapha-style behaviours (steady, cool, moist, structured).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cozy friend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inside 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Today's word: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"KAH-pah").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a blanket or pillow.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"Cozy is warm, soft, slow, and holds you steady. Like a comfy hug."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Cozy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soft round figure. What does Cozy like? (Big meals, naps, sweet songs, looking after others.)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2026-05-28T05:31:22Z</dcterms:created>
  <dcterms:modified xsi:type="dcterms:W3CDTF">2026-05-28T05:31:22Z</dcterms:modified>
</cp:coreProperties>
</file>