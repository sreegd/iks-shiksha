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 — Kapha — The Structure Principle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Doshas — Vāta, Pitta, Kapha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Identify kapha-style behaviours (steady, cool, moist, structured).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kapha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kapha; lit. "structure principle (cohesion, ap+pṛthvī)")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kapha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is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cozy friend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inside us.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3770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Today's word: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kapha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(say "KAH-pah").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92717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Hold a blanket or pillow.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"Cozy is warm, soft, slow, and holds you steady. Like a comfy hug."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21664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draws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Cozy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a soft round figure. What does Cozy like? (Big meals, naps, sweet songs, looking after others.)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Build a Doṣa Rhythm Clock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2026-05-28T04:06:19Z</dcterms:created>
  <dcterms:modified xsi:type="dcterms:W3CDTF">2026-05-28T04:06:19Z</dcterms:modified>
</cp:coreProperties>
</file>