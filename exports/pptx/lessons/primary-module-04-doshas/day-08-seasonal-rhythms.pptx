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Doṣa Rhythms Across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doṣa cycles to monsoon/summer/winter.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season has a special friend: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Cozy is busy melting away! (Allergies, sniffles.)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Summer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Spark is hot! (Sweating, drinking water.)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Winter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Wiggle is dry and cool! (Dry skin, blankets.)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tree in three seasons (bare → blossom → leaves) and write which friend lives there.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did our family eat in summer? In winter? Why?"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2026-05-25T16:17:15Z</dcterms:created>
  <dcterms:modified xsi:type="dcterms:W3CDTF">2026-05-25T16:17:15Z</dcterms:modified>
</cp:coreProperties>
</file>