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Prakṛti Self-Assessment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a worksheet to estimate own dominant doṣa(s) — emphasising NOT diagnosis.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vikṛti; lit. "current imbalance")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Today: which friend is most like ME right now?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Ask three questions: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1845915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"When you talk to friends, do you feel quick (Wiggle), focused (Spark), or steady (Cozy)?"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"At meal time, are you usually nibbling little bits (W), eating fast and hot (S), or eating slow and big (C)?"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"At sleep time, do you flip around (W), sleep just enough (S), or sleep deep (C)?"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90988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colours a small chart with one star for each friend that fits them today.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"All three friends live in everyone. Today's stars are just for today — they can change tomorrow."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2026-05-25T16:17:05Z</dcterms:created>
  <dcterms:modified xsi:type="dcterms:W3CDTF">2026-05-25T16:17:05Z</dcterms:modified>
</cp:coreProperties>
</file>