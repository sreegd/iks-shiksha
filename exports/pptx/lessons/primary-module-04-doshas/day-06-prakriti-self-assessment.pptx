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Prakṛti Self-Assessment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a worksheet to estimate own dominant doṣa(s) — emphasising NOT diagnosis.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vikṛti; lit. "current imbalance")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Prakṛti Self-Assessment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2026-05-25T08:39:49Z</dcterms:created>
  <dcterms:modified xsi:type="dcterms:W3CDTF">2026-05-25T08:39:49Z</dcterms:modified>
</cp:coreProperties>
</file>