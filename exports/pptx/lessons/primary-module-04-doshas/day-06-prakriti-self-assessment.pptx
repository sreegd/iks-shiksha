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7A9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6 — Prakṛti Self-Assessment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Doshas — Vāta, Pitta, Kapha (Primary)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30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Goal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Use a worksheet to estimate own dominant doṣa(s) — emphasising NOT diagnosis.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Notebook, pencils, drawing paper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Settle + chant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Daily chant or breathing exercise.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Story recall (4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Briefly recall yesterday's lesson by asking: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"What's one thing you remember from yesterday?"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Today's idea (10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vikṛti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(IAST: vikṛti; lit. "current imbalance")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54323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Today: which friend is most like ME right now?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54379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Ask three questions: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34901" y="1845915"/>
            <a:ext cx="8102798" cy="975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"When you talk to friends, do you feel quick (Wiggle), focused (Spark), or steady (Cozy)?"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"At meal time, are you usually nibbling little bits (W), eating fast and hot (S), or eating slow and big (C)?"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"At sleep time, do you flip around (W), sleep just enough (S), or sleep deep (C)?"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06301" y="2909888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child colours a small chart with one star for each friend that fits them today.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"All three friends live in everyone. Today's stars are just for today — they can change tomorrow."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(8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 simplified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Build a Doṣa Rhythm Clock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). Draw, sing, or act it out.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child shares one word that describes today.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Citations belong in teacher notes only, not in student-facing material at this band. – Keep new Sanskrit terms to one per lesson, repeated several times. – If energy is low, swap the activity for free drawing.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Primary</dc:title>
  <dc:subject>PptxGenJS Presentation</dc:subject>
  <dc:creator>IKS Curriculum</dc:creator>
  <cp:lastModifiedBy>IKS Curriculum</cp:lastModifiedBy>
  <cp:revision>1</cp:revision>
  <dcterms:created xsi:type="dcterms:W3CDTF">2026-05-28T04:06:28Z</dcterms:created>
  <dcterms:modified xsi:type="dcterms:W3CDTF">2026-05-28T04:06:28Z</dcterms:modified>
</cp:coreProperties>
</file>