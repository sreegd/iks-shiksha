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Balance and Imbalance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Distinguish prakṛti (innate) from vikṛti (current state); recognise simple imbalance signs.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pitta; lit. "transformation principle (fire, tejas+ap)")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Sometimes one friend gets too loud!   – Wiggle too loud = jittery, can't sit still, dry mouth   – Spark too loud = grumpy, hot, hangry   – Cozy too loud = sleepy, heavy, 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"Imagine if all three friends are at a party. If one shouts too much, the others get tired."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helps Wiggle calm down? What helps Spark cool off? What helps Cozy wake up?"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one friend in calm mode and one in too-loud mode.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2026-05-25T16:17:21Z</dcterms:created>
  <dcterms:modified xsi:type="dcterms:W3CDTF">2026-05-25T16:17:21Z</dcterms:modified>
</cp:coreProperties>
</file>