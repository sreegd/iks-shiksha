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Balance and Imbalance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Distinguish prakṛti (innate) from vikṛti (current state); recognise simple imbalance signs.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pitta; lit. "transformation principle (fire, tejas+ap)")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Balance and Imbalance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2026-05-25T08:40:06Z</dcterms:created>
  <dcterms:modified xsi:type="dcterms:W3CDTF">2026-05-25T08:40:06Z</dcterms:modified>
</cp:coreProperties>
</file>