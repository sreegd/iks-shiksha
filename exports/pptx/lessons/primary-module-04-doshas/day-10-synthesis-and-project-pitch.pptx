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Synthesis and Project Pitch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Pitch the 7-day self-observation project and answer assessment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kapha; lit. "structure principle (cohesion, ap+pṛthvī)")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Today we say goodbye to the three friends — but they will stay with us!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favourite friend and one thing they learned about that friend. Make a class wall: three big drawings (Wiggle, Spark, Cozy) with each child's small drawing of them stuck around the big 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friends-song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"Wiggle, Spark, Cozy — three friends inside, three friends inside, three friends inside me!"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2026-05-28T05:31:59Z</dcterms:created>
  <dcterms:modified xsi:type="dcterms:W3CDTF">2026-05-28T05:31:59Z</dcterms:modified>
</cp:coreProperties>
</file>