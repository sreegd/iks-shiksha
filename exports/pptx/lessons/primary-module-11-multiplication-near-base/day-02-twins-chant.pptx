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Twins Chant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Multiply-Near-Ten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commit the 9 deficit-from-10 pairs to memory and can recall any twin in under 1 second.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wall-poster: "Twins of 10" (pre-made; show all 9 pairs).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Index cards with single digits 1–9 (one set per child).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chant: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 and 9 make 10! 2 and 8 make 10! 3 and 7 make 10! 4 and 6 make 10! 5 and 5 make 10!"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187389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Three times, with claps.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1633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Now add the "deficit" version (just renaming):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611981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"1's twin is 9! 2's twin is 8! 3's twin is 7! 4's twin is 6! 5's twin is itself!"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we make the twins so fast we don't even think. We just KNOW."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Hold up the wall poster. Walk through the 5 pairs. Notice: each pair appears twice in the "twin" naming — 1's twin is 9 AND 9's twin is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Lightning round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Teacher holds up a digit. Class chorus the twin.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 20 in 60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Repeat with random sequence.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41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Sequence example: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Lightning round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5233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2523381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→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→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→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→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→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→ 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→ 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→ 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58172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→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27562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→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293087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→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10544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sort (7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gets index cards 1–9.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 "Go," they arrange the cards into 5 pairs (with 5's pair being itself or stand-alone).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Fastest 3 children share their arrangement on the floor.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chant. Pull the index cards back into the deck.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At home, have someone call out 10 digits in 30 seconds. You say the twin. Beat 8/10.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Speed of 30 twins in 30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Slow chant. 5 twins in 30 seconds is fine for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Pay attention to children who PAUSE before answering. They haven't built the reflex yet. Pull them into more drills tomorrow.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single most important fluency in this module. Don't move on if half the class is still pausing.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2026-05-28T05:37:08Z</dcterms:created>
  <dcterms:modified xsi:type="dcterms:W3CDTF">2026-05-28T05:37:08Z</dcterms:modified>
</cp:coreProperties>
</file>