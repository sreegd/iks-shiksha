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2 — Twins Chant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Multiply-Near-Ten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30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Children commit the 9 deficit-from-10 pairs to memory and can recall any twin in under 1 second.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Class wall-poster: "Twins of 10" (pre-made; show all 9 pairs). – Index cards with single digits 1–9 (one set per child). – Stopwatch.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chant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Sing the chant: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173063"/>
            <a:ext cx="8331398" cy="611981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Shape 4"/>
          <p:cNvSpPr/>
          <p:nvPr/>
        </p:nvSpPr>
        <p:spPr>
          <a:xfrm>
            <a:off x="434876" y="1173063"/>
            <a:ext cx="0" cy="611981"/>
          </a:xfrm>
          <a:prstGeom prst="line">
            <a:avLst/>
          </a:prstGeom>
          <a:noFill/>
          <a:ln w="57150">
            <a:solidFill>
              <a:srgbClr val="E07A5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92051" y="1363563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2C2C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"1 and 9 make 10! 2 and 8 make 10! 3 and 7 make 10! 4 and 6 make 10! 5 and 5 make 10!"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06301" y="1873895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Three times, with claps.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06301" y="2163366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Now add the "deficit" version (just renaming):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06301" y="2465487"/>
            <a:ext cx="8331398" cy="611981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Shape 9"/>
          <p:cNvSpPr/>
          <p:nvPr/>
        </p:nvSpPr>
        <p:spPr>
          <a:xfrm>
            <a:off x="434876" y="2465487"/>
            <a:ext cx="0" cy="611981"/>
          </a:xfrm>
          <a:prstGeom prst="line">
            <a:avLst/>
          </a:prstGeom>
          <a:noFill/>
          <a:ln w="57150">
            <a:solidFill>
              <a:srgbClr val="E07A5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92051" y="2655987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2C2C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"1's twin is 9! 2's twin is 8! 3's twin is 7! 4's twin is 6! 5's twin is itself!"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Story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"Today we make the twins so fast we don't even think. We just KNOW."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54323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Hold up the wall poster. Walk through the 5 pairs. Notice: each pair appears twice in the "twin" naming — 1's twin is 9 AND 9's twin is 1.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Lightning round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Teacher holds up a digit. Class chorus the twin. – Do 20 in 60 seconds. – Repeat with random sequence.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160413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Sequence example: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462534"/>
            <a:ext cx="8331398" cy="2523381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Shape 5"/>
          <p:cNvSpPr/>
          <p:nvPr/>
        </p:nvSpPr>
        <p:spPr>
          <a:xfrm>
            <a:off x="430113" y="1462534"/>
            <a:ext cx="0" cy="2523381"/>
          </a:xfrm>
          <a:prstGeom prst="line">
            <a:avLst/>
          </a:prstGeom>
          <a:noFill/>
          <a:ln w="47625">
            <a:solidFill>
              <a:srgbClr val="87A96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31627" y="1589484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2C2C2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 → 3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31627" y="1764060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2C2C2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 → 2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31627" y="1938635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2C2C2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 → 4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31627" y="2113211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2C2C2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 → 1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31627" y="2287786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2C2C2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 → 5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31627" y="2462361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2C2C2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 → 6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31627" y="2636937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2C2C2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→ 7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31627" y="2811512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2C2C2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 → 8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31627" y="2986088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2C2C2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→ 9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31627" y="3160663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2C2C2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 → 2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31627" y="3335238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2C2C2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 → 4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31627" y="3509814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2C2C2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 → 3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31627" y="3684389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2C2C2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Card sort (7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Each child gets index cards 1–9. – On "Go," they arrange the cards into 5 pairs (with 5's pair being itself or stand-alone). – Fastest 3 children share their arrangement on the floor.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Show + chant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Final chant. Pull the index cards back into the deck.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At home, have someone call out 10 digits in 30 seconds. You say the twin. Beat 8/10.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Speed of 30 twins in 30 seconds.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Slow chant. 5 twins in 30 seconds is fine for today.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Teacher's quick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Pay attention to children who PAUSE before answering. They haven't built the reflex yet. Pull them into more drills tomorrow. – The single most important fluency in this module. Don't move on if half the class is still pausing.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2026-05-25T16:21:18Z</dcterms:created>
  <dcterms:modified xsi:type="dcterms:W3CDTF">2026-05-25T16:21:18Z</dcterms:modified>
</cp:coreProperties>
</file>