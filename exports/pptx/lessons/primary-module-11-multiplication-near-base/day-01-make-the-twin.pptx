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 — Make the Twin Game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Multiply-Near-Ten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play a card game finding the "twin" — the partner that makes 10 with each card.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A deck of number cards 1–9 (4 of each = 36 cards) per pair. – Counters (optional).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introduce the chant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Teach the chant — clap on each pair: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73063"/>
            <a:ext cx="8331398" cy="611981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4876" y="1173063"/>
            <a:ext cx="0" cy="611981"/>
          </a:xfrm>
          <a:prstGeom prst="line">
            <a:avLst/>
          </a:prstGeom>
          <a:noFill/>
          <a:ln w="57150">
            <a:solidFill>
              <a:srgbClr val="E07A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2051" y="136356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"1 and 9 make 10! 2 and 8 make 10! 3 and 7 make 10! 4 and 6 make 10! 5 and 5 make 10!"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06301" y="187389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Say it 3 times. (Children from Module 5 will know this — re-use it.)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"Today we play a game called Make the Twin. Every number from 1 to 9 has a twin that makes 10 with it. 1's twin is 9. 2's twin is 8. Today we find them."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Game (17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How to play: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Shuffle the deck. Deal 5 cards to each player. Place 5 cards face-up in the middle.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On your turn: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787575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Look at your hand and the middle.    – Find a "twin pair" — your card + a middle card that add to 10.    – Take both. Put them in your "pile."    – Draw a new card from the deck.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302966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If you can't find a twin, place 1 card in the middle. End your turn.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When the deck is empty, count pairs. Most pairs wins!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2917478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Play 2 rounds.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"Who won a round?" — winner shares ONE twin pair they made.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Class chants the pair: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"6 and 4 make 10!"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– Close with the daily chant.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At home, practise the chant with a family member. Win a round of Make the Twin if you can find a partner!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Add cards 0 and 10. Find twins for those too. (0 + 10. Or just play with 1–9.)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Use only cards 1–6 to keep the twins easy.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Teacher's quick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Some children won't find twins and will give up. Pair them with a stronger player as a "team." – The game IS the lesson at this band. Don't add a worksheet. – Note: children who completed Module 5 will be fast at twins. Push them with the "speed challenge" — name the twin in under 1 second.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2026-05-28T04:11:05Z</dcterms:created>
  <dcterms:modified xsi:type="dcterms:W3CDTF">2026-05-28T04:11:05Z</dcterms:modified>
</cp:coreProperties>
</file>