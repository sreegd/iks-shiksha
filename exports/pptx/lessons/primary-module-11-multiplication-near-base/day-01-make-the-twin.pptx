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Make the Twin Game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Multiply-Near-Ten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play a card game finding the "twin" — the partner that makes 10 with each card.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deck of number cards 1–9 (4 of each = 36 cards) per pair.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Counters (optional).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introduce the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 the chant — clap on each pair: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and 9 make 10! 2 and 8 make 10! 3 and 7 make 10! 4 and 6 make 10! 5 and 5 make 10!"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it 3 times. (Children from Module 5 will know this — re-use it.)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play a game called Make the Twin. Every number from 1 to 9 has a twin that makes 10 with it. 1's twin is 9. 2's twin is 8. Today we find them."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(17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to play: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(17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Shuffle the deck. Deal 5 cards to each player. Place 5 cards face-up in the middle.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 your turn: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1075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Look at your hand and the middle.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Find a "twin pair" — your card + a middle card that add to 10.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both. Put them in your "pile."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new card from the deck.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625477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you can't find a twin, place 1 card in the middle. End your turn.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When the deck is empty, count pairs. Most pairs wins!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(17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Play 2 rounds.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"Who won a round?" — winner shares ONE twin pair they made.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chants the pair: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"6 and 4 make 10!"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 with the 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 home, practise the chant with a family member. Win a round of Make the Twin if you can find a partner!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Add cards 0 and 10. Find twins for those too. (0 + 10. Or just play with 1–9.)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only cards 1–6 to keep the twins easy.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won't find twins and will give up. Pair them with a stronger player as a "team."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game IS the lesson at this band. Don't add a worksheet.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Note: children who completed Module 5 will be fast at twins. Push them with the "speed challenge" — name the twin in under 1 second.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2026-05-28T05:37:02Z</dcterms:created>
  <dcterms:modified xsi:type="dcterms:W3CDTF">2026-05-28T05:37:02Z</dcterms:modified>
</cp:coreProperties>
</file>