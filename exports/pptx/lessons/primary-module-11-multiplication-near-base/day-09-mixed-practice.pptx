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Mixed Practice + Module 7 Crossover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Multiplication Near a Power of 10 — Nikhilam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Solve problems combining ×11 and near-base methods.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Notebook, pencils, drawing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Nikhilaṁ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Nikhilaṁ; lit. "the Nikhilam sūtra (also used in Module 9 for subtraction)")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Today: mix ×11 trick (Module 7) and the new trick!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3770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11 × 97 — use the ×11 trick: 1067. Show 97 × 96 — use the new trick: 9312.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92717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sort: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"Which trick for which problem?"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End with a number-magic round of applause.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Method Speed Race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Citations belong in teacher notes only, not in student-facing material at this band.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new Sanskrit terms to one per lesson, repeated several times.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2026-05-28T05:37:45Z</dcterms:created>
  <dcterms:modified xsi:type="dcterms:W3CDTF">2026-05-28T05:37:45Z</dcterms:modified>
</cp:coreProperties>
</file>