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Mixed Practice + Module 7 Crossover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Multiplication Near a Power of 10 — Nikhilam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Solve problems combining ×11 and near-base methods.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Nikhilaṁ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Nikhilaṁ; lit. "the Nikhilam sūtra (also used in Module 9 for subtraction)")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Mixed Practice + Module 7 Crossover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Method Speed Race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2026-05-25T08:44:32Z</dcterms:created>
  <dcterms:modified xsi:type="dcterms:W3CDTF">2026-05-25T08:44:32Z</dcterms:modified>
</cp:coreProperties>
</file>