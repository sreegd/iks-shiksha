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Why the Trick Works (Dot Drawing)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Multiply-Near-Ten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dot pattern showing why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8 = 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the connection between fingers and the answer.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A4 paper per child (or larger).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Coloured crayons / pencils (2 colours per child works fine).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hand poster from Day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 Twins chant + 5 finger-trick chorus answers.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(7 min) — "Let's see WHY"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"Yesterday I told you the trick. Today I'll show you why it works."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rectangle on the board: 7 columns, 8 rows.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 the total dots together: 7 columns × 8 rows = 56 dots.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(7 min) — "Let's see WHY"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 divide the rectangle into regions: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× 5 block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one corner (the "fully solid" block).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× 3 strip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below (because 8 = 5 + 3).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× 5 strip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 the side (because 7 = 5 + 2).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× 3 corner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(fingers UP × fingers UP).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2294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Total dots: 25 + 15 + 10 + 6 = 56. 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(7 min) — "Let's see WHY"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"See the 2 × 3 corner? That's the fingers UP — and 2 × 3 = 6, the units of our answer."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"See the 5 × 5 block plus the two strips? Together they make 50 — the tens of our answer."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dot rectangle on their A4 paper.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Colour the 2 × 3 corner one colour (the "fingers up" region).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Colour the rest a different colour (the "tens" region).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 and label: "fingers-up corner = ___" and "rest = ___."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children share their drawings.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Pick another problem (6 × 7 OR 9 × 8) and draw the dot rectangle. Colour the corners. Bring it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 the same picture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The corner is 1 × 1 = 1 dot. The rest is 80 dots. Total = 81. ✓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Pre-printed grid; child just colours the regions.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drawing IS the proof. Children who see the picture once will trust the finger trick forever.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try to colour outside the lines, or count dots wrong. That's fine — the colouring is the point, the counting is the practice.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Don't introduce algebra. The dot drawing is the entire "why" for this band.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2026-05-28T05:37:20Z</dcterms:created>
  <dcterms:modified xsi:type="dcterms:W3CDTF">2026-05-28T05:37:20Z</dcterms:modified>
</cp:coreProperties>
</file>