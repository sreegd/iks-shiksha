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Pairs Race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speed up the finger trick to under 5 seconds per problem.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"Race Sheet" — 16 problems (all combinations 6×6 through 9×9) on a single page.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Twins chant + 5 finger-trick chorus answers.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Race round 1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Pass out the Race Sheet (face-down). – On "Go," flip and solve all 16 problems using the finger trick. As fast as possible. – After 3 minutes, "Stop." Note how far each child got and how many were correct. – Self-correct against the answer key.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Race Sheet: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9075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889075"/>
            <a:ext cx="0" cy="95220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20160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6×6 = ___      7×6 = ___      8×6 = ___      9×6 = ___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1906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6×7 = ___      7×7 = ___      8×7 = ___      9×7 = ___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3651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6×8 = ___      7×8 = ___      8×8 = ___      9×8 = 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5397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6×9 = ___      7×9 = ___      8×9 = ___      9×9 = 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93012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Answer key: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232249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0113" y="3232249"/>
            <a:ext cx="0" cy="95220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1627" y="33592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36  42  48  54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5337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42  49  56  63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7083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48  56  64  72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8829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54  63  72  81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Race round 2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Same sheet, fresh strip. Solve as many as possible in 2 minutes. – Beat your round-1 count.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 quick-fire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Pair up. – Partner A reads a problem from the sheet. Partner B answers within 5 seconds (using fingers). – Swap. Cover 10 problems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Hands up: who got all 16 right? Who beat their round-1 score? – Cheering. Final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Practice 6 × 6 through 9 × 9 at home. 5 minutes a day. Time yourself.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9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problems with at least one factor being 5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The trick still works! And: do all 16 in 60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8 problems instead of 16. Half the sheet is 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Don't make this competitive between children.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"Race yourself, not your neighbour."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A child who got 4/16 should celebrate — that's progress from yesterday's 0/16. – Some children will revert to memorised times-table answers. That's fine, but ask them to confirm with the finger trick.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2026-05-25T08:44:12Z</dcterms:created>
  <dcterms:modified xsi:type="dcterms:W3CDTF">2026-05-25T08:44:12Z</dcterms:modified>
</cp:coreProperties>
</file>