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87A9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5 — Pairs Race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Module: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Multiply-Near-Ten (Primary)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Time: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30 min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Goal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Children speed up the finger trick to under 5 seconds per problem.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Materials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 "Race Sheet" — 16 problems (all combinations 6×6 through 9×9) on a single page.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Stopwatch.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flow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Settle + chant (3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Twins chant + 5 finger-trick chorus answers.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Race round 1 (8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10132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Pass out the Race Sheet (face-down).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On "Go," flip and solve all 16 problems using the finger trick. As fast as possible.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After 3 minutes, "Stop." Note how far each child got and how many were correct.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Self-correct against the answer key.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985665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Race Sheet: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Race round 1 (8 min) (cont.)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83593"/>
            <a:ext cx="8331398" cy="95220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30113" y="883593"/>
            <a:ext cx="0" cy="952202"/>
          </a:xfrm>
          <a:prstGeom prst="line">
            <a:avLst/>
          </a:prstGeom>
          <a:noFill/>
          <a:ln w="47625">
            <a:solidFill>
              <a:srgbClr val="87A9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31627" y="1010543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2C2C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6×6 = ___      7×6 = ___      8×6 = ___      9×6 = ___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31627" y="1185118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2C2C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6×7 = ___      7×7 = ___      8×7 = ___      9×7 = ___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31627" y="1359694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2C2C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6×8 = ___      7×8 = ___      8×8 = ___      9×8 = ___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31627" y="1534269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2C2C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6×9 = ___      7×9 = ___      8×9 = ___      9×9 = ___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06301" y="1924645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Answer key: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Race round 1 (8 min) (cont.)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83593"/>
            <a:ext cx="8331398" cy="95220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30113" y="883593"/>
            <a:ext cx="0" cy="952202"/>
          </a:xfrm>
          <a:prstGeom prst="line">
            <a:avLst/>
          </a:prstGeom>
          <a:noFill/>
          <a:ln w="47625">
            <a:solidFill>
              <a:srgbClr val="87A9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31627" y="1010543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2C2C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36  42  48  54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31627" y="1185118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2C2C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42  49  56  63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31627" y="1359694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2C2C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48  56  64  72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31627" y="1534269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2C2C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54  63  72  81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Race round 2 (7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Same sheet, fresh strip. Solve as many as possible in 2 minutes.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Beat your round-1 count.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Pair quick-fire (8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769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Pair up.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Partner A reads a problem from the sheet. Partner B answers within 5 seconds (using fingers).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Swap. Cover 10 problems each.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Wrap-up (4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Hands up: who got all 16 right? Who beat their round-1 score?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Cheering. Final chant.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Homework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Practice 6 × 6 through 9 × 9 at home. 5 minutes a day. Time yourself.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Differentiation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7599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Tier up: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Try problems with at least one factor being 5 (e.g.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5 × 8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,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5 × 9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). The trick still works! And: do all 16 in 60 seconds.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Tier down: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8 problems instead of 16. Half the sheet is fine.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Teacher's quick notes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9751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Don't make this competitive between children.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"Race yourself, not your neighbour."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 child who got 4/16 should celebrate — that's progress from yesterday's 0/16.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Some children will revert to memorised times-table answers. That's fine, but ask them to confirm with the finger trick.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— Primary</dc:title>
  <dc:subject>PptxGenJS Presentation</dc:subject>
  <dc:creator>IKS Curriculum</dc:creator>
  <cp:lastModifiedBy>IKS Curriculum</cp:lastModifiedBy>
  <cp:revision>1</cp:revision>
  <dcterms:created xsi:type="dcterms:W3CDTF">2026-05-28T05:37:25Z</dcterms:created>
  <dcterms:modified xsi:type="dcterms:W3CDTF">2026-05-28T05:37:25Z</dcterms:modified>
</cp:coreProperties>
</file>