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Finger Trick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the hand-multiplication trick for any pair from 6 to 9.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Both hands (everyone has them). – Class wall-poster: a hand diagram showing fingers folded down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Worksheet: 16 problems (all combinations 6×6 through 9×9), with hand-diagram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Twins chant + lightning round of 10 twins.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Whole class: teacher calls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Children put up hands and find the answer (42). – 5 problems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(81),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×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(42),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(64),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(54),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117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Pair drill (last 7 min):   – Partner A calls a problem (any from 6×6 to 9×9).   – Partner B answers using the finger trick.   – Swap.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got 9 × 9 = 81 using their hands?" — hands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Teach the finger trick to a parent or sibling. Multiply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22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what does the trick give? (5: 0 down, 5 up. 6: 1 down, 4 up. Down sum 1 → 10. Up product 5×4 = 20. Total 30. ✓) Notice: works for 5+ too. What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? (Both 0 down. Down sum 0. Up product 5×5 = 25. ✓ Total 25.) Cool — works for 5 too.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until comfortable. Don't push variety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few children will have trouble keeping track of "down vs up." Slow down with them; the trick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tricky on the first day. – Some children will object: "I already know my 7 times table." Honest response: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"Great! Now you have TWO ways of finding the answer."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Don't explain why it works today. Day 4 is the dot-drawing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term mention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(Hold for Day 6.)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2026-05-25T08:44:01Z</dcterms:created>
  <dcterms:modified xsi:type="dcterms:W3CDTF">2026-05-25T08:44:01Z</dcterms:modified>
</cp:coreProperties>
</file>