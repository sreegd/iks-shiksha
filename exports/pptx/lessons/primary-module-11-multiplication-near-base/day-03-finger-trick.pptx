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 — The Finger Trick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Multiply-Near-Ten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learn the hand-multiplication trick for any pair from 6 to 9.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9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Both hands (everyone has them).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Class wall-poster: a hand diagram showing fingers folded down for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 × 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Worksheet: 16 problems (all combinations 6×6 through 9×9), with hand-diagram answer key.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Twins chant + lightning round of 10 twins.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(8 min) — "The Magic Hand Trick"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"Today I'll teach you a magic trick. You can multiply 7 × 8 just by counting fingers. Watch."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Demo: 7 × 8.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"Hold up both hands. We're going to fold down some fingers."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"For 7: fold down (7 − 5) = 2 fingers on the LEFT hand. So 2 down, 3 up on the left."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"For 8: fold down (8 − 5) = 3 fingers on the RIGHT hand. So 3 down, 2 up on the right."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"Count the fingers DOWN on both hands together: 2 + 3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That's the TENS. →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(8 min) — "The Magic Hand Trick"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"Count the fingers UP on left × fingers UP on right: 3 × 2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That's the UNITS. →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"Total: 50 + 6 =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✓"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(8 min) — "The Magic Hand Trick"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8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Repeat for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 × 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6: 1 down, 4 up. 9: 4 down, 1 up.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Down sum: 1 + 4 = 5 → 50.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Up product: 4 × 1 = 4.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Answer: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(8 min) — "The Magic Hand Trick"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85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Repeat for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 × 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8: 3 down, 2 up. 9: 4 down, 1 up.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Down sum: 3 + 4 = 7 → 70.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Up product: 2 × 1 = 2.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Answer: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✓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(12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82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Whole class: teacher calls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 × 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Children put up hands and find the answer (42).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problems chorus: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 × 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(81),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 × 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(42),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 × 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(64),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 × 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(54),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 × 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(63).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(12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Pair drill (last 7 min):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Partner A calls a problem (any from 6×6 to 9×9).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Partner B answers using the finger trick.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Swap.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"Who got 9 × 9 = 81 using their hands?" — hands up.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Final chant.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10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Teach the finger trick to a parent or sibling. Multiply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 × 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together.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0227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Try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× 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what does the trick give? (5: 0 down, 5 up. 6: 1 down, 4 up. Down sum 1 → 10. Up product 5×4 = 20. Total 30. ✓) Notice: works for 5+ too. What about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 × 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? (Both 0 down. Down sum 0. Up product 5×5 = 25. ✓ Total 25.) Cool — works for 5 too.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Stay with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 × 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 × 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until comfortable. Don't push variety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Teacher's quick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18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few children will have trouble keeping track of "down vs up." Slow down with them; the trick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tricky on the first day.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Some children will object: "I already know my 7 times table." Honest response: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"Great! Now you have TWO ways of finding the answer."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Don't explain why it works today. Day 4 is the dot-drawing 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Sanskrit term mention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(Hold for Day 6.)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2026-05-28T05:37:15Z</dcterms:created>
  <dcterms:modified xsi:type="dcterms:W3CDTF">2026-05-28T05:37:15Z</dcterms:modified>
</cp:coreProperties>
</file>