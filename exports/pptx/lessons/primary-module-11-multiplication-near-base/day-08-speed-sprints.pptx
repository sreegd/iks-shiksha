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Speed Sprints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Multiplication Near a Power of 10 — Nikhilam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Race traditional vs Nikhilam on 30 problems.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Ūrdhva-tiryagbhyāṁ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Ūrdhva-tiryagbhyāṁ; lit. ""vertically and crosswise" — the general-purpose sūtra")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Speed game! 5 problems with the trick, 3 minutes.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97 × 96 = ? 98 × 97 = ? 99 × 99 = ? 95 × 95 = ? 103 × 104 = 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0389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(Teacher does these together with kids — they don't need to do them solo yet.)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3284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Cheer at the end.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"Maths magic!"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2026-05-28T04:11:35Z</dcterms:created>
  <dcterms:modified xsi:type="dcterms:W3CDTF">2026-05-28T04:11:35Z</dcterms:modified>
</cp:coreProperties>
</file>