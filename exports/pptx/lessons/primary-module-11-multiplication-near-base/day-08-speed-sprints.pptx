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traditional vs Nikhilam on 30 problems.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Speed Sprints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2026-05-25T08:44:27Z</dcterms:created>
  <dcterms:modified xsi:type="dcterms:W3CDTF">2026-05-25T08:44:27Z</dcterms:modified>
</cp:coreProperties>
</file>