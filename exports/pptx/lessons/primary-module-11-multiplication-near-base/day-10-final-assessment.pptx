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Multiplication Near a Power of 10 — Nikhilam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Summative quiz and method-comparison reflection.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vinkulam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vinkulam; lit. "deficit (number below base)")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Final day! We celebrate the new trick.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shows their best near-100 multiplication. Cheer.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332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Quiz with stickers — everyone gets a "Number Wizard" sticker.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1227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 chant: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"Cross-subtract, multiply, put together!"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2026-05-28T04:11:43Z</dcterms:created>
  <dcterms:modified xsi:type="dcterms:W3CDTF">2026-05-28T04:11:43Z</dcterms:modified>
</cp:coreProperties>
</file>