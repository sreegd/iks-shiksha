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Why It Works — The Algebra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Multiplication Near a Power of 10 — Nikhilam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Derive (B−a)(B−b) = B(B−a−b) + ab.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vinkulam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vinkulam; lit. "deficit (number below base)")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Why It Works — The Algebra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2026-05-25T08:44:17Z</dcterms:created>
  <dcterms:modified xsi:type="dcterms:W3CDTF">2026-05-25T08:44:17Z</dcterms:modified>
</cp:coreProperties>
</file>