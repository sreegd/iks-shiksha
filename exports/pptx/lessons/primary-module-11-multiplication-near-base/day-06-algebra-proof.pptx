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(B−a)(B−b) = B(B−a−b) + ab.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does the trick work? Let's see with small numbers!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9 × 8 using the rule: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is 10−1 (deficit 1).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is 10−2 (deficit 2).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Left: 9 − 2 = 7. Right: 1 × 2 = 2. Combined: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Check: 9 × 8 = 72.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"Same answer as tables! The trick is just another way."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2026-05-28T05:37:30Z</dcterms:created>
  <dcterms:modified xsi:type="dcterms:W3CDTF">2026-05-28T05:37:30Z</dcterms:modified>
</cp:coreProperties>
</file>