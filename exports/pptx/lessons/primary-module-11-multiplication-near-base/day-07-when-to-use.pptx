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problems where Nikhilam is faster than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is special! It works best when numbers are CLOSE to 100 (or 10, or 1000). – For numbers far from 100 (like 47 × 63), we use the regular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97 × 96 (use trick) and 47 × 63 (use regular).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"Pick the right tool!"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practice sorting: which problems use the trick?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2026-05-25T16:21:45Z</dcterms:created>
  <dcterms:modified xsi:type="dcterms:W3CDTF">2026-05-25T16:21:45Z</dcterms:modified>
</cp:coreProperties>
</file>