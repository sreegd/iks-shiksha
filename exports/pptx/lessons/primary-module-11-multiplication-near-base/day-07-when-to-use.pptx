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When To Use 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Multiplication Near a Power of 10 — Nikhilam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Identify problems where Nikhilam is faster than long multiplication.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ādhikya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ādhikya; lit. "excess (number above base)")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trick is special! It works best when numbers are CLOSE to 100 (or 10, or 1000). – For numbers far from 100 (like 47 × 63), we use the regular way.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570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97 × 96 (use trick) and 47 × 63 (use regular).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"Pick the right tool!"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465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practice sorting: which problems use the trick?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Method Speed Race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2026-05-28T04:11:30Z</dcterms:created>
  <dcterms:modified xsi:type="dcterms:W3CDTF">2026-05-28T04:11:30Z</dcterms:modified>
</cp:coreProperties>
</file>