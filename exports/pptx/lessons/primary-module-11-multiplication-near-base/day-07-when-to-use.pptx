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When To Use It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Multiplication Near a Power of 10 — Nikhilam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Identify problems where Nikhilam is faster than long multiplication.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ādhikya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ādhikya; lit. "excess (number above base)")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When To Use It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2026-05-25T08:44:22Z</dcterms:created>
  <dcterms:modified xsi:type="dcterms:W3CDTF">2026-05-25T08:44:22Z</dcterms:modified>
</cp:coreProperties>
</file>