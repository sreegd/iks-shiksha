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100 minus Friends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compute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for single-digit N using "friends to ten" and a bar model. By end of class: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100 − 7 = 93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instantly.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Bar-model strips: long printed strips divided into 10 boxes of 10 each (= 100 squares total) – Coloured crayons – Number cards 0–9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friends-to-ten chant. A new line: 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And TEN tens make ONE HUNDRED!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Bar-model demo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a big bar on the board (or use the strip). Mark off 10 sections of 10 each. Total: 100.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"100 ants on a hundred leaves. 7 ants walk off. How many left?"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498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Cross off 7 squares from the rightmost group.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last group used to be 10. Now it's 3."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7393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"How many groups of 10 still left? NINE groups. Plus the 3 leftover ants. So 90 + 3 = 93."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041475"/>
            <a:ext cx="8331398" cy="90011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4876" y="2041475"/>
            <a:ext cx="0" cy="90011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2051" y="223197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trick: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7's friend is 3 (10 minus 7 = 3). And there are 9 groups of 10 still standing.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501057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100 − 7 = 93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301" y="303043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 3 more, with class predicting: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491951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Activity: bar-model worksheet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printed worksheet with 6 bar-model problems: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130135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1301353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100 − 3 =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100 − 5 = ?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100 − 6 = ?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82374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100 − 2 = ?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199831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100 − 8 = ?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17289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100 − 7 = 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6301" y="2563267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For each: shade the right number of squares, then read off the answer. Bonus: write the friend pair next to it.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Quick fire: teacher calls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; children chorus the answer. –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6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10 problems: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100 − 4, 100 − 9, 100 − 6, 100 − 2, 100 − 5, 100 − 8, 100 − 3, 100 − 7, 100 − 1, 100 − 0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Aim for under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54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100 − 15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100 − 20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Bar model still works.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only N from 1 to 5. Build up.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721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"9 in front" framing is the key insight. Make sure every child says it. – For N = 0 or N = 10, the bar model is a bit off (no shading, or a whole group gone). Acknowledge and move on; those are edge cases. – Some children will sniff out the pattern: "to do 100 minus any single digit, just write '9' then the friend of that digit." Praise — that IS the Nikhilam rule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100 −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2026-05-25T08:42:20Z</dcterms:created>
  <dcterms:modified xsi:type="dcterms:W3CDTF">2026-05-25T08:42:20Z</dcterms:modified>
</cp:coreProperties>
</file>