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100 minus Friends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Friends to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compute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for single-digit N using "friends to ten" and a bar model. By end of class: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100 − 7 = 93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instantly.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Bar-model strips: long printed strips divided into 10 boxes of 10 each (= 100 squares total)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Coloured crayons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Number cards 0–9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friends-to-ten chant. A new line: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And TEN tens make ONE HUNDRED!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Bar-model demo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big bar on the board (or use the strip). Mark off 10 sections of 10 each. Total: 100.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"100 ants on a hundred leaves. 7 ants walk off. How many left?"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Cross off 7 squares from the rightmost group.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"This last group used to be 10. Now it's 3."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393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many groups of 10 still left? NINE groups. Plus the 3 leftover ants. So 90 + 3 = 93."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Bar-model demo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001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90011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7's friend is 3 (10 minus 7 = 3). And there are 9 groups of 10 still standing.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100 − 7 = 93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25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Demo 3 more, with class predicting: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620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row: Problem · Friend of N · 9 in front · Answer.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Bar-model demo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6 · 9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2 · 9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9 · 9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99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1 · 9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bar-model worksheet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gets a printed worksheet with 6 bar-model problems: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13013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1301353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100 − 3 =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100 − 5 = 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100 − 6 =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237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100 − 2 =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9831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100 − 8 = 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17289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100 − 7 =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bar-model worksheet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each: shade the right number of squares, then read off the answer. Bonus: write the friend pair next to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 fire: teacher calls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children chorus the answer.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problems: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100 − 4, 100 − 9, 100 − 6, 100 − 2, 100 − 5, 100 − 8, 100 − 3, 100 − 7, 100 − 1, 100 − 0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Aim for under 30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100 − 15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100 − 20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Bar model still works.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only N from 1 to 5. Build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09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"9 in front" framing is the key insight. Make sure every child says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N = 0 or N = 10, the bar model is a bit off (no shading, or a whole group gone). Acknowledge and move on; those are edge cases.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sniff out the pattern: "to do 100 minus any single digit, just write '9' then the friend of that digit." Praise — that IS the Nikhilam rule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100 − 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2026-05-28T05:35:39Z</dcterms:created>
  <dcterms:modified xsi:type="dcterms:W3CDTF">2026-05-28T05:35:39Z</dcterms:modified>
</cp:coreProperties>
</file>