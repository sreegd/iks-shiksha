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30-problem mental subtraction sprint.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Sprint day! 10 problems in 3 minutes.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worksheet: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10 − 4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100 − 37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100 − 62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1000 − 250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100 − 88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...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for everyone who finishes.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"Speed isn't everything — accuracy matters more!"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2026-05-28T05:36:00Z</dcterms:created>
  <dcterms:modified xsi:type="dcterms:W3CDTF">2026-05-28T05:36:00Z</dcterms:modified>
</cp:coreProperties>
</file>