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Hugs to Ten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Friends to 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practise friend recall in a paired drill until every child can name a friend in under 2 seconds.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Number cards 0–9 (one set per pair) – Stopwatch (optional)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friends-to-ten chant, 3 times.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Story-warm-up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84296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"Yesterday we met the friends. Today they want to HUG. When two friends meet, they hug and become TEN."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301" y="181540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Demonstrate: hold up a "3" card. Pause.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"Who's 3's friend?"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Children chorus: SEVEN! Bring out a "7" card. Hug them together.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"Now they're TEN."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Paired drill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Round 1 — Quick recall (8 min):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One child holds the deck. Flips card. – Other child names the friend. – Stack hits / misses in two piles. – Swap roles after 30 seconds. – Goal: 10 right in a 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Round 2 — Speed (5 min):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Time how many friends you can name in 30 seconds. – Both children try.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Round 3 — Hide the friend (7 min):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Lay 5 cards face-up. Hide one (turn over). – Partner has to GUESS the hidden card based only on its friend. – E.g., visible cards are 1, 3, 5, 7, 9; sum should be 25. Actual sum visible = ? Difference tells you the hidden card.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9181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(For Grade 3, simplify: just show one card's friend; partner names what's hidden.)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Quick chorus: teacher calls a digit; class chorus the friend. Do 15 in 60 seconds. – 4 → SIX! 8 → TWO! 1 → NINE! 6 → FOUR! 2 → EIGHT! 5 → FIVE! ... – Daily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 / take-home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Friend drill with family: 20 digits in 60 seconds. Track how many you got.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"Friends to 100" preview: who completes 73? (27.) Show the friend on bar paper.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Use only 1–5 cards. Friends will be larger but the count is shorter.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HUG metaphor is sticky for this age group. Hold it. – Some children laugh at "5 and 5 are best friends." Let them. The laugh helps the math stick. – Avoid timed competition between pairs publicly. Each pair races itself.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2026-05-28T04:09:46Z</dcterms:created>
  <dcterms:modified xsi:type="dcterms:W3CDTF">2026-05-28T04:09:46Z</dcterms:modified>
</cp:coreProperties>
</file>