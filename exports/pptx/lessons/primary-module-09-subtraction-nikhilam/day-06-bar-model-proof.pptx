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visual proof using bar models and number 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Let's see the trick with bars (or paper strips)!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Cut a strip 100 cm long. Now cut off 37 cm.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long is the rest?"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(63 cm.)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cut a strip 99 cm. Cut off 37 cm.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long?"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(62 cm — easy! 9-3=6, 9-7=2.) Add 1 cm — 63 cm.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"Same answer! Easier with 99!"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2026-05-28T05:35:50Z</dcterms:created>
  <dcterms:modified xsi:type="dcterms:W3CDTF">2026-05-28T05:35:50Z</dcterms:modified>
</cp:coreProperties>
</file>