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Friends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"friends to ten" through a chant, a story, and a card game. By end of class they can name at least three friend-pairs.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 deck of number cards 0–9 (4 of each = 40 cards) per pair – Drawing paper + crayons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"Friends to Ten" wall poster (5 colourful pairs)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the next two weeks we'll meet some friends. They're tiny — but very important. Numbers have friends too."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(3 times, claps on each pair):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406997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434876" y="2406997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2051" y="2597497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are friends! 2 and 8 are friends! 3 and 7 are friends! 4 and 6 are friends! 5 and 5 are best friends! All make TEN!"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57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57450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Friend Game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little ants lived on a leaf. Sometimes they walked off in groups.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day, 3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3 fingers.)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were left behind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(Wait. Children call out: 7!)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Yes! 3 and 7 are friends. They always make 10 together.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day, 6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6.)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(4!)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and 4 are friends. Always 10.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number from 0 to 10 has a friend. We'll meet them all today.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game: Make Ten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 (paired):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Shuffle. Deal 5 cards to each player. Put 5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875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Look at your hand and the middle.    – Find two cards that are friends (add to 10).    – Take both. Put in your pile.    – Draw 1 from the deck.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302966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make 10, place 1 card in the middle. End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runs out, count pairs. Most pairs wins.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91747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2–3 rounds.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friend pair they made.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chants the pair: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are friends!"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– Close with the daily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Practise the chant with a sibling or parent. Win a round of Make Ten with family!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0–9 cards including 0+10 pairs.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cards 1–6 to keep pairs simple.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Some children won't find pairs and will give up. Pair them with a stronger player as a "team." – Same game as Module 5 — children may come in already half-knowing it. Affirm and add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friend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framing. – The "friend" language is the bridge to subtraction. By Day 4 we'll say "to find 100 minus 7, ask: who's 7's friend? 3. Then put a 9 in front. 93."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 on Sanskrit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 don't introduce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yet. The word appears on Day 3 as a "magic word." Today is just about friends.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2026-05-25T08:42:04Z</dcterms:created>
  <dcterms:modified xsi:type="dcterms:W3CDTF">2026-05-25T08:42:04Z</dcterms:modified>
</cp:coreProperties>
</file>