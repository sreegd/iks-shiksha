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Friends to Ten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Friends to Ten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Children meet "friends to ten" through a chant, a story, and a card game. By end of class they can name at least three friend-pairs.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deck of number cards 0–9 (4 of each = 40 cards) per pair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Drawing paper + crayons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"Friends to Ten" wall poster (5 colourful pairs)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Sit on the mat. Teacher: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17306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434876" y="117306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92051" y="136356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"For the next two weeks we'll meet some friends. They're tiny — but very important. Numbers have friends too."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06301" y="2104876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Teach the chant (3 times, claps on each pair):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(5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842963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842963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"1 and 9 are friends! 2 and 8 are friends! 3 and 7 are friends! 4 and 6 are friends! 5 and 5 are best friends! All make TEN!"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83593"/>
            <a:ext cx="8331398" cy="2457450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434876" y="883593"/>
            <a:ext cx="0" cy="2457450"/>
          </a:xfrm>
          <a:prstGeom prst="line">
            <a:avLst/>
          </a:prstGeom>
          <a:noFill/>
          <a:ln w="57150">
            <a:solidFill>
              <a:srgbClr val="E07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2051" y="1074093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b="1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Friend Game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92051" y="1343174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Ten little ants lived on a leaf. Sometimes they walked off in groups.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92051" y="1612255"/>
            <a:ext cx="7973389" cy="4619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day, 3 ants walked off.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(Hold up 3 fingers.)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How many were left behind on the leaf?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(Wait. Children call out: 7!)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2051" y="2112318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Yes! 3 and 7 are friends. They always make 10 together.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92051" y="2381399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Another day, 6 ants walked off.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(Hold up 6.)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How many on the leaf? </a:t>
            </a:r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(4!)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051" y="2650480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 and 4 are friends. Always 10.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92051" y="2919561"/>
            <a:ext cx="7973389" cy="2309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2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300" i="1" dirty="0">
                <a:solidFill>
                  <a:srgbClr val="2C2C2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Every number from 0 to 10 has a friend. We'll meet them all today.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 game: Make Ten (20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How to play (paired):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 game: Make Ten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Shuffle. Deal 5 cards to each player. Put 5 face-up in the middle.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On your turn: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51075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Look at your hand and the middle.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Find two cards that are friends (add to 10).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Take both. Put in your pile.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Draw 1 from the deck.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34901" y="2625477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you can't make 10, place 1 card in the middle. End turn.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When the deck runs out, count pairs. Most pairs wins.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Card game: Make Ten (20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Play 2–3 rounds.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Show + chant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"Who won a round?" — winner shares ONE friend pair they made.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Class chants the pair: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"6 and 4 are friends!"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Close with the daily chant.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 / take-home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Practise the chant with a sibling or parent. Win a round of Make Ten with family!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Differentiation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up: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0–9 cards including 0+10 pairs.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Tier down: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Use cards 1–6 to keep pairs simple.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Teacher's quick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11808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Some children won't find pairs and will give up. Pair them with a stronger player as a "team."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Same game as Module 5 — children may come in already half-knowing it. Affirm and add the 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friend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framing.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The "friend" language is the bridge to subtraction. By Day 4 we'll say "to find 100 minus 7, ask: who's 7's friend? 3. Then put a 9 in front. 93."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 on Sanskrit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We don't introduce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Nikhilam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yet. The word appears on Day 3 as a "magic word." Today is just about friends.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2026-05-28T05:35:24Z</dcterms:created>
  <dcterms:modified xsi:type="dcterms:W3CDTF">2026-05-28T05:35:24Z</dcterms:modified>
</cp:coreProperties>
</file>