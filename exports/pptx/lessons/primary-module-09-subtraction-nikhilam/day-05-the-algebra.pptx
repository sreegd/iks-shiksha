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 — Why It Works — The Algebra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Subtraction — Nikhilam (All from 9)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Derive the place-value identity that makes the rule work.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Nikhilaṁ Navataścaramaṁ Daśataḥ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Nikhilaṁ Navataścaramaṁ Daśataḥ; lit. ""all from 9, the last from 10"")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Why does the trick work? Let's see!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49475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100 = 99 + 1. – 99 − 37 is easy (no borrow): 6 from 9 = 6 and 9 - 3 = 6, write it out as: 9-3 = 6, 9-7 = 2... actually let's keep it simple. – 100 − 37 = 63. – And 9-3 = 6, 10-7 = 3 → 63.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2522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9s help because there's no borrow.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"That's the magic!"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Complement Flashcards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2026-05-25T16:19:42Z</dcterms:created>
  <dcterms:modified xsi:type="dcterms:W3CDTF">2026-05-25T16:19:42Z</dcterms:modified>
</cp:coreProperties>
</file>