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the place-value identity that makes the rule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It Works — The Algebra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2026-05-25T08:42:25Z</dcterms:created>
  <dcterms:modified xsi:type="dcterms:W3CDTF">2026-05-25T08:42:25Z</dcterms:modified>
</cp:coreProperties>
</file>