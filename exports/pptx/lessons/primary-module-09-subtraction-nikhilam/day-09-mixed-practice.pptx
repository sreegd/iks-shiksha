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Mixed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Solve a mixed problem set comparing complement vs traditional borrow.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pick the right tool!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10 problems on cards. For each, children hold up a sign: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5159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"Trick!" (for subtracting from 10, 100, 1000)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"Regular!" (for harder cases)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6610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solve 5 trick-type problems together.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2026-05-25T16:20:08Z</dcterms:created>
  <dcterms:modified xsi:type="dcterms:W3CDTF">2026-05-25T16:20:08Z</dcterms:modified>
</cp:coreProperties>
</file>