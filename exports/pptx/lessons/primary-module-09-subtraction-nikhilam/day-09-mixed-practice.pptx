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9 — Mixed Practice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Subtraction — Nikhilam (All from 9)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Solve a mixed problem set comparing complement vs traditional borrow.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Notebook, pencils, drawing paper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or breathing exercise.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recall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Briefly recall yesterday's lesson by asking: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one thing you remember from yesterday?"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Nikhilaṁ Navataścaramaṁ Daśataḥ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(IAST: Nikhilaṁ Navataścaramaṁ Daśataḥ; lit. ""all from 9, the last from 10"")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46000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Today: pick the right tool!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749475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Show 10 problems on cards. For each, children hold up a sign: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34901" y="2051596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"Trick!" (for subtracting from 10, 100, 1000)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"Regular!" (for harder cases)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2666107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Then solve 5 trick-type problems together.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simplified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Complement Flashcards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 Draw, sing, or act it out.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word that describes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Citations belong in teacher notes only, not in student-facing material at this band. – Keep new Sanskrit terms to one per lesson, repeated several times. – If energy is low, swap the activity for free drawing.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2026-05-28T04:10:15Z</dcterms:created>
  <dcterms:modified xsi:type="dcterms:W3CDTF">2026-05-28T04:10:15Z</dcterms:modified>
</cp:coreProperties>
</file>