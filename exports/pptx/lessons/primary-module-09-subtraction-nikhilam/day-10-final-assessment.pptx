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Subtraction — Nikhilam (All from 9)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the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Final day! We celebrate the subtraction trick.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shows one favourite trick problem to a partner. Cheer for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the small quiz with stickers. Every child gets a "Subtraction Sleuth" sticker.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chant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from nine, last from ten!"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2026-05-28T04:10:19Z</dcterms:created>
  <dcterms:modified xsi:type="dcterms:W3CDTF">2026-05-28T04:10:19Z</dcterms:modified>
</cp:coreProperties>
</file>