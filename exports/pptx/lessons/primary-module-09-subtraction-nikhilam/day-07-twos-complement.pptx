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Two's Complement in Computers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how the same idea underlies binary computer subtraction.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Two's Complement in Computers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2026-05-25T08:42:36Z</dcterms:created>
  <dcterms:modified xsi:type="dcterms:W3CDTF">2026-05-25T08:42:36Z</dcterms:modified>
</cp:coreProperties>
</file>