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Two's Complement in Computers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Subtraction — Nikhilam (All from 9)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how the same idea underlies binary computer subtraction.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Computers use the same trick! In computers, numbers are 0s and 1s. They use "all from 1, last from 1+1" — same idea but with 1 instead of 9.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627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calculator.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"When you press 100 − 37, the computer secretly uses our trick to find the answer fast."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22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share: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the coolest computer thing they know?"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2026-05-25T16:19:53Z</dcterms:created>
  <dcterms:modified xsi:type="dcterms:W3CDTF">2026-05-25T16:19:53Z</dcterms:modified>
</cp:coreProperties>
</file>