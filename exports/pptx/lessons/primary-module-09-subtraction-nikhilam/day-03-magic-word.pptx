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Magic Word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They learn to pronounce it, recognise the wall poster, and connect it to "friends to ten."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new wall poster: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letters, with a smiling face. Underneath, in small letters: "the friend rule." – Drawing paper –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magic-word 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2653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2653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Word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 ago, people in India had a special name for "the friend rule." The name is a Sanskrit word.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(Pause for suspense.)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ready?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is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(Say it slowly: ni-khi-lam.)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(Class echoes 3 times. Soft / normal / loud. Children find it funny — let them.)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means "all of it" or "the whole." It's the secret name for our friends-to-ten rule.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older book from 1965 gives this rule a fancy name. We'll learn the long name in Grade 6. For today — just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friend rule. The whole. All of 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time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friend-pair. Above the pair, write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 (or use the wall poster as a guide).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 a pair of trees labelled "3 and 7." Two children holding hands labelled "4 and 6." Two suns labelled "5 and 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(Teacher walks around helping with the spelling of "Nikhilam.")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children hold up their drawings. Class chorus the friend-pair AND chants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the daily chant + one big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Tell a parent the magic 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Say it 5 times. Win their amazement.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to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Devanāgarī (निखिलं). Provide a print-out 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say the word. Drawing is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pronunciation is harder than it looks. Model slowly. Don't correct individual children publicly — they'll get it by Day 6 through repetition. – Some children will ask "what does it mean?" Answer: "all" or "the whole" or "every part." The full meaning becomes clear in Middle band. – This is the first Sanskrit word many children will say with confidence. Honour it. Some will go home and say it 200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(teacher reference, not student-facing)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(1965), sūtra Nikhilam.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2026-05-28T04:09:50Z</dcterms:created>
  <dcterms:modified xsi:type="dcterms:W3CDTF">2026-05-28T04:09:50Z</dcterms:modified>
</cp:coreProperties>
</file>