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The Magic Word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Friends to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meet the Sanskrit word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They learn to pronounce it, recognise the wall poster, and connect it to "friends to ten."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 new wall poster: the word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big letters, with a smiling face. Underneath, in small letters: "the friend rule." – Drawing paper – Crayons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friends-to-ten chant, 3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magic-word story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72653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72653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Sanskrit Word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ago, people in India had a special name for "the friend rule." The name is a Sanskrit word.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(Pause for suspense.)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 ready?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word is —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(Say it slowly: ni-khi-lam.)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(Class echoes 3 times. Soft / normal / loud. Children find it funny — let them.)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"all of it" or "the whole." It's the secret name for our friends-to-ten rule.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older book from 1965 gives this rule a fancy name. We'll learn the long name in Grade 6. For today — just say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friend rule. The whole. All of 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time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ONE friend-pair. Above the pair, write the word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big letters (or use the wall poster as a guide).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Examples: a pair of trees labelled "3 and 7." Two children holding hands labelled "4 and 6." Two suns labelled "5 and 5."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764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(Teacher walks around helping with the spelling of "Nikhilam.")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children hold up their drawings. Class chorus the friend-pair AND chants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together.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 with the daily chant + one big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NIKHILAM!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/ take-home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Tell a parent the magic word: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Say it 5 times. Win their amazement.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to write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Devanāgarī (निखिलं). Provide a print-out card.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say the word. Drawing is optional.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pronunciation is harder than it looks. Model slowly. Don't correct individual children publicly — they'll get it by Day 6 through repetition. – Some children will ask "what does it mean?" Answer: "all" or "the whole" or "every part." The full meaning becomes clear in Middle band. – This is the first Sanskrit word many children will say with confidence. Honour it. Some will go home and say it 200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(teacher reference, not student-facing)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Tirthaji,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(1965), sūtra Nikhilam.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2026-05-25T16:19:31Z</dcterms:created>
  <dcterms:modified xsi:type="dcterms:W3CDTF">2026-05-25T16:19:31Z</dcterms:modified>
</cp:coreProperties>
</file>