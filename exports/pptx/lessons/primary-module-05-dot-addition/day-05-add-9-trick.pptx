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The Add-9 Trick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add 9 to any 2-digit number using the trick "add 10, take 1 away."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"Add 9" drill sheet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Quick-fire flash cards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/ trick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4284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4284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+ 9 =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/ trick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"Anyone want to try?"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Take 2 answers. (Usually 42 with some scratch-out work.)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if I told you there's a trick? Watch:"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/ trick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is the same as 10 - 1.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33 + 9 is the same as 33 + 10 - 1.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+ 10 = 43.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43 - 1 = 42.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0992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"Add 10, take 1 away. Easy."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/ trick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More examples: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47 + 9 = 47 + 10 - 1 = 56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64 + 9 = 64 + 10 - 1 = 73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28 + 9 = 28 + 10 - 1 = 37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Drill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Worksheet of 20 "+9" problems. Or quick-fire flash cards.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After 5 min of individual: paired race — who can do 5 in 30 seconds?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round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calls "27 plus 9" — class shouts "36!" Mix it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Find ANY 5 2-digit numbers (look at your house number, car plate, telephone digits). Add 9 to each in your head.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the trick for adding 19 (add 20, take 1 away). 47 + 19 = 66.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Stick to +9 only. Build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trick generalises to +99, +999 too — but at this band stay with +9.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resist: "but I just add!" Honour that — say "you have two tools now, use whichever's faster."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2026-05-28T05:32:26Z</dcterms:created>
  <dcterms:modified xsi:type="dcterms:W3CDTF">2026-05-28T05:32:26Z</dcterms:modified>
</cp:coreProperties>
</file>