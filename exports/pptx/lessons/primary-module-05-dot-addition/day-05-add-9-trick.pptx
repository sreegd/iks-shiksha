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The Add-9 Trick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add 9 to any 2-digit number using the trick "add 10, take 1 away."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"Add 9" drill sheet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Quick-fire flash cards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/ trick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42847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428476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+ 9 = 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4901" y="1703040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"Anyone want to try?"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Take 2 answers. (Usually 42 with some scratch-out work.)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if I told you there's a trick? Watch:"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330202"/>
            <a:ext cx="8331398" cy="112677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0113" y="2330202"/>
            <a:ext cx="0" cy="1126778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627" y="24571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is the same as 10 - 1.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63172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 33 + 9 is the same as 33 + 10 - 1.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80630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+ 10 = 43.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98087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43 - 1 = 42.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15545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Done!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06301" y="354583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"Add 10, take 1 away. Easy."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383530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More examples: – 47 + 9 = 47 + 10 - 1 = 56 – 64 + 9 = 64 + 10 - 1 = 73 – 28 + 9 = 28 + 10 - 1 = 37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Drill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Worksheet of 20 "+9" problems. Or quick-fire flash cards.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After 5 min of individual: paired race — who can do 5 in 30 seconds?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round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Teacher calls "27 plus 9" — class shouts "36!" Mix it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Close.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Find ANY 5 2-digit numbers (look at your house number, car plate, telephone digits). Add 9 to each in your head.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the trick for adding 19 (add 20, take 1 away). 47 + 19 = 66.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Stick to +9 only. Build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trick generalises to +99, +999 too — but at this band stay with +9. – Some children will resist: "but I just add!" Honour that — say "you have two tools now, use whichever's faster."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2026-05-28T04:07:08Z</dcterms:created>
  <dcterms:modified xsi:type="dcterms:W3CDTF">2026-05-28T04:07:08Z</dcterms:modified>
</cp:coreProperties>
</file>