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1 — Make Ten Game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Make Ten / Bindu Paddhati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Children play a card game that requires finding pairs that sum to 10.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deck of number cards 0–9 (4 of each = 40 cards) per pair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Counters (optional)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introduce the chant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Teach the chant — clap on each pair: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73063"/>
            <a:ext cx="8331398" cy="611981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34876" y="1173063"/>
            <a:ext cx="0" cy="611981"/>
          </a:xfrm>
          <a:prstGeom prst="line">
            <a:avLst/>
          </a:prstGeom>
          <a:noFill/>
          <a:ln w="57150">
            <a:solidFill>
              <a:srgbClr val="E07A5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92051" y="136356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"1 and 9 make 10! 2 and 8 make 10! 3 and 7 make 10! 4 and 6 make 10! 5 and 5 make 10!"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06301" y="187389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Say it 3 times.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"Today we play a game called Make Ten. The rule is simple: find two cards that add up to 10. The player with the most 10-pairs wins."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Game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How to play: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Game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Shuffle the deck. Deal 5 cards to each player. Place 5 cards face-up in the middle.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On your turn: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510754"/>
            <a:ext cx="8102798" cy="10132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Look at your hand and the middle cards.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Find a pair that makes 10 (one from your hand + one from the middle).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Take the pair. Put it in your "pile."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Draw a new card from the deck.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2625477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If you can't make 10, place one card in the middle and end your turn.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When the deck runs out, count pairs. Most pairs wins!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Game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Play 2–3 rounds.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Show + chant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"Who won a round?" — winner shares ONE 10-pair they made.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Class chants the pair: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"6 and 4 make 10!"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Close with the daily chant.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At home, practise the chant with a sibling or parent. Win a round of Make Ten with family!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Play with 0–9 cards including 0+10 pairs.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Use only cards 1–6 to keep the pairs simple.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Teacher's quick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Some children won't find pairs and will give up. Pair them with a stronger player as a "team."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The game IS the lesson at this band. Don't add a worksheet.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2026-05-28T05:32:05Z</dcterms:created>
  <dcterms:modified xsi:type="dcterms:W3CDTF">2026-05-28T05:32:05Z</dcterms:modified>
</cp:coreProperties>
</file>