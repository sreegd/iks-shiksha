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Make Ten Game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Ten / Bindu Paddhati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play a card game that requires finding pairs that sum to 10.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 deck of number cards 0–9 (4 of each = 40 cards) per pair – Counters (optional)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introduce the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 the chant — clap on each pair: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 and 9 make 10! 2 and 8 make 10! 3 and 7 make 10! 4 and 6 make 10! 5 and 5 make 10!"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738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it 3 times.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 we play a game called Make Ten. The rule is simple: find two cards that add up to 10. The player with the most 10-pairs wins."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to play: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Shuffle the deck. Deal 5 cards to each player. Place 5 cards face-up in the middle.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 your turn: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8757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Look at your hand and the middle cards.    – Find a pair that makes 10 (one from your hand + one from the middle).    – Take the pair. Put it in your "pile."    – Draw a new card from the deck.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02966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you can't make 10, place one card in the middle and end your turn.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When the deck runs out, count pairs. Most pairs wins!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91747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Play 2–3 rounds.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"Who won a round?" — winner shares ONE 10-pair they made.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Class chants the pair: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"6 and 4 make 10!"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Close with the daily chant.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At home, practise the chant with a sibling or parent. Win a round of Make Ten with family!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Play with 0–9 cards including 0+10 pairs.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Use only cards 1–6 to keep the pairs simple.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Some children won't find pairs and will give up. Pair them with a stronger player as a "team." – The game IS the lesson at this band. Don't add a worksheet.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2026-05-28T04:06:49Z</dcterms:created>
  <dcterms:modified xsi:type="dcterms:W3CDTF">2026-05-28T04:06:49Z</dcterms:modified>
</cp:coreProperties>
</file>