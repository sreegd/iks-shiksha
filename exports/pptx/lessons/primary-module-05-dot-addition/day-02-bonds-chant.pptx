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Bonds of Ten Chant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memorise the five 10-pairs through chant, hand games, and repeated quick-recall.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Wall poster of the 5 pairs (with pictures)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Number cards 0–9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"1 and 9 make 10!..."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hand game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pair up.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Partner A holds up some fingers (1–9).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Partner B holds up the rest to make 10.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Check: do their fingers together = 10?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Swap, repeat.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hand game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Play for 5 min. Then teacher leads class: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Teacher holds up 6 fingers. Class chorus: "FOUR!"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Teacher holds up 8. Class: "TWO!"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Mix it up. Faster.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the pairs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stations around the room, one per pair (1+9, 2+8, 3+7, 4+6, 5+5).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station has a picture + the equation.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walk to each station and say the pair aloud.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Quick-fire recall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Teacher holds up a number card. Class shouts the partner.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→ "FIVE!" (5+5)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 → "THREE!"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 → "ONE!"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etc.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2751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 20 cards in 60 seconds. Then do it again to beat the time.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Close with the daily chant — bigger than ever.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At home tonight: parent or sibling holds up some fingers. You give the rest to make 10. Win 10 in a row!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Find pairs that make 11 too (5+6, 4+7).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Use a "make-10 chart" if recall is slow. Withdraw the chart by Day 5.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This is a memorisation day. Repetition over depth.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hand-game pairings often surface friendship dynamics — be flexible.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2026-05-28T05:32:10Z</dcterms:created>
  <dcterms:modified xsi:type="dcterms:W3CDTF">2026-05-28T05:32:10Z</dcterms:modified>
</cp:coreProperties>
</file>