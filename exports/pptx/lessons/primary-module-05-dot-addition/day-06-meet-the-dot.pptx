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Meet the Dot (Bindu Paddhati)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see a demonstration of the dot method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Bindu Paddhati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 — the technique they'll learn fully in Grade 6+.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Whiteboard, large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long column problem (4 four-digit numbers)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I'm going to show you a magic trick. Older kids — Grade 6, 7, 8 — learn this. You're going to SEE it today. We won't fully learn it until you're older."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"It's called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Bindu Paddhati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that's Sanskrit for 'dot method.'"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a 4-row column: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95220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5728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4536+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(12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LIVE with the dot method, narrating: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963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Units column: 8, 7, 2, 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8+2 = 10! Put a dot above the 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I have 7 and 6 left. 7+6 = 13. That's a 10! Dot above the 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is left over. Write 3 below.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have 2 dots. Carry 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Tens column: 2, 1, 9, 3 + the carry 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1+9 = 10. Dot above 9.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2+3+2 (carry) = 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7. Carry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Hundreds: 7, 4, 8, 5 + 1.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Thousands.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 (12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Reveal: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20573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long did that take? About a minute. Try doing this the slow way — much longer."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Awe + connect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 already know the trick of finding 10-pairs. That's the BIG SKILL behind this magic. When you're in Grade 6, you'll learn the dot method too. For now, keep practising those 10-pairs."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chorus of all 5 pairs.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to a younger child at home. They'll be ready when they're older.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Grade 5 fast learners can try one small column problem (4 single digits) with the dot method.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watch the demo. Today is awe-day, not practice-day.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"magic" is the point. Don't over-explain. Let it be mysterious.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Don't push for understanding — just curiosity.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2026-05-28T05:32:32Z</dcterms:created>
  <dcterms:modified xsi:type="dcterms:W3CDTF">2026-05-28T05:32:32Z</dcterms:modified>
</cp:coreProperties>
</file>