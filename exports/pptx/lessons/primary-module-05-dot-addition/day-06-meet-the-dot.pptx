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Meet the Dot (Bindu Paddhati)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see a demonstration of the dot method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Bindu Paddhati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— the technique they'll learn fully in Grade 6+.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Whiteboard, large – A long column problem (4 four-digit numbers)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I'm going to show you a magic trick. Older kids — Grade 6, 7, 8 — learn this. You're going to SEE it today. We won't fully learn it until you're older."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"It's called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Bindu Paddhati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— that's Sanskrit for 'dot method.'"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a 4-row column: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9522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173063"/>
            <a:ext cx="0" cy="952202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000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4745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6491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6892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82374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4536+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214116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Solve LIVE with the dot method, narrating: – Units column: 8, 7, 2, 6.   – 8+2 = 10! Put a dot above the 2.   – Now I have 7 and 6 left. 7+6 = 13. That's a 10! Dot above the 6.   – 3 is left over. Write 3 below.   – I have 2 dots. Carry 2. – Tens column: 2, 1, 9, 3 + the carry 2.   – 1+9 = 10. Dot above 9.   – 2+3+2 (carry) = 7.   – Write 7. Carry 1. – Hundreds: 7, 4, 8, 5 + 1.   – Continue. – Thousands.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314339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Reveal: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20573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343287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"How long did that take? About a minute. Try doing this the slow way — much longer."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Awe + connect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 already know the trick of finding 10-pairs. That's the BIG SKILL behind this magic. When you're in Grade 6, you'll learn the dot method too. For now, keep practising those 10-pairs."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Class chorus of all 5 pairs.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Teach the chant to a younger child at home. They'll be ready when they're older.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Grade 5 fast learners can try one small column problem (4 single digits) with the dot method.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watch the demo. Today is awe-day, not practice-day.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"magic" is the point. Don't over-explain. Let it be mysterious. – Don't push for understanding — just curiosity.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2026-05-28T04:07:12Z</dcterms:created>
  <dcterms:modified xsi:type="dcterms:W3CDTF">2026-05-28T04:07:12Z</dcterms:modified>
</cp:coreProperties>
</file>