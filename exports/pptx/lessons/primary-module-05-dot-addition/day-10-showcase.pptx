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Game Showcase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whole class plays each other's games in a rotation. Every child gets a sticker.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 children's games set up at stations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Stickers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biggest chant yet.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stations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pair sets up their game at a station.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rotates: 5 minutes per game station, in groups of 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One member of the original pair stays at the station to teach the rules; the other plays others' games.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41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(Adjust based on class size — with 10 pairs and 5 minutes per station, plan 4–5 station rotations.)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ceremony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Whole class together.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"Best game I played today" — quick share by 5 children.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Stickers all round.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Final chant — loudest yet.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Done!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None. Module complete.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 confident pair can teach two stations at once.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 shy pair can teach with just one card of rules; teacher helps.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is celebration day. No failure. Every pair's game is a win.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photos of the games and rules; send to parents.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skill of "rules clear enough to teach a stranger" is a real life skill — name it explicitly to the class.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2026-05-28T05:32:50Z</dcterms:created>
  <dcterms:modified xsi:type="dcterms:W3CDTF">2026-05-28T05:32:50Z</dcterms:modified>
</cp:coreProperties>
</file>