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Find the Pair (Scanning Drill)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spot 10-pairs in a list of 6–8 single-digit numbers within 10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Worksheet with 10 rows, each a list of 6–8 digits (printable)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Pencils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writes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3  7  2  5  8  1  4  6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96951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"Find ALL the pairs that make 10. Circle them."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through together: 3+7, 2+8, 4+6. Three pairs. Leftover: 5, 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Scanning drill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Hand out worksheet.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Individual work: circle every 10-pair in each row. Note the leftover digits.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rows. About 1 minute per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 10 min,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paired check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partner reads a row aloud; you find pairs in under 10 seconds.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round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projects one row at a time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4 6 2 8 3 7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1 9 5 5 3 7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8 2 6 4 7 3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shouts pairs in chorus. 20 seconds per row.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(close)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more scanning rows on the back of the worksheet.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Find pairs that make 10 AND pairs that make 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Work with shorter rows (4 digits each).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pattern of "scan and group" is the key skill — more important than getting every pair right.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 child circles 5+5 as one pair, that's correct (both 5s used together).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2026-05-28T05:32:15Z</dcterms:created>
  <dcterms:modified xsi:type="dcterms:W3CDTF">2026-05-28T05:32:15Z</dcterms:modified>
</cp:coreProperties>
</file>