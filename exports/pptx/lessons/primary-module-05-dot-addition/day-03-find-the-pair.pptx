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Find the Pair (Scanning Drill)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spot 10-pairs in a list of 6–8 single-digit numbers within 10 seconds.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Worksheet with 10 rows, each a list of 6–8 digits (printable) – Pencils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Teacher writes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4284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4284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3  7  2  5  8  1  4  6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0304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"Find ALL the pairs that make 10. Circle them."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07377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Walk through together: 3+7, 2+8, 4+6. Three pairs. Leftover: 5, 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Scanning drill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Hand out worksheet. – Individual work: circle every 10-pair in each row. Note the leftover digits. – 10 rows. About 1 minute per 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 10 min,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paired check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partner reads a row aloud; you find pairs in under 10 seconds.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round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projects one row at a time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7776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777627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4 6 2 8 3 7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1 9 5 5 3 7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8 2 6 4 7 3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03954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shouts pairs in chorus. 20 seconds per row.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(close)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5 more scanning rows on the back of the worksheet.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Find pairs that make 10 AND pairs that make 11.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Work with shorter rows (4 digits each).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pattern of "scan and group" is the key skill — more important than getting every pair right. – If a child circles 5+5 as one pair, that's correct (both 5s used together).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2026-05-28T04:06:58Z</dcterms:created>
  <dcterms:modified xsi:type="dcterms:W3CDTF">2026-05-28T04:06:58Z</dcterms:modified>
</cp:coreProperties>
</file>