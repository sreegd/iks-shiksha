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Day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pair finishes their game and tests it with another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in-progress games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touches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Pairs complete their game. Rules card, board, all pieces ready.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swap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 up with a buddy pair. Swap games.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Read each other's rules. Play their game for 5 minutes.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Then give feedback: 1 thing that worked, 1 thing that was confusing.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pairs share what they learned from testing.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any final fixes. Bring everything tomorrow!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Add a sticker / reward system to your game design.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Simpler rules. Less is more.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test swap is the real test of clarity. Pairs whose game is hard to follow now have evidence.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Help pairs who realise their rules are too complex — encourage them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simplify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not redesign.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2026-05-28T05:32:46Z</dcterms:created>
  <dcterms:modified xsi:type="dcterms:W3CDTF">2026-05-28T05:32:46Z</dcterms:modified>
</cp:coreProperties>
</file>