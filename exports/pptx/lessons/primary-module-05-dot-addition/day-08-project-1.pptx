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Project Day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Make Ten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pair builds a playable version of their game.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Cards, dice, drawing paper, markers, glue, scissors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work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Pairs work to build their game:   – Make the cards / board   – Write the rules clearly (so another pair can read and play)   – Decorate if there's time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Teacher rotates: 60 seconds per pair, ONE question: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"Can another pair play your game with just the rules?"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 progress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 pairs hold up their game.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Finish at home what you didn't finish in class. Tomorrow we play!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Add a "second round" or "challenge" level to your game.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Keep it simple — fewer cards, fewer rules.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The "rules clear enough for another pair" criterion is the actual project standard. – Spend extra time on pairs whose game has unclear rules — most common issue.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2026-05-28T04:07:20Z</dcterms:created>
  <dcterms:modified xsi:type="dcterms:W3CDTF">2026-05-28T04:07:20Z</dcterms:modified>
</cp:coreProperties>
</file>