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7A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7 — Make-a-Game Day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Make Ten (Primary)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35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Goal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In pairs, children design (paper sketch + first prototype) their own "Make 10" game.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Drawing paper, markers – Spare cards, dice, counters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Settle + chant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Inspiration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"You've played lots of games this week. Now YOU design one. Your game must include the 'Make 10' idea — somehow."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46000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Quick brainstorm. Take 5 student ideas. Write on board.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1749475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Examples: – A card game where you collect pairs – A board game with "Make 10" squares – A jumping game where you jump to the number that makes 10 – A hide-and-seek game with number cards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 + sketch (15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Pairs decide on ONE game. – Sketch the game on paper: rules, what you need, how to win. – Make a quick prototype if possible.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 it (8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Each pair tries to play their own game once. Notice what works and what doesn't.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Show + chant (2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2 pairs share their game idea aloud. – Daily chant.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Finish your game design at home tonight. Bring all materials tomorrow!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Add a "twist" — what makes your game extra fun or tricky?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Adapt an existing game (snakes and ladders, but every step you say a 10-pair).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Teacher's quick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This is creative day. Don't over-direct. Wild ideas welcome. – If a pair is totally stuck, suggest: "modify Snakes and Ladders so every ladder requires a Make 10 answer."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Primary</dc:title>
  <dc:subject>PptxGenJS Presentation</dc:subject>
  <dc:creator>IKS Curriculum</dc:creator>
  <cp:lastModifiedBy>IKS Curriculum</cp:lastModifiedBy>
  <cp:revision>1</cp:revision>
  <dcterms:created xsi:type="dcterms:W3CDTF">2026-05-28T04:07:16Z</dcterms:created>
  <dcterms:modified xsi:type="dcterms:W3CDTF">2026-05-28T04:07:16Z</dcterms:modified>
</cp:coreProperties>
</file>