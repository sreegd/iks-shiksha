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Make-a-Game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pairs, children design (paper sketch + first prototype) their own "Make 10" game.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paper, markers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Spare cards, dice, counters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Inspiration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"You've played lots of games this week. Now YOU design one. Your game must include the 'Make 10' idea — somehow."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 brainstorm. Take 5 student ideas. Write on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Inspiration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card game where you collect pairs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board game with "Make 10" squares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jumping game where you jump to the number that makes 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hide-and-seek game with number cards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+ sketch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 decide on ONE game.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Sketch the game on paper: rules, what you need, how to win.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a quick prototype if possible.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it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pair tries to play their own game once. Notice what works and what doesn't.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pairs share their game idea aloud.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Finish your game design at home tonight. Bring all materials tomorrow!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a "twist" — what makes your game extra fun or tricky?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Adapt an existing game (snakes and ladders, but every step you say a 10-pair).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creative day. Don't over-direct. Wild ideas welcome.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a pair is totally stuck, suggest: "modify Snakes and Ladders so every ladder requires a Make 10 answer."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2026-05-28T05:32:37Z</dcterms:created>
  <dcterms:modified xsi:type="dcterms:W3CDTF">2026-05-28T05:32:37Z</dcterms:modified>
</cp:coreProperties>
</file>