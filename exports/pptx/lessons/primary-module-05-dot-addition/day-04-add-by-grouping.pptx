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Add by Grouping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Make 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add a column of 4–6 single-digit numbers by first grouping into 10s, then adding leftovers.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Dice (one per pair) – Worksheet with 5 small columns – Counters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73063"/>
            <a:ext cx="8331398" cy="130135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0113" y="1173063"/>
            <a:ext cx="0" cy="1301353"/>
          </a:xfrm>
          <a:prstGeom prst="line">
            <a:avLst/>
          </a:prstGeom>
          <a:noFill/>
          <a:ln w="47625">
            <a:solidFill>
              <a:srgbClr val="87A9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1627" y="130001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1627" y="147458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1627" y="164916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182374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199831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2172891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301" y="256326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we add a column. But not the slow way. The smart way."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6301" y="2852738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Walk through: – Look for pairs first. 6+4 = 10. (Cross out the 6 and the 4.) – 3+7 = 10. (Cross out the 3 and the 7.) – That leaves 5 and 2 = 7. – So total = 10 + 10 + 7 = 27.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301" y="335547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Compare: the slow way would be 6+3=9, +7=16, +5=21, +4=25, +2=27. Same answer, more effort.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Dice game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Pairs play. – Roll the die 5 times. Write the 5 numbers in a column. – Both players race to find the answer using the grouping trick. – First with correct answer = 1 point. – 10 rounds. Most points wins.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Worksheet (5 min, individual)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small columns. Find groups, write the answer.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5 more dice rolls at home. Practise the trick with family.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Columns of 7–8 numbers; find as many 10-groups as possible.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Columns of 3–4 numbers; just find ONE pair.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dice game introduces healthy competition with low stakes. – Watch for children who add without looking for pairs first — gently steer them back to "look first."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2026-05-28T04:07:03Z</dcterms:created>
  <dcterms:modified xsi:type="dcterms:W3CDTF">2026-05-28T04:07:03Z</dcterms:modified>
</cp:coreProperties>
</file>