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Add by Grouping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add a column of 4–6 single-digit numbers by first grouping into 10s, then adding leftovers.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Dice (one per pair)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Worksheet with 5 small columns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Counters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30135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1301353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9983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1728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add a column. But not the slow way. The smart way."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Walk through: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for pairs first. 6+4 = 10. (Cross out the 6 and the 4.)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3+7 = 10. (Cross out the 3 and the 7.)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That leaves 5 and 2 = 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 total = 10 + 10 + 7 = 27.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Compare: the slow way would be 6+3=9, +7=16, +5=21, +4=25, +2=27. Same answer, more effort.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Dice game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 play.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Roll the die 5 times. Write the 5 numbers in a column.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Both players race to find the answer using the grouping trick.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First with correct answer = 1 point.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rounds. Most points wins.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Worksheet (5 min, individual)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small columns. Find groups, write the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more dice rolls at home. Practise the trick with family.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Columns of 7–8 numbers; find as many 10-groups as possible.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Columns of 3–4 numbers; just find ONE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dice game introduces healthy competition with low stakes.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for children who add without looking for pairs first — gently steer them back to "look first."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2026-05-28T05:32:21Z</dcterms:created>
  <dcterms:modified xsi:type="dcterms:W3CDTF">2026-05-28T05:32:21Z</dcterms:modified>
</cp:coreProperties>
</file>