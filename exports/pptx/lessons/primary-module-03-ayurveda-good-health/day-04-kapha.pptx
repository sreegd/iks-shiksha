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Kapha, the Water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Kapha through stillness and a calming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glass of water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Kapha — the WATER-and-EARTH friend. Kapha makes you strong and steady."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Kapha do?"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Holds your bones together.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Makes your skin smooth.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Helps you feel calm.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Kapha is loud, you feel CALM, patient, steady. You're a good friend who listens. You sleep well."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Kapha is TOO loud, you feel sleepy, slow, or stuck. Sometimes you don't want to get up."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the water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glass of water.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how it's still? That's Kapha-like."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Stillness practice: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cross-legged. Hands on knees.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Eyes closed (or lowered).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 still for 1 minute. Count 10 breaths.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did it feel? Most children find it harder than they expected.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the water (12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"Kapha is steady but stillness isn't always easy. You have to practise."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 wake up Kapha when it's too sleepy: exercise. Bright light. Hot drink. Spicy food. A surprise dance party."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your Kapha friend doing something calm.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Notice: when do YOU feel most Kapha-like? (Morning? After a big meal? When happy?)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Sit still for 2 minutes at home tonight.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Kapha = water = calm + steady.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2026-05-28T05:14:44Z</dcterms:created>
  <dcterms:modified xsi:type="dcterms:W3CDTF">2026-05-28T05:14:44Z</dcterms:modified>
</cp:coreProperties>
</file>