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Kapha, the Water Friend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Three Friends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explore Kapha through stillness and a calming practice.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A glass of water –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"Today: Kapha — the WATER-and-EARTH friend. Kapha makes you strong and steady."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does Kapha do?"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– Holds your bones together. – Makes your skin smooth. – Helps you feel calm.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498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"When Kapha is loud, you feel CALM, patient, steady. You're a good friend who listens. You sleep well."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7393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"When Kapha is TOO loud, you feel sleepy, slow, or stuck. Sometimes you don't want to get up."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water (12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the glass of water.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"See how it's still? That's Kapha-like."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Stillness practice: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– Sit cross-legged. Hands on knees. – Eyes closed (or lowered). – Be still for 1 minute. Count 10 breaths.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631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How did it feel? Most children find it harder than they expected.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95262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"Kapha is steady but stillness isn't always easy. You have to practise."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24209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 wake up Kapha when it's too sleepy: exercise. Bright light. Hot drink. Spicy food. A surprise dance party."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 your Kapha friend doing something calm.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Notice: when do YOU feel most Kapha-like? (Morning? After a big meal? When happy?)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Sit still for 2 minutes at home tonight.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remember: Kapha = water = calm + steady.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2026-05-28T04:05:43Z</dcterms:created>
  <dcterms:modified xsi:type="dcterms:W3CDTF">2026-05-28T04:05:43Z</dcterms:modified>
</cp:coreProperties>
</file>