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6 — When Friends Rest (Sleep)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Three Friends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Children learn that the three friends need rest — and that sleep happens at certain times for a reason.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Optional: a "clock face" drawn on the 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+ song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"Just like you have a bedtime, the three friends have rest times."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"Pitta (fire friend) does her big work after you sleep — she fixes things inside your body while you rest. So if you sleep late, Pitta can't do her work properly."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631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"The friends like you to sleep BY 9 OR 10 at night, and wake UP with the sun."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(10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Sleep rules from the three friends: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Sleep at the same time every night (friends like routine).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Dim lights an hour before sleep (Pitta calms when it gets dark).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 big meal right before sleep (friends are busy digesting; can't rest).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Quiet wind-down (Vāta needs settling).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draws their "best bedtime routine" in 4 panels: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After dinner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Brushing teeth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Quiet activity (reading, drawing)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Sleep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+ chant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 children share their drawings.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Chant + song.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Try ONE bedtime rule tonight (dim lights early, OR no screens before bed, OR same time as last night). Note what happens.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Try 2 bedtime rules.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Just remember: sleep at the same time, before 10pm.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2026-05-28T05:30:33Z</dcterms:created>
  <dcterms:modified xsi:type="dcterms:W3CDTF">2026-05-28T05:30:33Z</dcterms:modified>
</cp:coreProperties>
</file>