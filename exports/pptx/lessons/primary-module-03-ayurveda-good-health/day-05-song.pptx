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Friend Song + Daily Check-In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memorise the 3 friends via a song + learn the daily "which friend is loudest?" check-in.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picture cards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Tune: "Twinkle Twinkle":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Vāta, Pitta, Kapha three, Three good friends inside of me! Vāta is the wind that flies, Pitta is the fire in my eyes, Kapha is the steady ground — All three friends in me are found!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3 times. Add gestures (Vāta = wave arms; Pitta = touch tummy; Kapha = pat shoulders).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 game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each card. Ask: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friend feels loudest in you RIGHT NOW?"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whispers their answer to a partner.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13538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friend felt loudest YESTERDAY at this time?"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friend felt loudest THIS MORNING when you woke up?"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 game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 out loud: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"The same friend isn't always loudest. They change with the day. That's normal."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Quick: write all 3 friend names on one page.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+ song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song with a parent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up verse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sing along.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2026-05-28T05:14:49Z</dcterms:created>
  <dcterms:modified xsi:type="dcterms:W3CDTF">2026-05-28T05:14:49Z</dcterms:modified>
</cp:coreProperties>
</file>