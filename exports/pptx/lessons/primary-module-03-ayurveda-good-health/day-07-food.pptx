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What Friends Eat (Food)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learn that the three friends have food preferences — and that variety matters.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Drawing paper – Optional: pictures of varied foods (rice, lemon, salt, chili, bitter gourd, banana)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"Each friend likes different foods!"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Vāta loves: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warm food, smooth food, oily food.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Examples: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warm rice with ghee, soup, milk.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Pitta loves: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cool food, sweet food (in good measure), not too spicy.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Examples: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fruit, milk, cucumber.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393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Kapha loves: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light food, spicy food, less sweet.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Examples: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warm spice tea, ginger, vegetables.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02882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"But we ALL have ALL THREE friends — so we need ALL kinds of food. A meal with VARIETY makes all three friends happy."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53156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six tastes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(introduce quickly): – Sweet (sweet rice) – Sour (lemon) – Salty (salt) – Spicy/pungent (ginger) – Bitter (bitter gourd, neem) – Astringent (banana skin, beans)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303430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 traditional Indian thali has ALL six tastes — that's clever cooking!"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a "balanced plate" with examples of as many tastes as they can include.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At dinner tonight, count how many of the 6 tastes are on your plate. Tell us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a "thali" drawing with 6 sections.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remember: variety on your plate makes the friends happy.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2026-05-28T04:05:54Z</dcterms:created>
  <dcterms:modified xsi:type="dcterms:W3CDTF">2026-05-28T04:05:54Z</dcterms:modified>
</cp:coreProperties>
</file>