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Day 2: Finish + Practise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Finish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complete their three-friends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Buddy practise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pairs: each child tells about their friends for 30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Practise telling once more. Bring everything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2026-05-28T05:30:52Z</dcterms:created>
  <dcterms:modified xsi:type="dcterms:W3CDTF">2026-05-28T05:30:52Z</dcterms:modified>
</cp:coreProperties>
</file>