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Project Day 2: Finish + Practise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Three Friends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+ song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Finish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complete their three-friends project.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Buddy practise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 pairs: each child tells about their friends for 30 seconds.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Practise telling once more. Bring everything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2026-05-28T04:06:00Z</dcterms:created>
  <dcterms:modified xsi:type="dcterms:W3CDTF">2026-05-28T04:06:00Z</dcterms:modified>
</cp:coreProperties>
</file>