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Three Friends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meet all three friends (Vāta, Pitta, Kapha) through a story.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3 picture cards (wind blowing leaves; sun/candle; water/clouds) –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intro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"Vāta, Pitta, Kapha — three friends inside me!"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times, with claps.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"Inside every body — yours, mine, your grandma's — live THREE FRIENDS. They've been there since you were born. Today we meet them."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each card with a story: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Vāta — Wind Friend.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"Vāta is the wind friend. She makes things move inside you — your breath, your heartbeat, your thoughts. People with lots of Vāta are quick and talkative. Sometimes they fidget a lot."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16589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Pitta — Fire Friend.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"Pitta is the fire friend. He helps your food become energy. People with lots of Pitta are sharp and focused. Sometimes they get a bit fiery (angry)."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66863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Kapha — Water Friend.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"Kapha is the water-and-earth friend. She makes you strong and steady. People with lots of Kapha are calm and patient. Sometimes they're a bit slow."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171379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"Important: we ALL have ALL THREE friends. Nobody has just one. Sometimes one friend is louder than the others — that's normal!"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their THREE friends — with faces, names, anything they like!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share. Chant to close.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Tell a family member about the three friends. Ask them which friend they think is loudest in YOU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all 3 friends doing something together.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Draw one favourite friend.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2026-05-25T05:00:13Z</dcterms:created>
  <dcterms:modified xsi:type="dcterms:W3CDTF">2026-05-25T05:00:13Z</dcterms:modified>
</cp:coreProperties>
</file>