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Three Friends Story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all three friends (Vāta, Pitta, Kapha) through a story.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3 picture cards (wind blowing leaves; sun/candle; water/clouds)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intro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"Vāta, Pitta, Kapha — three friends inside me!"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times, with claps.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"Inside every body — yours, mine, your grandma's — live THREE FRIENDS. They've been there since you were born. Today we meet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each card with a story: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 — Wind Friend.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"Vāta is the wind friend. She makes things move inside you — your breath, your heartbeat, your thoughts. People with lots of Vāta are quick and talkative. Sometimes they fidget a lot."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658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 — Fire Friend.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"Pitta is the fire friend. He helps your food become energy. People with lots of Pitta are sharp and focused. Sometimes they get a bit fiery (angry)."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6863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 — Water Friend.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"Kapha is the water-and-earth friend. She makes you strong and steady. People with lots of Kapha are calm and patient. Sometimes they're a bit slow."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17137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"Important: we ALL have ALL THREE friends. Nobody has just one. Sometimes one friend is louder than the others — that's normal!"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their THREE friends — with faces, names, anything they like!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children share. Chant to close.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Tell a family member about the three friends. Ask them which friend they think is loudest in YOU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all 3 friends doing something together.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one favourite friend.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2026-05-28T04:05:31Z</dcterms:created>
  <dcterms:modified xsi:type="dcterms:W3CDTF">2026-05-28T04:05:31Z</dcterms:modified>
</cp:coreProperties>
</file>