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Pitta, the Fire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Pitta through warmth observation and stories.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warm tube light or sunny window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Pitta — the FIRE friend. Pitta is hot. Pitta helps cook your food inside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Pitta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Helps you digest lunch. – Gives you energy. – Makes your eyes see colours.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Pitta is loud, you feel SHARP and FOCUSED. You can finish things. You're determined."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Pitta is TOO loud, you feel ANGRY or HUNGRY or HOT. Sometimes you snap at your friends."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Feel-the-fire activity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at a sunny window or under a tube light. – Hold your hand out.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"Feel the warmth? That's Pitta-like — outside warmth."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Touch your tummy.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happening in here? Pitta is working on your lunch."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Touch your eyes (carefully).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 you see right now? Pitta makes seeing possible."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calm Pitta when it's too loud: cool water. Take a walk. Talk to a friend. Don't skip meals."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Pitta friend doing something focused.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Notice tomorrow: when does YOUR Pitta seem loud? (When hungry? When focused?)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this: when you feel a bit angry tomorrow, drink water FIRST. Note what changes.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Remember: Pitta = fire = digestion + focus.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2026-05-28T04:05:39Z</dcterms:created>
  <dcterms:modified xsi:type="dcterms:W3CDTF">2026-05-28T04:05:39Z</dcterms:modified>
</cp:coreProperties>
</file>