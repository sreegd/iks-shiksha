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Pitta, the Fire Friend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Three Friends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explore Pitta through warmth observation and stories.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A warm tube light or sunny window –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"Today: Pitta — the FIRE friend. Pitta is hot. Pitta helps cook your food inside you."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does Pitta do?"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– Helps you digest lunch. – Gives you energy. – Makes your eyes see colours.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498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"When Pitta is loud, you feel SHARP and FOCUSED. You can finish things. You're determined."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7393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"When Pitta is TOO loud, you feel ANGRY or HUNGRY or HOT. Sometimes you snap at your friends."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Feel-the-fire activity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Stand at a sunny window or under a tube light. – Hold your hand out.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"Feel the warmth? That's Pitta-like — outside warmth."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– Touch your tummy.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happening in here? Pitta is working on your lunch."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– Touch your eyes (carefully).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do you see right now? Pitta makes seeing possible."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869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 calm Pitta when it's too loud: cool water. Take a walk. Talk to a friend. Don't skip meals."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 your Pitta friend doing something focused.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Notice tomorrow: when does YOUR Pitta seem loud? (When hungry? When focused?)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Try this: when you feel a bit angry tomorrow, drink water FIRST. Note what changes.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Remember: Pitta = fire = digestion + focus.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2026-05-25T05:00:24Z</dcterms:created>
  <dcterms:modified xsi:type="dcterms:W3CDTF">2026-05-25T05:00:24Z</dcterms:modified>
</cp:coreProperties>
</file>