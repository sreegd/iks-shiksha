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Vāta, the Wind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Vāta through movement and a game.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Open space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meet Vāta — the WIND friend. Vāta makes things MOVE in your body."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Vāta do?"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breath in and out — Vāta.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heart beating — Vāta.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hand waving — Vāta.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thoughts moving — Vāta.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 game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Movement game.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rounds: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Wind round: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run around the room like the wind for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Quick-turn round: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stop and change direction every 5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Breath round: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sit. Breathe FAST 10 times. (How does your body feel? Vāta is awake.)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settle.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 was your Vāta friend being LOUD. When Vāta is loud, we feel quick, talkative, sometimes worried."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 game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 calm Vāta: SLOW breath. Warm food. Sit still. Hug something soft."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your Vāta friend doing something quick.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Notice tonight: when does YOUR Vāta seem loud? (Before sleep? When excited?)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the "calm Vāta" practices tonight before bed.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Vāta = wind = movement.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2026-05-28T05:14:34Z</dcterms:created>
  <dcterms:modified xsi:type="dcterms:W3CDTF">2026-05-28T05:14:34Z</dcterms:modified>
</cp:coreProperties>
</file>