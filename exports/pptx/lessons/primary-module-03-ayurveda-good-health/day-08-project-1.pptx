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87A9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8 — Project Day 1: Make Your Friends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Three Friends (Primary)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30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Goal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Each child makes their three friends with names, faces, and personalities.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Drawing paper / craft materials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Settle + chant + song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Project (22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Each child: – Draws their 3 friends (Vāta, Pitta, Kapha) on a SINGLE page. – Gives each friend a NAME (any name — "Tornado," "Sparky," "Bumblebee," whatever). – Gives each friend a FACE. – Adds one thing each friend LIKES (e.g. Vāta = warm rice, Pitta = cucumber, Kapha = ginger tea).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Show + chant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Practise telling about your friends with a parent.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Primary</dc:title>
  <dc:subject>PptxGenJS Presentation</dc:subject>
  <dc:creator>IKS Curriculum</dc:creator>
  <cp:lastModifiedBy>IKS Curriculum</cp:lastModifiedBy>
  <cp:revision>1</cp:revision>
  <dcterms:created xsi:type="dcterms:W3CDTF">2026-05-28T04:05:58Z</dcterms:created>
  <dcterms:modified xsi:type="dcterms:W3CDTF">2026-05-28T04:05:58Z</dcterms:modified>
</cp:coreProperties>
</file>