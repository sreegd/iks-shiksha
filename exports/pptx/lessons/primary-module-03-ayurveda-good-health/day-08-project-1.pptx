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1: Make Your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makes their three friends with names, faces, and personalities.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 / craft materials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their 3 friends (Vāta, Pitta, Kapha) on a SINGLE page.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Gives each friend a NAME (any name — "Tornado," "Sparky," "Bumblebee," whatever).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Gives each friend a FACE.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Adds one thing each friend LIKES (e.g. Vāta = warm rice, Pitta = cucumber, Kapha = ginger tea).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Practise telling about your friends with a parent.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2026-05-28T05:30:47Z</dcterms:created>
  <dcterms:modified xsi:type="dcterms:W3CDTF">2026-05-28T05:30:47Z</dcterms:modified>
</cp:coreProperties>
</file>