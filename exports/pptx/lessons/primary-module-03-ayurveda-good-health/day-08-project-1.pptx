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Day 1: Make Your Friends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makes their three friends with names, faces, and personalities.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Drawing paper / craft materials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(22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child: – Draws their 3 friends (Vāta, Pitta, Kapha) on a SINGLE page. – Gives each friend a NAME (any name — "Tornado," "Sparky," "Bumblebee," whatever). – Gives each friend a FACE. – Adds one thing each friend LIKES (e.g. Vāta = warm rice, Pitta = cucumber, Kapha = ginger tea).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Practise telling about your friends with a parent.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2026-05-25T05:00:47Z</dcterms:created>
  <dcterms:modified xsi:type="dcterms:W3CDTF">2026-05-25T05:00:47Z</dcterms:modified>
</cp:coreProperties>
</file>