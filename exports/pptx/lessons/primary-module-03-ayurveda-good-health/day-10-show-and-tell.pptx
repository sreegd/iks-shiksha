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Show &amp; Tell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Three Friends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shows their three friends. Sticker for all.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+ song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Biggest chant + song yet!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&amp; Tell (22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1 child at a time. 30 seconds. Chime. – Each child:   1. Names their three friends.   2. Tells one thing each friend likes.   3. Says which friend is usually loudest in them.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Sticker for all.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Sing the song one last time.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"Your three friends are with you for life. Take care of them."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None. Module done.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2026-05-28T04:06:03Z</dcterms:created>
  <dcterms:modified xsi:type="dcterms:W3CDTF">2026-05-28T04:06:03Z</dcterms:modified>
</cp:coreProperties>
</file>