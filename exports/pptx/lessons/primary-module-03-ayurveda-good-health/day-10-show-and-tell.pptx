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Show &amp; Tell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their three friends. Sticker for all.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Biggest chant + song yet!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&amp; Tell (22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child at a time. 30 seconds. Chime.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Names their three friends.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Tells one thing each friend likes.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Says which friend is usually loudest in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22294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Sticker for all.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the song one last time.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"Your three friends are with you for life. Take care of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None. Module done.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2026-05-28T05:30:56Z</dcterms:created>
  <dcterms:modified xsi:type="dcterms:W3CDTF">2026-05-28T05:30:56Z</dcterms:modified>
</cp:coreProperties>
</file>