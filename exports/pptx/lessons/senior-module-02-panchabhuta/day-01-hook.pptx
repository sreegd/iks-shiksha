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Hook: A Persistent Question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articulate what "categorising matter" means and identify three distinct historical frameworks for doing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– Periodic table poster – Printed copy of SB 2.10.3 with IAST + translation (from cache)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provocation on board: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"Categories are not in nature. Categories are imposed on nature. Discuss."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3 student responses.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frameworks, one question.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Write on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245075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persistent question: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categories of stuff (and not-stuff) does the world come in?"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culture's natural philosophers tried to answer this. The answers differ because the methods differ and the questions are framed differently.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324549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anchor verse — SB 2.10.3.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in IAST. Then translation: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361622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bhūta-mātrendṛya-dhiyāṁ janma sarga udāhṛtaḥ ...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 &gt; "The manifestation of the gross elements, the senses, and the intellect is called creation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118967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move: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Sāṅkhya verse names the bhūtas (elements), the indriyas (senses), and the dhī (intellect) as products of a single creation event. Modern science talks about atoms; Sāṅkhya talks about a unified scheme that includes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perceiver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This is a real structural difference, not just terminology.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91117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the modern periodic table 'more correct' than Empedocles' four elements? More correct in what way?"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Let students argue. – Reinforce: a framework can be more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(chemistry, atomic structure) without being more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(the Sāṅkhya scheme includes consciousness; modern chemistry doesn't claim to).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we map out the full 25-tattva ladder of Sāṅkhya. The five elements are only the LAST five."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Homework: read the SB 2.10.3 cache entry in full. Note one question you have.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Kirk, Raven &amp; Schofield's intro on Empedocles. Be ready to present on Day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Stick to the framework-comparison; the primary-source reading deepens on Day 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Don't let "modern science is just objectively right" be the resting position. Push: "what does objectively right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 Predictive accuracy? Comprehensiveness? Explanatory power?" – This module is about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intellectual honesty across frameworks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about advocacy for any one of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SB 2.10.3 — vidya-karana RAG cache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day-01-hook.json#chunks[0]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2026-05-25T05:04:38Z</dcterms:created>
  <dcterms:modified xsi:type="dcterms:W3CDTF">2026-05-25T05:04:38Z</dcterms:modified>
</cp:coreProperties>
</file>