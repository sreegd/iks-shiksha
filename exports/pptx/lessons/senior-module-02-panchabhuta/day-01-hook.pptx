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Hook: A Persistent Question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what "categorising matter" means and identify three distinct historical frameworks for doing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Periodic table poster – Printed copy of SB 2.10.3 with IAST + translation (from cache)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provocation on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"Categories are not in nature. Categories are imposed on nature. Discuss."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3 student responses.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frameworks, one 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Write on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Framework · Approximate date · Categories.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Greek (Empedocles, Aristotle)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5th c. BCE → 4th c. BCE · 4 + 1 (quintessence)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Sāṅkhya (India)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likely pre-5th c. BCE, codified c. 4th c. CE · 25 tattvas (5 are bhūtas)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periodic table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1869 (Mendeleev) → present · 118+ elements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27387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persistent question: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categories of stuff (and not-stuff) does the world come in?"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Every culture's natural philosophers tried to answer this. The answers differ because the methods differ and the questions are framed differently.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221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anchor verse — SB 2.10.3.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in IAST. Then translation: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592860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bhūta-mātrendṛya-dhiyāṁ janma sarga udāhṛtaḥ ...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&gt; "The manifestation of the gross elements, the senses, and the intellect is called creation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095601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move: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Sāṅkhya verse names the bhūtas (elements), the indriyas (senses), and the dhī (intellect) as products of a single creation event. Modern science talks about atoms; Sāṅkhya talks about a unified scheme that includes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perceiver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This is a real structural difference, not just terminology.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8878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"Is the modern periodic table 'more correct' than Empedocles' four elements? More correct in what way?"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Let students argue. – Reinforce: a framework can be more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(chemistry, atomic structure) without being more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comprehensive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 Sāṅkhya scheme includes consciousness; modern chemistry doesn't claim to).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we map out the full 25-tattva ladder of Sāṅkhya. The five elements are only the LAST five."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Homework: read the SB 2.10.3 cache entry in full. Note one question you have.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Kirk, Raven &amp; Schofield's intro on Empedocles. Be ready to present on Day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Stick to the framework-comparison; the primary-source reading deepens on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Don't let "modern science is just objectively right" be the resting position. Push: "what does objectively right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 Predictive accuracy? Comprehensiveness? Explanatory power?" – This module is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intellectual honesty across frameworks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about advocacy for any one of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SB 2.10.3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day-01-hook.json#chunks[0]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2026-05-28T04:27:43Z</dcterms:created>
  <dcterms:modified xsi:type="dcterms:W3CDTF">2026-05-28T04:27:43Z</dcterms:modified>
</cp:coreProperties>
</file>