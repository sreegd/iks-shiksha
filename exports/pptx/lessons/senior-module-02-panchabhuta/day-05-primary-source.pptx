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Primary Source Reading + Mid-Module Check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Pañcabhūta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read SB 3.26.36 in IAST with word-by-word gloss and submit the formative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Printed handout: SB 3.26.36 in Devanāgarī, IAST, word-by-word gloss, continuous translation – Formative quiz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Part B)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Hand out the printed verse. Quick recall: yesterday's Greek comparison.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read — sound.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Teacher reads the IAST aloud once. Students listen.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mṛdutvaṁ kaṭhinatvaṁ ca śaityam uṣṇatvam eva ca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etat sparśasya sparśatvaṁ tanmātratvaṁ nabhasvataḥ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read — meaning.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Students follow the word-by-word gloss: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9271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Sanskrit · Gloss.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229296"/>
            <a:ext cx="8102798" cy="271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mṛdutvam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softness (nominative neuter)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kaṭhinatvam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hardness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and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śaityam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cold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uṣṇatvam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heat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 ca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as well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sparśasya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of touch (genitive)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sparśatvam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touch-ness (= the defining quality of touch)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tanmātratvam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subtle-essence-ness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nabhasvataḥ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of air / wind (genitive; nabhasvat = wind)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503783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translation:    &gt; "Softness, hardness, cold and heat — these are the touch-ness of touch, the subtle essence of air."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533995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discussion (8 min):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571068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What surprises you about the categories included under "touch"? – Note the philosophical move: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sparśasya sparśatvam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(touch-ness of touch) — the verse identifies the defining property of a category by giving its essence a name. – How is this different from a modern dictionary definition of "touch"?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650289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quiz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Part B.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the modern lens. What modern science adds, and what it explicitly drops."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Write a 1-paragraph response to "what is gained when philosophy gives an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name?"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the meaning. The IAST pronunciation is bonus.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Don't require pronunciation perfection. The win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with the meaning at primary-source level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– This is many students' first time reading a Sanskrit verse. Honour the moment.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SB 3.26.36 — vidya-karana RAG cache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day-03-qualities.json#chunks[3]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2026-05-28T04:27:59Z</dcterms:created>
  <dcterms:modified xsi:type="dcterms:W3CDTF">2026-05-28T04:27:59Z</dcterms:modified>
</cp:coreProperties>
</file>