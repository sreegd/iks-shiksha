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Primary Source Reading +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SB 3.26.36 in IAST with word-by-word gloss and submit the formative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SB 3.26.36 in Devanāgarī, IAST, word-by-word gloss, continuous translation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out the printed verse. Quick recall: yesterday's Greek comparison.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read — sound.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reads the IAST aloud once. Students listen.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mṛdutvaṁ kaṭhinatvaṁ ca śaityam uṣṇatvam eva ca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etat sparśasya sparśatvaṁ tanmātratvaṁ nabhasvataḥ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read — meaning.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follow the word-by-word gloss: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3511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Sanskrit · Gloss.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71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mṛdutvam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softness (nominative neuter)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kaṭhinatvam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hardness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śaityam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cold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uṣṇatvam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heat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 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as well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of touch (genitive)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sparśatvam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touch-ness (= the defining quality of touch)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tanmātratvam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subtle-essence-ness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nabhasvataḥ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of air / wind (genitive; nabhasvat = wind)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 translation: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"Softness, hardness, cold and heat — these are the touch-ness of touch, the subtle essence of air."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discussion (8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surprises you about the categories included under "touch"?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philosophical move: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sparśasya sparśatvam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(touch-ness of touch) — the verse identifies the defining property of a category by giving its essence a name.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is this different from a modern dictionary definition of "touch"?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modern lens. What modern science adds, and what it explicitly drops."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a 1-paragraph response to "what is gained when philosophy gives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name?"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meaning. The IAST pronunciation is bonus.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require pronunciation perfection. The win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 with the meaning at primary-source level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many students' first time reading a Sanskrit verse. Honour the moment.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SB 3.26.36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day-03-qualities.json#chunks[3]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2026-05-28T05:59:56Z</dcterms:created>
  <dcterms:modified xsi:type="dcterms:W3CDTF">2026-05-28T05:59:56Z</dcterms:modified>
</cp:coreProperties>
</file>