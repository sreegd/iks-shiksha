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Sāṅkhya Tattva Ladder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draw and label all 25 tattvas in the Sāṅkhya scheme, and locate the five bhūtas within the full enumeration.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Large whiteboard or pinboard – A4 sheets for students – Sources excerpt: Larson's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Sāṁkhya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summary (teacher-prepared, 1 page)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 students share their homework question from Day 1. – Quick recap: "Five elements emerge LAST in Sāṅkhya. Today we see what comes first."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ladder on the board, slowly: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9674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967436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 puruṣa (consciousness, the witness)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24. prakṛti (primordial nature, unmanifest)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 (evolution begins)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23. buddhi / mahat (intellect)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22. ahaṅkāra (ego, sense of "I")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668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 (branch into three lines)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6159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Mental:                    Sense organs:           Action organs: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7905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21. manas (mind)           20. śrotra (ear)        15. vāk (speech)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9651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 tvac (skin)         14. pāṇi (hand)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1396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 cakṣus (eye)        13. pāda (foot)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3142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 rasanā (tongue)     12. pāyu (anus)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4888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 ghrāṇa (nose)       11. upastha (genitals)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6634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8379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Tanmātras (subtle elements, 10–6):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0125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 śabda-tanmātra (sound)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1871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 sparśa-tanmātra (touch)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36170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 rūpa-tanmātra (form)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5362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rasa-tanmātra (taste)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471085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gandha-tanmātra (smell)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48854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06000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Mahābhūtas (gross elements, 5–1):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23458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ākāśa (space)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54091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vāyu (air)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558373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tejas (fire)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575830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ap (water)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59328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pṛthvī (earth)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6301" y="632326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(Numbering convention varies in different Sāṅkhya texts; here we count from the most concrete (1 = earth) up to the most abstract (24 = prakṛti) with puruṣa as the silent 25th. Other texts count from puruṣa down.)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4901" y="683865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key structural insight: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06301" y="720938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five gross elements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mahābhūtas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are the LAST and most concrete layer. – Each is paired with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(subtle quality, the perceptual essence). – Each tanmātra is what the corresponding sense-organ perceives. – The whole scheme is internally consistent: the bhūtas, tanmātras, and indriyas line up in a tight one-to-one mapping.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0015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Diagram exercise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draw the 25-tattva ladder in their notebooks. Use colour to mark the five bhūtas distinctly.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Quick check: "Where do the five elements sit in the ladder?" (At the bottom — the most concrete, most manifest layer.) – Preview Day 3: "Tomorrow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bhūta-tanmātra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pairing in detail, and why the quality-count rule follows."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the full first 22 verses of the Sāṅkhya Kārikā in translation. Note one verse you find puzzling.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bhūtas + tanmātras layer. The full ladder can be a reference.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25-tattva count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Sāṅkhya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count (Īśvarakṛṣṇa's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Kārikā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c. 4th c. CE). Different versions of Sāṅkhya count differently. – Be honest about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non-theistic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character of classical Sāṅkhya. It does NOT include a creator god as a tattva. The Yoga school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Sūtras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adds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Īśvara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a separate principle; classical Sāṅkhya does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SB 3.5.36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day-02-creation.json#chunks[1]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Larson,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Sāṁkhya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(1979), chapters on tattva enumeration.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2026-05-28T04:27:47Z</dcterms:created>
  <dcterms:modified xsi:type="dcterms:W3CDTF">2026-05-28T04:27:47Z</dcterms:modified>
</cp:coreProperties>
</file>