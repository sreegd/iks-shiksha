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The Sāṅkhya Tattva Ladder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Pañcabhūta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draw and label all 25 tattvas in the Sāṅkhya scheme, and locate the five bhūtas within the full enumeration.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whiteboard or pinboard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A4 sheets for students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excerpt: Larson's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Sāṁkhya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summary (teacher-prepared, 1 page)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students share their homework question from Day 1.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recap: "Five elements emerge LAST in Sāṅkhya. Today we see what comes first."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ladder on the board, slowly: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49674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4967436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 puruṣa (consciousness, the witness)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 prakṛti (primordial nature, unmanifest)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___________________________ (evolution begins)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23. buddhi / mahat (intellect)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 ahaṅkāra (ego, sense of "I")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8834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___________________________ (branch into three lines)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23257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Mental:                    Sense organs:           Action organs: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240714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 manas (mind)           20. śrotra (ear)        15. vāk (speech)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258172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 tvac (skin)         14. pāṇi (hand)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275629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 cakṣus (eye)        13. pāda (foot)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293087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 rasanā (tongue)     12. pāyu (anus)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310544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 ghrāṇa (nose)       11. upastha (genitals)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328002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345459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Tanmātras (subtle elements, 10–6):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627" y="362917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śabda-tanmātra (sound)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627" y="380374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sparśa-tanmātra (touch)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627" y="397832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rūpa-tanmātra (form)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627" y="41529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rasa-tanmātra (taste)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1627" y="432747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gandha-tanmātra (smell)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1627" y="450205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627" y="467662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Mahābhūtas (gross elements, 5–1):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627" y="485120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ākāśa (space)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1627" y="502577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vāyu (air)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1627" y="520035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tejas (fire)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1627" y="537492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ap (water)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1627" y="554950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pṛthvī (earth)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6301" y="601607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(Numbering convention varies in different Sāṅkhya texts; here we count from the most concrete (1 = earth) up to the most abstract (24 = prakṛti) with puruṣa as the silent 25th. Other texts count from puruṣa down.)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structural insight: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gross elements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mahābhūtas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are the LAST and most concrete layer.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is paired with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tanmātra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(subtle quality, the perceptual essence).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tanmātra is what the corresponding sense-organ perceives.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scheme is internally consistent: the bhūtas, tanmātras, and indriyas line up in a tight one-to-one mapping.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 exercise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draw the 25-tattva ladder in their notebooks. Use colour to mark the five bhūtas distinctly.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check: "Where do the five elements sit in the ladder?" (At the bottom — the most concrete, most manifest layer.)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Day 3: "Tomorrow —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bhūta-tanmātra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pairing in detail, and why the quality-count rule follows."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the full first 22 verses of the Sāṅkhya Kārikā in translation. Note one verse you find puzzling.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the bhūtas + tanmātras layer. The full ladder can be a reference.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25-tattva count is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Sāṅkhya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count (Īśvarakṛṣṇa's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Sāṅkhya Kārikā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c. 4th c. CE). Different versions of Sāṅkhya count differently.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honest about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non-theistic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character of classical Sāṅkhya. It does NOT include a creator god as a tattva. The Yoga school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Sūtras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adds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Īśvara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a separate principle; classical Sāṅkhya does not.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 3.5.36 — 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day-02-creation.json#chunks[1]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Larson,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Sāṁkhya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(1979), chapters on tattva enumeration.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2026-05-28T05:59:39Z</dcterms:created>
  <dcterms:modified xsi:type="dcterms:W3CDTF">2026-05-28T05:59:39Z</dcterms:modified>
</cp:coreProperties>
</file>