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6 — The Modern Lens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Pañcabhūta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identify three things modern science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the picture that Sāṅkhya does not have, and three things Sāṅkhya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includes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that modern science explicitly excludes.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Periodic table poster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NCERT Class 11 Chemistry, Chapter 1 (atomic structure) — printed extract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 back yesterday's quiz. Brief review of common errors.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modern science adds: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24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Atomic structure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protons, neutrons, electrons. The periodic table's 118 elements are atom-based, not state-of-matter-based.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Predictive chemistry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combinations follow rules (valence, electronegativity) we can calculate.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Subatomic and field-level descriptions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quarks, electromagnetic field, weak and strong forces. None of this is in Sāṅkhya.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Quantitative measurement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mass, density, melting point. Sāṅkhya is qualitative.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Sāṅkhya includes that modern science explicitly excludes: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592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Empty space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ākāśa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as a category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 — modern physics treats vacuum as the absence of matter, not as a distinct category.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perceptual mapping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tanmātra-indriya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one-to-one symmetry. Modern science treats perception as biology (neuroscience), not as a metaphysical layer.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Consciousness in the scheme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puruṣa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(the witness) is part of the 25-tattva enumeration. Modern science either bracket consciousness (default in chemistry) or treats it as emergent from matter (in some neuroscience interpretations).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honest framing: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these are different KINDS of inquiry, not different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qualities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inquiry.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row: Inquiry · Modern science · Sāṅkhya.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 predicts chemical behaviour?"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Strong · Weak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 categories does the everyday world come in?"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Decent (states of matter) · Strong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"How does perception fit with reality?"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Modern: neuroscience; not in chemistry · Strong (tanmātra–indriya)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"Where does consciousness fit?"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Mostly bracketed · Central (puruṣa)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Reflection writing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5-minute quick-write: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"For one question above where Sāṅkhya is 'Strong' but modern science is 'Mostly bracketed' or 'Weak,' do you think this is a real intellectual asset of the Sāṅkhya scheme, or a leftover of pre-scientific guessing? Defend your position in 4–5 sentences."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Discussion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students share their position. Note the diversity of views.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Day 7: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"Tomorrow — group debate. Should IKS be integrated into mainstream science class?"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Read Thomas Nagel's "What Is It Like to Be a Bat?" — write 1 paragraph on whether Sāṅkhya's tanmātra-indriya symmetry maps onto Nagel's "subjective experience" question.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Stick to the comparison table; the quick-write can be 2–3 sentences.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Push students past "old vs new" framing into "different scopes, different methods."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Some students may genuinely believe consciousness is "just neurons" — that's a defensible position. Some may believe it's irreducible. Both are taken seriously in contemporary philosophy of mind; the module shouldn't decide for them.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NCERT Class 11 Chemistry, Chapter 1.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(Optional) Nagel, T. (1974). "What Is It Like to Be a Bat?"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Philosophical Review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83(4), 435–450.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2026-05-28T06:00:03Z</dcterms:created>
  <dcterms:modified xsi:type="dcterms:W3CDTF">2026-05-28T06:00:03Z</dcterms:modified>
</cp:coreProperties>
</file>