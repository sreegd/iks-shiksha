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The Modern Lens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Pañcabhūta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identify three things modern science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the picture that Sāṅkhya does not have, and three things Sāṅkhya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includes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that modern science explicitly excludes.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Periodic table poster – NCERT Class 11 Chemistry, Chapter 1 (atomic structure) — printed extract – 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Hand back yesterday's quiz. Brief review of common errors.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Reflection writing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5-minute quick-write: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"For one question above where Sāṅkhya is 'Strong' but modern science is 'Mostly bracketed' or 'Weak,' do you think this is a real intellectual asset of the Sāṅkhya scheme, or a leftover of pre-scientific guessing? Defend your position in 4–5 sentences."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Discussion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students share their position. Note the diversity of views.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Preview Day 7: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group debate. Should IKS be integrated into mainstream science class?"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Thomas Nagel's "What Is It Like to Be a Bat?" — write 1 paragraph on whether Sāṅkhya's tanmātra-indriya symmetry maps onto Nagel's "subjective experience" question.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Stick to the comparison table; the quick-write can be 2–3 sentences.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Push students past "old vs new" framing into "different scopes, different methods." – Some students may genuinely believe consciousness is "just neurons" — that's a defensible position. Some may believe it's irreducible. Both are taken seriously in contemporary philosophy of mind; the module shouldn't decide for them.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NCERT Class 11 Chemistry, Chapter 1.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(Optional) Nagel, T. (1974). "What Is It Like to Be a Bat?"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Philosophical Review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83(4), 435–450.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2026-05-28T04:28:04Z</dcterms:created>
  <dcterms:modified xsi:type="dcterms:W3CDTF">2026-05-28T04:28:04Z</dcterms:modified>
</cp:coreProperties>
</file>