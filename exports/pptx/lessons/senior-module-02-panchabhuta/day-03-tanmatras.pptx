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Quality-Count Rule and the Tanmātras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Pañcabhūta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explain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bhūta–tanmātra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pairing and prove the quality-count rule (1, 2, 3, 4, 5 for sky, air, fire, water, earth) is internally consistent given the emergence sequence.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– Printed SB 3.26.36 + 3.26.44 (IAST + translation, from cache)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Quick recall: enumeration of the five bhūtas with their tanmātras.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quality-count rule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(write boxed):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Each element inherits all the qualities of the elements that emerged before it, AND adds one new quality of its own —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tanmātra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associated with that element.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376609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Internal consistency: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scheme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symmetric and complete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136827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5 bhūtas, 5 tanmātras, 5 indriyas of perception. – Each bhūta pairs with exactly one tanmātra. – Each tanmātra is perceived by exactly one indriya. – The quality count (1, 2, 3, 4, 5) is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predicted consequence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the emergence order — not an arbitrary stipulation.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486548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SB 3.26.36 together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(in IAST):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5236220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"mṛdutvaṁ kaṭhinatvaṁ ca śaityam uṣṇatvam eva ca / etat sparśasya sparśatvaṁ tanmātratvaṁ nabhasvataḥ"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&gt; "Softness, hardness, cold, and heat — these are the qualities of touch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sparśa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), the subtle attribute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tanmātra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of air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nabhasvat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595223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Word-by-word with class: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mṛdutvam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softness,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kaṭhinatvam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hardness,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śaityam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cold,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uṣṇatvam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heat.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these.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sparśasya sparśatvam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the touch-ness of touch.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tanmātratvam nabhasvataḥ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the subtle-essence-ness of air.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645497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Discussion: notice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sparśa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(touch) here includes thermal sensations (cold, heat). This is broader than modern English "touch" (which usually means pressure/texture). The framework is more inclusive than we'd assume from a casual reading.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703391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Concept check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Worksheet question (1 mark each): – Why does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have only one quality? – Why does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have five? – What does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sparśa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include that modern English "touch" doesn't? – Why is the bhūta-tanmātra mapping called "one-to-one"? – If a sixth element existed, how many qualities would it have, and what would they be? (Discussion question.)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4: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Empedocles and Aristotle. Greek and Indian elemental schemes side by side."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Write a 1-page response to "if a sixth element existed (e.g. 'information'), where would it sit and what would its tanmātra be?"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the quality-count rule; the bhūta-tanmātra pairing alone is the core skill.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internal consistency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point matters more than students realise. Many will assume "old framework = primitive." The Sāṅkhya enumeration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primitive — it's tightly self-consistent in a way that the Greek four-element scheme isn't. – The Empedocles scheme (Day 4) has NO equivalent of the tanmātra-indriya symmetry. That asymmetry is one of the most interesting cross-cultural points in the module.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SB 3.26.36 — vidya-karana RAG cache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day-03-qualities.json#chunks[3]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SB 3.26.44 — vidya-karana RAG cache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day-03-qualities.json#chunks[0]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2026-05-25T05:04:49Z</dcterms:created>
  <dcterms:modified xsi:type="dcterms:W3CDTF">2026-05-25T05:04:49Z</dcterms:modified>
</cp:coreProperties>
</file>