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Discussion: Should IKS Be in Science Class?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articulate and defend a position on whether classical Indian intellectual frameworks should be taught in mainstream science class, with at least one citation and one steel-manned counter-argument.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– Stopwatch – Score sheet for the oral assessment (rubric below)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Brief: today is structured debate. Three positions on the table. Pick one. Defend it. Acknowledge the other two fairly.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three positions (5 min — clarify, don't argue yet)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on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Debate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Divide class into 3 groups by position (let students self-select; balance roughly). – 5 min: each group prepares — strongest 2 arguments, 1 steel-manned response to the other two positions. – 12 min: structured debate. Each group has 4 min.   – 2 min: main argument.   – 1 min: response to the other 2 positions.   – 1 min: closing. – 8 min: open floor cross-questions.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Oral assessment (during the debate)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uses this rubric to score 5 students chosen at random: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Take 3 student reflections: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"Did anyone's mind change during the debate?"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Note: the goal is not to "win" but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 the strongest version of each position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you start your paper. Use this debate to sharpen your own thesis."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Take a position you DISAGREE with and defend it. (The hardest form of argument.)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Pre-prepare your 2-minute argument the night before.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This is where some students discover they don't really know what they think. That's the point. – If the debate gets heated, slow it down: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"Steel-man the other side. What's their best argument?"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The Day 7 oral grade flows into the project rubric — not as a separate score.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All sources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fair game during the debate.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2026-05-25T05:05:10Z</dcterms:created>
  <dcterms:modified xsi:type="dcterms:W3CDTF">2026-05-25T05:05:10Z</dcterms:modified>
</cp:coreProperties>
</file>