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8 — Project Session 1: Outline Your Paper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Pañcabhūta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choose a focused paper topic, draft a one-paragraph thesis, and produce a working outline.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Project brief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assessments/project-brief.md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– Rubric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assessments/rubric.md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– Laptop or notebook for drafting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Hand out the rubric. Read aloud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thesis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counter-argument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criteria.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Core: outlining (30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1 (10 min) — Topic.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writes: – Working title (1 line) – One-paragraph thesis (3–4 sentences) – 3 sources they'll cite (must include one primary scriptural, one secondary scholarly, one comparative or modern)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rotates: 60 sec per student, single question: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the counter-argument someone could make against your thesis?"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876425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2 (10 min) — Outline.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writes section headings + 1-line sub-points: – Introduction (with thesis statement) – Section 1 (anchor claim + source) – Section 2 (anchor claim + source) – Counter-argument and response – Conclusion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59243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3 (10 min) — Begin drafting.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starts the introduction or one body paragraph.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Each student exchanges outline with one buddy. – 3-min mutual feedback: 1 strength + 1 fix. – Outline + thesis submitted at the door.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Draft 1–2 more paragraphs at home. Bring everything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Add a 4th source — a contemporary academic article (search Google Scholar).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Topic can be narrow ("a comparison of one Sāṅkhya tanmātra concept with the modern five-senses model"). Narrower is fine.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Common pitfall: too-broad topic. Push for specificity early. – A weak thesis sounds like "Indian science is interesting." A strong thesis sounds like "The Sāṅkhya tanmātra–indriya symmetry offers a model that 19th-century European psychophysics independently rediscovered."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2026-05-28T04:28:12Z</dcterms:created>
  <dcterms:modified xsi:type="dcterms:W3CDTF">2026-05-28T04:28:12Z</dcterms:modified>
</cp:coreProperties>
</file>