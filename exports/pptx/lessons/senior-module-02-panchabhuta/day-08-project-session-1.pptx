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Project Session 1: Outline Your Paper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choose a focused paper topic, draft a one-paragraph thesis, and produce a working outline.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807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brief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Laptop or notebook for drafting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out the rubric. Read aloud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counter-argument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criteria.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Core: outlining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1 (10 min) — Topic.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title (1 line)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One-paragraph thesis (3–4 sentences)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sources they'll cite (must include one primary scriptural, one secondary scholarly, one comparative or modern)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rotates: 60 sec per student, single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counter-argument someone could make against your thesis?"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Core: outlining (30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2 (10 min) — Outline.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section headings + 1-line sub-points: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(with thesis statement)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1 (anchor claim + source)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2 (anchor claim + source)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Counter-argument and response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Core: outlining (30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3 (10 min) — Begin drafting.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starts the introduction or one body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exchanges outline with one buddy.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3-min mutual feedback: 1 strength + 1 fix.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 + thesis submitted at the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 1–2 more paragraphs at home.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Add a 4th source — a contemporary academic article (search Google Scholar).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Topic can be narrow ("a comparison of one Sāṅkhya tanmātra concept with the modern five-senses model"). Narrower is 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pitfall: too-broad topic. Push for specificity early.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weak thesis sounds like "Indian science is interesting." A strong thesis sounds like "The Sāṅkhya tanmātra–indriya symmetry offers a model that 19th-century European psychophysics independently rediscovered."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2026-05-28T06:00:14Z</dcterms:created>
  <dcterms:modified xsi:type="dcterms:W3CDTF">2026-05-28T06:00:14Z</dcterms:modified>
</cp:coreProperties>
</file>