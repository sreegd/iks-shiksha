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9 — Project Session 2: Draft + Counter-Arguments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Pañcabhūta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Each student reaches at least 2 drafted pages including a fully-articulated counter-argument and response.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Drafts in progress – Rubric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Brief: today's focus is the counter-argument. The rubric rewards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fair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presentation of the strongest opposing view.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(30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1 (15 min) — Draft body.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Quiet writing. Aim for 1.5–2 pages drafted.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Sprint 2 (15 min) — Counter-argument workshop.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Pair with a buddy. – Read each other's drafts so far. – Each pair argues: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"Take my thesis. Give me the strongest counter-argument you can think of."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The student takes notes on the counter-argument and decides how to respond in their paper.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3 students share their best-discovered counter-argument. – Outline-to-date submitted at door (revised since Day 8).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Finish a complete draft at home tonight. Bring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Construct TWO counter-arguments — one philosophical, one practical.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Submit a clear outline + 1 paragraph if a full draft is too much.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Some students will skip the counter-argument because it feels like "weakening" their position. Reframe: a strong paper anticipates and answers objections.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2026-05-28T04:28:15Z</dcterms:created>
  <dcterms:modified xsi:type="dcterms:W3CDTF">2026-05-28T04:28:15Z</dcterms:modified>
</cp:coreProperties>
</file>