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Empedocles, Aristotle, and the Greek Four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compare the Greek (Empedocles + Aristotle) four/five element scheme with Sāṅkhya, identifying at least three structural differences and one structural similarity.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Printed extracts: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Empedocles fragments on the four roots (Kirk, Raven &amp; Schofield translation)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Aristotle,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Generation and Corruption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II.3 (on the four elements + aither)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comparison worksheet (blank)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Recall: the 5-bhūta + 5-tanmātra + 5-indriya structure of Sāṅkhya.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Empedocles in brief.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1-paragraph paraphrase aloud: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0739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073944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Empedocles (c. 490–430 BCE) proposed four "roots"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rhizomata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— earth, water, air, fire. He added two forces — Love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philia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that brings them together and Strife (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neikos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that separates them. The world is the cyclic combination/separation of the four under these forces.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Aristotle in brief: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1073944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266974"/>
            <a:ext cx="0" cy="1073944"/>
          </a:xfrm>
          <a:prstGeom prst="line">
            <a:avLst/>
          </a:prstGeom>
          <a:noFill/>
          <a:ln w="57150">
            <a:solidFill>
              <a:srgbClr val="99792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457474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Aristotle (4th c. BCE) inherited the four sublunary elements (earth, water, air, fire) but added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fifth element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aither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(the "quintessence") — which is the substance of the heavenly spheres. The four are characterised by pairs of qualities: hot/cold and wet/dry.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42976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Element · Aristotle's qualities.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hot + dry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hot + wet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cold + wet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cold + dry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none (incorruptible)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224209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Side-by-side comparison.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Build with class on the board: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row: Sāṅkhya (India) · Empedocles + Aristotle (Greece).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11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Number of elements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5 · 4 + 1 (quintessence)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Origin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Emerge sequentially from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prakṛti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· Eternal "roots"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drives combination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Three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(sattva, rajas, tamas) · Love and Strife (Empedocles); the natural motions toward "proper place" (Aristotle)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Fifth element identity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universal medium of space, present everywhere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celestial substance, only in the heavens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Quality-count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1, 2, 3, 4, 5 (predicted from emergence order) · No equivalent — each element gets a pair of qualities (hot/cold + wet/dry)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Perceptual mapping (tanmātra–indriya)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Yes — explicit, symmetric, one-to-one · No equivalent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Includes consciousness in scheme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Yes (puruṣa, 25th tattva) · No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Discuss the most interesting difference.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of these structural differences feels most significant to you? Why?"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Begin in-class comparison essay draft: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Pick ONE structural difference from the table.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a 1-paragraph (5–7 sentence) analysis of why it matters.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is a draft for the longer Day 8–10 paper.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"Tomorrow — we read SB 3.26.36 closely in IAST, word by word."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Read Empedocles fragment B17 (on Love and Strife) in translation; write 1 paragraph on whether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doctrine in Sāṅkhya is structurally parallel.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Focus on Aristotle alone; skip Empedocles for now.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asymmetry on perceptual mapping (Sāṅkhya YES, Greek NO) is the most distinctive cross-cultural point. Push students to notice it.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 students will be tempted to conclude "Sāṅkhya is more sophisticated." Push back: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more sophisticated in what way?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(More internal symmetry, yes. More predictive of chemical behaviour, no.)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Citation(s) used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Kirk, G. S., Raven, J. E., &amp; Schofield, M. (1983).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Presocratic Philosophers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(2nd ed.). Cambridge University Press. — Empedocles fragments.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Aristotle,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 Generation and Corruption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II.3. (Any standard translation.)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2026-05-28T05:59:51Z</dcterms:created>
  <dcterms:modified xsi:type="dcterms:W3CDTF">2026-05-28T05:59:51Z</dcterms:modified>
</cp:coreProperties>
</file>