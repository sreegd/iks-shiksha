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Empedocles, Aristotle, and the Greek Four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Pañcabhūta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compare the Greek (Empedocles + Aristotle) four/five element scheme with Sāṅkhya, identifying at least three structural differences and one structural similarity.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Printed extracts: – Empedocles fragments on the four roots (Kirk, Raven &amp; Schofield translation) – Aristotle,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Generation and Corruption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II.3 (on the four elements + aither) – Whiteboard – Side-by-side comparison worksheet (blank)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Recall: the 5-bhūta + 5-tanmātra + 5-indriya structure of Sāṅkhya.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Empedocles in brief.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1-paragraph paraphrase aloud: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Empedocles (c. 490–430 BCE) proposed four "roots"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rhizomata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— earth, water, air, fire. He added two forces — Love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philia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that brings them together and Strife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neikos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that separates them. The world is the cyclic combination/separation of the four under these forces.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98298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Aristotle in brief: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353717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Aristotle (4th c. BCE) inherited the four sublunary elements (earth, water, air, fire) but added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fifth element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aither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(the "quintessence") — which is the substance of the heavenly spheres. The four are characterised by pairs of qualities: hot/cold and wet/dry.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477396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Side-by-side comparison.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Build with class on the board: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813777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 the most interesting difference.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Open: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"Which of these structural differences feels most significant to you? Why?"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87903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Begin in-class comparison essay draft: – Pick ONE structural difference from the table. – Write a 1-paragraph (5–7 sentence) analysis of why it matters. – This is a draft for the longer Day 8–10 paper.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Preview Day 5: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we read SB 3.26.36 closely in IAST, word by word."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Empedocles fragment B17 (on Love and Strife) in translation; write 1 paragraph on whether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doctrine in Sāṅkhya is structurally parallel.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Focus on Aristotle alone; skip Empedocles for now.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The asymmetry on perceptual mapping (Sāṅkhya YES, Greek NO) is the most distinctive cross-cultural point. Push students to notice it. – Some students will be tempted to conclude "Sāṅkhya is more sophisticated." Push back: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more sophisticated in what way?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(More internal symmetry, yes. More predictive of chemical behaviour, no.)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Kirk, G. S., Raven, J. E., &amp; Schofield, M. (1983).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Presocratic Philosophers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(2nd ed.). Cambridge University Press. — Empedocles fragments. – Aristotle,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Generation and Corruption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II.3. (Any standard translation.)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2026-05-25T05:04:54Z</dcterms:created>
  <dcterms:modified xsi:type="dcterms:W3CDTF">2026-05-25T05:04:54Z</dcterms:modified>
</cp:coreProperties>
</file>