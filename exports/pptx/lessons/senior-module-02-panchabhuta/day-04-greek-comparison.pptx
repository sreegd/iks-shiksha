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Empedocles, Aristotle, and the Greek Four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compare the Greek (Empedocles + Aristotle) four/five element scheme with Sāṅkhya, identifying at least three structural differences and one structural similarity.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extracts: – Empedocles fragments on the four roots (Kirk, Raven &amp; Schofield translation) – Aristotle,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Generation and Corruption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II.3 (on the four elements + aither) – Whiteboard – Side-by-side comparison worksheet (blank)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Recall: the 5-bhūta + 5-tanmātra + 5-indriya structure of Sāṅkhya.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Empedocles in brief.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1-paragraph paraphrase aloud: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Empedocles (c. 490–430 BCE) proposed four "roots"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rhizomata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earth, water, air, fire. He added two forces — Love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that brings them together and Strife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neikos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that separates them. The world is the cyclic combination/separation of the four under these forces.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829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Aristotle in brief: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53717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Aristotle (4th c. BCE) inherited the four sublunary elements (earth, water, air, fire) but added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fifth element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aither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(the "quintessence") — which is the substance of the heavenly spheres. The four are characterised by pairs of qualities: hot/cold and wet/dry.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0697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Element · Aristotle's qualities.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371850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hot + dry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hot + wet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cold + wet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cold + dry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none (incorruptible)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73035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comparison.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Build with class on the board: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1010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Sāṅkhya (India) · Empedocles + Aristotle (Greece).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5403205"/>
            <a:ext cx="8102798" cy="236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of elements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5 · 4 + 1 (quintessence)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Emerge sequentially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Eternal "roots"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combination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Three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guṇas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(sattva, rajas, tamas) · Love and Strife (Empedocles); the natural motions toward "proper place" (Aristotle)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Fifth element identity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universal medium of space, present everywhere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celestial substance, only in the heavens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Quality-count rule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1, 2, 3, 4, 5 (predicted from emergence order) · No equivalent — each element gets a pair of qualities (hot/cold + wet/dry)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Perceptual mapping (tanmātra–indriya)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Yes — explicit, symmetric, one-to-one · No equivalent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Includes consciousness in scheme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Yes (puruṣa, 25th tattva) · 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786631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 the most interesting difference.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of these structural differences feels most significant to you? Why?"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851892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in-class comparison essay draft: – Pick ONE structural difference from the table. – Write a 1-paragraph (5–7 sentence) analysis of why it matters. – This is a draft for the longer Day 8–10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we read SB 3.26.36 closely in IAST, word by word."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Empedocles fragment B17 (on Love and Strife) in translation; write 1 paragraph on whether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doctrine in Sāṅkhya is structurally parallel.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Aristotle alone; skip Empedocles for now.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asymmetry on perceptual mapping (Sāṅkhya YES, Greek NO) is the most distinctive cross-cultural point. Push students to notice it. – Some students will be tempted to conclude "Sāṅkhya is more sophisticated." Push back: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sophisticated in what way?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(More internal symmetry, yes. More predictive of chemical behaviour, no.)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Kirk, G. S., Raven, J. E., &amp; Schofield, M. (1983).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Presocratic Philosophers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(2nd ed.). Cambridge University Press. — Empedocles fragments. – Aristotle,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Generation and Corruption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II.3. (Any standard translation.)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2026-05-28T04:27:55Z</dcterms:created>
  <dcterms:modified xsi:type="dcterms:W3CDTF">2026-05-28T04:27:55Z</dcterms:modified>
</cp:coreProperties>
</file>