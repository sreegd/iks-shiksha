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10 — Summative Quiz + Paper Submission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Pañcabhūta (Senior)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 (paper accepted up to end of day)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Students complete the summative quiz and submit their 5-page argumentative paper.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Summative quiz (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quizzes/summative.md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 – Stopwatch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Quiz (35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Distribute. Closed-book. – 35 marks. Multiple choice, short answer, primary-source reading question, comparison question, open response.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Paper submission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Hand in printed papers (or upload digitally). – Teacher quick-checks each for:   – Title page with name + thesis   – Page count (4.5–5.5 pages target)   – Works-cited page with at least 3 sources – Any paper missing a piece is flagged for late penalty.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Brief class closure. – Reflection slip submitted (3 questions from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assessments/project-brief.md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None. Module complete. (Paper marked within 1 week.)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Students who submit early can begin reading for the next module's prerequisites.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Open-notebook quiz for documented learning needs.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Mark papers in two passes: first pass for clarity and structure; second pass for source quality and counter-argument fairness. – Return marked papers within 5 school days with detailed comments.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Citation(s) used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All sources verified.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2026-05-25T05:05:25Z</dcterms:created>
  <dcterms:modified xsi:type="dcterms:W3CDTF">2026-05-25T05:05:25Z</dcterms:modified>
</cp:coreProperties>
</file>