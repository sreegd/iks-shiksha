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Final Share and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Squares — Bhadragaṇita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present design + summative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bhadra-gaṇita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bhadra-gaṇita; lit. ""auspicious arithmetic" — the Indian term for magic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share (10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shows their magic-square art. Brief explanation of the math.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(25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constant formula, stair-step algorithm, historical context.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75086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Critical-thinking close (5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the most enduring lesson from this module? Is it the math (algorithm), the history (Nārāyaṇa, Khajuraho), or the cross-cultural insight (magic squares everywhere)?"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2 sentences.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66982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Linkage.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Module 15 (Capstone) — magic-square art is one of the project options.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05320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close.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"Designing your own magic square required CHOOSING constraints. What other constrained-design problems are like this?"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(Sudoku, crosswords, music composition, architecture.) Open discussion.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Final Share and Assessment.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2026-05-28T04:37:03Z</dcterms:created>
  <dcterms:modified xsi:type="dcterms:W3CDTF">2026-05-28T04:37:03Z</dcterms:modified>
</cp:coreProperties>
</file>