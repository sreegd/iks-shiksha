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design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magic-square art. Brief explanation of the math.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constant formula, stair-step algorithm, historical context.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most enduring lesson from this module? Is it the math (algorithm), the history (Nārāyaṇa, Khajuraho), or the cross-cultural insight (magic squares everywhere)?"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15 (Capstone) — magic-square art is one of the project options.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"Designing your own magic square required CHOOSING constraints. What other constrained-design problems are like this?"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(Sudoku, crosswords, music composition, architecture.) Open discussion.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2026-05-28T06:11:16Z</dcterms:created>
  <dcterms:modified xsi:type="dcterms:W3CDTF">2026-05-28T06:11:16Z</dcterms:modified>
</cp:coreProperties>
</file>