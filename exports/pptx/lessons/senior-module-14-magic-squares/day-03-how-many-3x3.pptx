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3 — How Many 3×3 Magic Squares?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Magic Squares — Bhadragaṇita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count the equivalence classes (up to symmetry).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kothumi vidhi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kothumi vidhi; lit. "Nārāyaṇa's algorithm for odd-order squares")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many 3×3 magic squares are there?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Counting carefully: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1 fundamentally different square (up to symmetry).    – 8 squares including rotations (×4) and reflections (×2).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556445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Demonstrate the symmetries.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Start with 2-7-6 / 9-5-1 / 4-3-8. Rotate 90° → 4-9-2 / 3-5-7 / 8-1-6. Rotate again → 8-3-4 / 1-5-9 / 6-7-2. Etc. Also reflect.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145506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Define "essentially different."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Two squares are equivalent if one is obtained from the other by rotation or reflection. The count of essentially distinct n×n magic squares is one of the harder combinatorial problems.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734568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Higher orders.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Number of essentially-different magic squares: 1 (for n=3), 880 (n=4), ~275 million (n=5). Source: combinatorial computer enumeration (Frenicle, Schinzel).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3323630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 exercise.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pair writes out all 8 symmetric variants of the 3×3 from Day 1. Verify each is still a magic square.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 3×3 Magic-Square Tournament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How Many 3×3 Magic Squares?.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2026-05-25T16:44:06Z</dcterms:created>
  <dcterms:modified xsi:type="dcterms:W3CDTF">2026-05-25T16:44:06Z</dcterms:modified>
</cp:coreProperties>
</file>