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count the equivalence classes (up to symmetry).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How Many 3×3 Magic Squares?.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2026-05-25T09:32:27Z</dcterms:created>
  <dcterms:modified xsi:type="dcterms:W3CDTF">2026-05-25T09:32:27Z</dcterms:modified>
</cp:coreProperties>
</file>