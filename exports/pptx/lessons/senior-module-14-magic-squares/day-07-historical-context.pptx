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Historical Context — Nārāyaṇa and Predecessors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place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14th c. indian math.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Historical Context — Nārāyaṇa and Predecessors.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2026-05-25T09:32:49Z</dcterms:created>
  <dcterms:modified xsi:type="dcterms:W3CDTF">2026-05-25T09:32:49Z</dcterms:modified>
</cp:coreProperties>
</file>