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Historical Context — Nārāyaṇa and Predecessors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place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14th c. indian math.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Nārāyaṇa Paṇḍita (b. 1340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Mathematician of the Mādhava school period. His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("Moonlight of Computation") is a major mathematical compendium. Book 14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is dedicated to magic squares.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Earlier Indian references.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Garga Saṁhitā (~1st c. BCE) mentions magic squares for ritual. The Khajuraho inscription (~10th c. CE) predates Nārāyaṇa by 4 centuries.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Pre-Nārāyaṇa global timeline.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432447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Lo Shu legend (Chinese, attested ~5th–10th c. BCE): a 3×3 magic square.    – Ibn Khaldūn and earlier Arab mathematicians: 9th–14th c. CE work on magic squares.    – Khajuraho (~10th c. CE): pan-diagonal 4×4.    – Nārāyaṇa (1356 CE): systematic algorithms for any odd n.    – Dürer (1514 CE): Melencolia 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16110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Kim Plofker,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Mathematics in India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(Princeton, 2009), ch. 5 — best modern academic overview.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544491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"Magic squares appear independently in many cultures. What does this tell us about (a) mathematical universality and (b) cultural transmission? Nārāyaṇa's contribution: ALGORITHMS for any odd n — a systematisation. Khajuraho's contribution: ART + math at temple scale."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Historical Context — Nārāyaṇa and Predecessors.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2026-05-25T16:44:28Z</dcterms:created>
  <dcterms:modified xsi:type="dcterms:W3CDTF">2026-05-25T16:44:28Z</dcterms:modified>
</cp:coreProperties>
</file>