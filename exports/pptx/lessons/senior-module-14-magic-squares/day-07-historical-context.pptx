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(b. 1340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Mathematician of the Mādhava school period. His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("Moonlight of Computation") is a major mathematical compendium.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dedicated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Earlier Indian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Garga Saṁhitā (~1st c. BCE) mentions magic squares for ritual. The Khajuraho inscription (~10th c. CE) predates Nārāyaṇa by 4 centuries.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Pre-Nārāyaṇa global timeline.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Shu legend (Chinese, attested ~5th–10th c. BCE): a 3×3 magic square.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Ibn Khaldūn and earlier Arab mathematicians: 9th–14th c. CE work on magic squares.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Khajuraho (~10th c. CE): pan-diagonal 4×4.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(1356 CE): systematic algorithms for any odd 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Dürer (1514 CE): Melencolia 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Kim Plofker,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(Princeton, 2009), ch. 5 — best modern academic overview.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"Magic squares appear independently in many cultures. What does this tell us about (a) mathematical universality and (b) cultural transmission? Nārāyaṇa's contribution: ALGORITHMS for any odd n — a systematisation. Khajuraho's contribution: ART + math at temple scale."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Historical Context — Nārāyaṇa and Predecessors.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2026-05-28T06:10:59Z</dcterms:created>
  <dcterms:modified xsi:type="dcterms:W3CDTF">2026-05-28T06:10:59Z</dcterms:modified>
</cp:coreProperties>
</file>