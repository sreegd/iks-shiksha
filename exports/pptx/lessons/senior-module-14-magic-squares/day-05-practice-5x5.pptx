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Practice — 5×5 and 7×7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Squares — Bhadragaṇita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use the method on multiple odd-order squares.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siddhāṅka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siddhāṅka (modern coinage); lit. "the common sum of all rows/columns/diagonals")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5×5 construction.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Place 1 in cell (1, 3) [top-middle]. Apply the stair-step rule. Resulting square (one variant):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12677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126778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17 24  1  8 15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23  5  7 14 16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4  6 13 20 22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10 12 19 21  3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11 18 25  2  9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209922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 constant: 5 × 26 / 2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Verify any row, column, or diagonal.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 construction (challenge).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Same algorithm, larger grid. Magic constant: 7 × 50 / 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Forgetting the "if cell occupied, drop down" rule. Wrong wrap direction. Off-by-one starting position.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check.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Nārāyaṇa's text gives this algorithm for any odd n. Modern translations: T. Hayashi, J. Pereira's edition of Gaṇita-kaumudī.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practice.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builds a 5×5 unaided. Pair-check. Then a 7×7 if time permits.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Practice — 5×5 and 7×7.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2026-05-28T06:10:47Z</dcterms:created>
  <dcterms:modified xsi:type="dcterms:W3CDTF">2026-05-28T06:10:47Z</dcterms:modified>
</cp:coreProperties>
</file>