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Practice — 5×5 and 7×7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the method on multiple odd-order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Practice — 5×5 and 7×7.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2026-05-25T09:32:38Z</dcterms:created>
  <dcterms:modified xsi:type="dcterms:W3CDTF">2026-05-25T09:32:38Z</dcterms:modified>
</cp:coreProperties>
</file>