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Design Your Own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create a personalised 4×4 or 5×5 magic square as visual art.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kothumi vidhi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kothumi vidhi; lit. "Nārāyaṇa's algorithm for odd-order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 magic-square design.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designs ONE magic square. Options: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3×3 with custom numbers (e.g. start from 5 instead of 1; magic constant changes accordingly).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4×4 using Nārāyaṇa-style or Strachey method.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5×5 using stair-step.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Artistic treatment.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Calligraphy, colour-coding, geometric decoration. Inspired by mandala / yantra aesthetics or modernist grid art.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 the math.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on the back: starting numbers, magic constant, method used, source reference. This is a "math behind the art" supplement.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Source-anchoring.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cites at least ONE source from this module (Nārāyaṇa, Khajuraho, Dürer, Plofker, etc.).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Pair-critique.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Pairs swap; verify each other's math correctness.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Design Your Own.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2026-05-28T06:11:10Z</dcterms:created>
  <dcterms:modified xsi:type="dcterms:W3CDTF">2026-05-28T06:11:10Z</dcterms:modified>
</cp:coreProperties>
</file>