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Design Your 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Magic Squares — Bhadragaṇita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create a personalised 4×4 or 5×5 magic square as visual art.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kothumi vidhi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kothumi vidhi; lit. "Nārāyaṇa's algorithm for odd-order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magic-square design.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designs ONE magic square. Options: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3×3 with custom numbers (e.g. start from 5 instead of 1; magic constant changes accordingly).    – 4×4 using Nārāyaṇa-style or Strachey method.    – 5×5 using stair-step.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6971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Artistic treatment.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Calligraphy, colour-coding, geometric decoration. Inspired by mandala / yantra aesthetics or modernist grid art.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58777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the math.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on the back: starting numbers, magic constant, method used, source reference. This is a "math behind the art" supplement.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94783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Source-anchoring.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cites at least ONE source from this module (Nārāyaṇa, Khajuraho, Dürer, Plofker, etc.).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53690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Pair-critique.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Pairs swap; verify each other's math correctness.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Design Your Own.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2026-05-25T16:44:39Z</dcterms:created>
  <dcterms:modified xsi:type="dcterms:W3CDTF">2026-05-25T16:44:39Z</dcterms:modified>
</cp:coreProperties>
</file>