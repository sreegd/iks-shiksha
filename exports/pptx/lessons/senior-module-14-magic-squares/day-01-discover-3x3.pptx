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Discover the 3×3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build the unique 3×3 magic square with 1–9 by trial.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bhadra-gaṇita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bhadra-gaṇita; lit. ""auspicious arithmetic" — the Indian term for magic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Nārāyaṇa Paṇḍita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challenge.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"Place the numbers 1 through 9 in a 3×3 grid so that every row, every column, and both main diagonals sum to the same number."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Hand out blank grids. 8 minutes of trial.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students will find the same answer.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77762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777627"/>
          </a:xfrm>
          <a:prstGeom prst="line">
            <a:avLst/>
          </a:prstGeom>
          <a:noFill/>
          <a:ln w="47625">
            <a:solidFill>
              <a:srgbClr val="5D1D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2 7 6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1851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9 5 1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4 3 8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06301" y="175007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(Or one of its 7 symmetric variants — rotations and reflections.)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magic constant.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row, column, and diagonal sums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Verify on the board.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15?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Sum of 1+2+...+9 = 45. Divided across 3 rows = 15. The magic constant is forced by the digit sum.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This 3×3 square appears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Nārāyaṇa Paṇḍita (1356 CE), but is also found in the Chinese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Shu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tradition (~5th–10th c. BCE attestation, legends earlier). The 3×3 is one of the most studied combinatorial objects in mathematics.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Discover the 3×3.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2026-05-28T06:10:24Z</dcterms:created>
  <dcterms:modified xsi:type="dcterms:W3CDTF">2026-05-28T06:10:24Z</dcterms:modified>
</cp:coreProperties>
</file>