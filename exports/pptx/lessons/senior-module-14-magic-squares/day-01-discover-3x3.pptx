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Discover the 3×3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build the unique 3×3 magic square with 1–9 by trial.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"Place the numbers 1 through 9 in a 3×3 grid so that every row, every column, and both main diagonals sum to the same number."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Hand out blank grids. 8 minutes of trial.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students will find the same answer.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56036"/>
            <a:ext cx="8331398" cy="7776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856036"/>
            <a:ext cx="0" cy="777627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9829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2 7 6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1575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9 5 1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3321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4 3 8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7225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(Or one of its 7 symmetric variants — rotations and reflections.)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30246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 constant.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row, column, and diagonal sums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Verify on the board.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34080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15?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Sum of 1+2+...+9 = 45. Divided across 3 rows = 15. The magic constant is forced by the digit sum.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791396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3×3 square appears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Nārāyaṇa Paṇḍita (1356 CE), but is also found in the Chinese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Shu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tradition (~5th–10th c. BCE attestation, legends earlier). The 3×3 is one of the most studied combinatorial objects in mathematics.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464968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Discover the 3×3.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2026-05-25T16:43:54Z</dcterms:created>
  <dcterms:modified xsi:type="dcterms:W3CDTF">2026-05-25T16:43:54Z</dcterms:modified>
</cp:coreProperties>
</file>