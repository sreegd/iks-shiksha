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Discover the 3×3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build the unique 3×3 magic square with 1–9 by trial.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Nārāyaṇa Paṇḍita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Discover the 3×3.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2026-05-25T09:32:16Z</dcterms:created>
  <dcterms:modified xsi:type="dcterms:W3CDTF">2026-05-25T09:32:16Z</dcterms:modified>
</cp:coreProperties>
</file>