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The Magic Constant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Squares — Bhadragaṇita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derive why 3×3 with 1–9 must sum to 15 per row.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siddhāṅka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siddhāṅka (modern coinage); lit. "the common sum of all rows/columns/diagonals")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The Magic Constant.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2026-05-25T09:32:21Z</dcterms:created>
  <dcterms:modified xsi:type="dcterms:W3CDTF">2026-05-25T09:32:21Z</dcterms:modified>
</cp:coreProperties>
</file>