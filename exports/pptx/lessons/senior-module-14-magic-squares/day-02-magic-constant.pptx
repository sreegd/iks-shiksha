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The Magic Constant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derive why 3×3 with 1–9 must sum to 15 per 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siddhāṅka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siddhāṅka (modern coinage); lit. "the common sum of all rows/columns/diagonals")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formula.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an n×n magic square using 1 through n², the magic constant is M = n(n² + 1) /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for 3×3.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 = 3 × 10 / 2 = 15. 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Derive.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 sum of 1 through n² = n²(n² + 1) / 2.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sum spreads across n rows, so each row sums to (n²(n² + 1) / 2) / n = n(n² + 1) / 2.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What's M for 4×4? 5×5? 7×7?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4×4: 4 × 17 / 2 = 34.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5×5: 5 × 26 / 2 = 65.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7×7: 7 × 50 / 2 = 175.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13791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Nārāyaṇa Paṇḍita's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(1356 CE), Book 14, derives the magic constant formula. Earlier references in Tibetan, Chinese, and Arab traditions also give the formula.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The Magic Constant.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2026-05-28T06:10:29Z</dcterms:created>
  <dcterms:modified xsi:type="dcterms:W3CDTF">2026-05-28T06:10:29Z</dcterms:modified>
</cp:coreProperties>
</file>