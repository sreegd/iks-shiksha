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Cross-Cultural —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indian, chinese (lo shu), and european (dürer 1514) magic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 Shu (Chinese).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Legendary: a turtle emerging from the River Lo bore the 3×3 magic square on its shell. Used in Chinese geomancy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feng shui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Earliest definite attestation: ~5th c. BCE (though legend places it ~2000 BCE).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— Khajuraho (10th c.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yesterday. Pan-diagonal 4×4 with "most-perfect" property.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— Nārāyaṇa Paṇḍita (1356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Systematic algorithms for any odd 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European — Dürer's Melencolia I (1514).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4×4 with year-encoding.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2279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draw a timeline (~−500 to ~+1600) marking each tradition's main contributions. Then write one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this timeline tell us about mathematical universality?"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19920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caveat: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"Some claims of priority are unprovable. The TURTLE-LEGEND for Lo Shu is just that — a legend. We can only date things by extant manuscripts and inscriptions."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— Lo Shu and Dürer.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2026-05-25T16:44:33Z</dcterms:created>
  <dcterms:modified xsi:type="dcterms:W3CDTF">2026-05-25T16:44:33Z</dcterms:modified>
</cp:coreProperties>
</file>