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indian, chinese (lo shu), and european (dürer 1514)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— Lo Shu and Dürer.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2026-05-25T09:32:54Z</dcterms:created>
  <dcterms:modified xsi:type="dcterms:W3CDTF">2026-05-25T09:32:54Z</dcterms:modified>
</cp:coreProperties>
</file>