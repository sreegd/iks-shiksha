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4×4 and the Khajuraho Square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examine the khajuraho inscription and its panel-magic property.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4×4 (even-order) case.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Stair-step doesn't directly work for even n. Different methods exist (Strachey method, Conway's LUX). Magic constant for 4×4 with 1–16: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Dürer 4×4 (1514).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Famous engraving "Melencolia I" includes a 4×4 magic square: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9522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952202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16  3  2 13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5 10 11  8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9  6  7 12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4 15 14  1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192464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rows, columns, diagonals = 34. The bottom-middle two cells contain "15 14" — the year of the engraving (1514). Famous detail.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Khajuraho square (~10th c.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Inscribed on a panel at the Khajuraho temple complex (Madhya Pradesh, India). 4×4 grid. ALL rows, columns, diagonals AND many 2×2 subblocks sum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This is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pan-diagonal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most-perfect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magic square — a stronger condition than ordinary magic.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9522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952202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7 12  1 14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2 13  8 11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16  3 10  5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9  6 15  4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19246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Compute: row 1 = 7+12+1+14 = 34. Column 1 = 7+2+16+9 = 34. Etc. Also 2×2 block top-left = 7+12+2+13 = 34.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Khajuraho inscription is real and dateable (~10th–11th c. CE). Discussion: this PRECEDES Dürer by ~500 years. The temple inscription is one of the oldest extant magic squares with this "most-perfect" property.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framing.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appear in many cultures. The KHAJURAHO square's "most-perfect" property is distinctive. Not all Indian magic squares are this advanced; not all advanced ones are Indian. Cross-cultural mathematics flourishes.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4×4 and the Khajuraho Square.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2026-05-28T06:10:54Z</dcterms:created>
  <dcterms:modified xsi:type="dcterms:W3CDTF">2026-05-28T06:10:54Z</dcterms:modified>
</cp:coreProperties>
</file>