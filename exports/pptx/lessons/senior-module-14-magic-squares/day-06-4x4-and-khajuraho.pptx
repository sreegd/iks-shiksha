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4×4 and the Khajuraho Square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Squares — Bhadragaṇita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examine the khajuraho inscription and its panel-magic property.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kothumi vidhi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kothumi vidhi; lit. "Nārāyaṇa's algorithm for odd-order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4×4 and the Khajuraho Square.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2026-05-25T09:32:43Z</dcterms:created>
  <dcterms:modified xsi:type="dcterms:W3CDTF">2026-05-25T09:32:43Z</dcterms:modified>
</cp:coreProperties>
</file>