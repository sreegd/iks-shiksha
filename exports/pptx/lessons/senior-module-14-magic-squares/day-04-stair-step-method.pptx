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5D1D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Day 4 — Stair-Step Method (Nārāyaṇa)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Magic Squares — Bhadragaṇita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Band: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Senior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45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Learning objective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By the end of this lesson, students will: apply nārāyaṇa's algorithm to build a 5×5 square.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769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Whiteboard / chart paper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Notebook, pen per student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(See lesson-plan.md for any day-specific materials)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Vocabulary introduced today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bhadra-gaṇita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(IAST: bhadra-gaṇita; lit. ""auspicious arithmetic" — the Indian term for magic squares")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Lesson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Warm-up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Daily check-in: one-sentence response to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"What's one thing you remember about yesterday's lesson?"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Hook: introduce a phenomenon or question that motivates today's concept.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Core (20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State Nārāyaṇa Paṇḍita's algorithm.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For any ODD n×n, follow these steps: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266974"/>
            <a:ext cx="8102798" cy="12570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 1: Place 1 in the top-middle cell.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 2: From the cell with k, move one up and one right (diagonal) to place k+1.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 3: If you go off the top, wrap to the bottom (same column you'd have landed in).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 4: If you go off the right, wrap to the left (same row).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 5: If the target cell is occupied, place k+1 in the cell DIRECTLY BELOW the cell containing k instead.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Core (20 min) (cont.)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Demonstrate on 3×3.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Place 1 top-middle. Move up-right (wraps to bottom row, same column shift) → 2 goes bottom-right. Continue: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472654"/>
            <a:ext cx="8331398" cy="777627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30113" y="1472654"/>
            <a:ext cx="0" cy="777627"/>
          </a:xfrm>
          <a:prstGeom prst="line">
            <a:avLst/>
          </a:prstGeom>
          <a:noFill/>
          <a:ln w="47625">
            <a:solidFill>
              <a:srgbClr val="5D1D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31627" y="1599605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8 1 6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31627" y="1774180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3 5 7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31627" y="1948755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4 9 2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Core (20 min) (cont.)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Verify: rows, columns, diagonals all = 15. ✓ (Note: this is a different symmetric variant of the 3×3 magic square than yesterday's.)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386334"/>
            <a:ext cx="810279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Source.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Nārāyaṇa Paṇḍita's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Gaṇita-kaumudī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(1356 CE), Book 14 (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Bhadra-gaṇita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). He calls this method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turagagati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"horse-step" (knight-like move).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Core (20 min) (cont.)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Cross-cultural.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The same method was independently discovered or transmitted in Arabic and European mathematics. The earliest extant Indian description is Nārāyaṇa's.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472654"/>
            <a:ext cx="810279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Try on your own.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Each student applies the algorithm to construct another 3×3 magic square. Tomorrow we extend to 5×5.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(15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360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scaled version of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Class 3×3 Magic-Square Tournament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activities/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). Today's slice: focus on the part of the activity that reinforces Stair-Step Method (Nārāyaṇa).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Wrap-up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One-sentence exit ticket: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"What's one thing you learned today?"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Preview tomorrow.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homework.md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for today's task.)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Differentiation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Extension: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offer one open question or extra problem for fast finishers.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Support: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pair students who need scaffolds; offer partial outlines.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731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Citations: at least one quoted verse with citation per module. Day 1 already includes one if applicable; you may add more.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Connect to prior modules where natural (especially Module 2 pañcabhūta).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Senior</dc:title>
  <dc:subject>PptxGenJS Presentation</dc:subject>
  <dc:creator>IKS Curriculum</dc:creator>
  <cp:lastModifiedBy>IKS Curriculum</cp:lastModifiedBy>
  <cp:revision>1</cp:revision>
  <dcterms:created xsi:type="dcterms:W3CDTF">2026-05-28T06:10:41Z</dcterms:created>
  <dcterms:modified xsi:type="dcterms:W3CDTF">2026-05-28T06:10:41Z</dcterms:modified>
</cp:coreProperties>
</file>