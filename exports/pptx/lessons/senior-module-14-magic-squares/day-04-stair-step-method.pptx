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Stair-Step Method (Nārāyaṇa)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apply nārāyaṇa's algorithm to build a 5×5 square.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bhadra-gaṇita; lit. ""auspicious arithmetic" — the Indian term for magic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Nārāyaṇa Paṇḍita's algorithm.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any ODD n×n, follow these steps: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Step 1: Place 1 in the top-middle cell.    – Step 2: From the cell with k, move one up and one right (diagonal) to place k+1.    – Step 3: If you go off the top, wrap to the bottom (same column you'd have landed in).    – Step 4: If you go off the right, wrap to the left (same row).    – Step 5: If the target cell is occupied, place k+1 in the cell DIRECTLY BELOW the cell containing k instead.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196257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Demonstrate on 3×3.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Place 1 top-middle. Move up-right (wraps to bottom row, same column shift) → 2 goes bottom-right. Continue: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785318"/>
            <a:ext cx="8331398" cy="77762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30113" y="2785318"/>
            <a:ext cx="0" cy="777627"/>
          </a:xfrm>
          <a:prstGeom prst="line">
            <a:avLst/>
          </a:prstGeom>
          <a:noFill/>
          <a:ln w="47625">
            <a:solidFill>
              <a:srgbClr val="5D1D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1627" y="29122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8 1 6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308684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3 5 7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326142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4 9 2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6301" y="365179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Verify: rows, columns, diagonals all = 15. ✓ (Note: this is a different symmetric variant of the 3×3 magic square than yesterday's.)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4901" y="416718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Nārāyaṇa Paṇḍita's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(1356 CE), Book 14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He calls this method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turagagati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"horse-step" (knight-like move).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4901" y="475624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Cross-cultural.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same method was independently discovered or transmitted in Arabic and European mathematics. The earliest extant Indian description is Nārāyaṇa's.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4901" y="534531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Try on your own.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applies the algorithm to construct another 3×3 magic square. Tomorrow we extend to 5×5.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6301" y="599792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Stair-Step Method (Nārāyaṇa).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2026-05-25T16:44:11Z</dcterms:created>
  <dcterms:modified xsi:type="dcterms:W3CDTF">2026-05-25T16:44:11Z</dcterms:modified>
</cp:coreProperties>
</file>