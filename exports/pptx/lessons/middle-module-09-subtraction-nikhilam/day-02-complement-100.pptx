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Complement to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find the complement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of any 2-digit number to 100 in under 3 seconds, using the Nikhilam rule applied to two digits.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Whiteboards or scrap paper for live drills – A printed wall poster: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9, 9, 9, 9, 9, ... 10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showing the digit-wise rule visually – Pair-drill sheets (20 two-digit numbers each) – Stopwatch (one per pair)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pūraka; lit. "that which completes")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number you add to fill up to 100, 1000, etc.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times. – Make-10 reflex: 10 quick digit-partners.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complement of 73 to 100?"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guesses.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it the Nikhilam way: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5107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6377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8122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 73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86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77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First digit (7): 9 − 7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Last digit (3): 10 − 3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73 + 27 = 100.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67935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"all from 9, last from 10"?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 on the board: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306273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0113" y="306273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627" y="31896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 +  1  = 100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3580061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If we subtract each digit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get the complement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100. – The "+1" needed to bridge 99 → 100 is exactly what "the last from 10" provides: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(9 − x)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That's the whole trick. The last digit absorbs the "+1." Every other digit just goes "from 9."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182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4 more, quickly, with the class chanting along: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6167884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case: trailing zero.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the complement of 30? Apply the rule: 9 − 3 = 6 (for tens), 10 − 0 = 10 (for units). But 10 isn't a digit — it carries. So you get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|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Easier: notice that the last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non-zero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gets the "from 10" treatment; trailing zeros stay as zeros.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69690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more simply: 30 + 70 = 100, so complement of 30 is 70. The rule still works, you just respect place value.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73346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face each other across desks. One holds the drill sheet (20 two-digit numbers); the other says complements out loud. – Round 1: 60 seconds. Count correct answers. – Swap roles. Round 2. – Round 3: swap to a new sheet (different numbers). Aim to beat your Round 1 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poll: who got 15+ in 60 sec? 18+? 20? – Recall paraphrase: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 complete to 100, take each digit from 9; the last digit takes from 10."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same idea, but complement to 1000."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complements to 100 of the multiples of 5: 5, 10, 15, 20, 25, 30, 35, 40, 45, 50, 55, 60, 65, 70, 75, 80, 85, 90, 95. These should become automatic. – Time yourself: 20 random complements in under 60 seconds. Practise twice.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complements to 200, 300, 500. The rule modifies — find complement to 100, then adjust. (Tier-up students should be able to articulate that adjustment by the end of class.)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rule only when both digits of the number are non-zero. Trailing zeros will be drilled on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Most common error today: 9 − 0 = 9 (correct) but 10 − 0 = 10 (cannot be a digit). Students will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lose 10. Reinforce: if the last digit is 0, the complement's last digit is also 0, and the "10" gets absorbed into the next column. Or: just note that the rule cleanly handles non-zero last digits; trailing zeros are a quick edge-case. – Many students try to do this in their head WITHOUT going digit-by-digit. That's fine if they get the right answer — but make sure they can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digit-wise method when asked. Day 6's "why it works" depends on the digit-wise framing. – Pair students with different reflexes. The faster-reflex student often models; the slower benefits.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the source of the digit-wise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2026-05-25T16:28:53Z</dcterms:created>
  <dcterms:modified xsi:type="dcterms:W3CDTF">2026-05-25T16:28:53Z</dcterms:modified>
</cp:coreProperties>
</file>