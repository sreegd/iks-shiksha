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 — Complement to 100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Nikhilam Subtraction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find the complement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pūraka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of any 2-digit number to 100 in under 3 seconds, using the Nikhilam rule applied to two digits.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03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Whiteboards or scrap paper for live drills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printed wall poster: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9, 9, 9, 9, 9, ... 10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showing the digit-wise rule visually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Pair-drill sheets (20 two-digit numbers each)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Stopwatch (one per pair)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pūraka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pūraka; lit. "that which completes") —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the number you add to fill up to 100, 1000, etc.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Sūtra chant 3 times.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Make-10 reflex: 10 quick digit-partners.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(15 min) — The pattern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"What's the complement of 73 to 100?"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Take guesses.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through it the Nikhilam way: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510754"/>
            <a:ext cx="8331398" cy="777627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0113" y="1510754"/>
            <a:ext cx="0" cy="777627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1627" y="163770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81228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     73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98685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———————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(15 min) — The pattern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digit (7): 9 − 7 =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digit (3): 10 − 3 =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Verify: 73 + 27 = 100. ✓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998315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"all from 9, last from 10"?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Show on the board: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(15 min) — The pattern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428476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0113" y="883593"/>
            <a:ext cx="0" cy="428476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1627" y="101054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  +  1  = 100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(15 min) — The pattern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we subtract each digit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 get the complement to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100.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"+1" needed to bridge 99 → 100 is exactly what "the last from 10" provides: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498104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10 − x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same as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(9 − x) + 1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809750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the whole trick. The last digit absorbs the "+1." Every other digit just goes "from 9."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(15 min) — The pattern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4 more, quickly, with the class chanting along: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row: Number · First digit · Last digit · Complement · Check.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556445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9 − 4 = 5 · 10 − 1 = 9 ·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41 + 59 = 100 ✓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9 − 2 = 7 · 10 − 8 = 2 ·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28 + 72 = 100 ✓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9 − 8 = 1 · 10 − 6 = 4 ·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86 + 14 = 100 ✓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9 − 9 = 0 · 10 − 5 = 5 ·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5 · 95 + 5 = 100 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(15 min) — The pattern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12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case: trailing zero.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What is the complement of 30? Apply the rule: 9 − 3 = 6 (for tens), 10 − 0 = 10 (for units). But 10 isn't a digit — it carries. So you get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| 10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Easier: notice that the last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non-zero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digit gets the "from 10" treatment; trailing zeros stay as zeros.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68473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more simply: 30 + 70 = 100, so complement of 30 is 70. The rule still works, you just respect place value.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(20 min) — Paired drill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21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Pairs face each other across desks. One holds the drill sheet (20 two-digit numbers); the other says complements out loud.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1: 60 seconds. Count correct answers.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roles. Round 2.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3: swap to a new sheet (different numbers). Aim to beat your Round 1 count.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poll: who got 15+ in 60 sec? 18+? 20?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paraphrase: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 complete to 100, take each digit from 9; the last digit takes from 10."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Day 3: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— same idea, but complement to 1000."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3264694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3264694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Complement (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pūraka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 to 100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any 2-digit number AB: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12255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Tens digit: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9 − 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1881336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Units digit: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10 − 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2150418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Examples: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2051" y="2419499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 → 27 (9−7=2, 10−3=7)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2051" y="2688580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 → 59 (9−4=5, 10−1=9)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2051" y="2957661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 → 05 (9−9=0, 10−5=5)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2051" y="322674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 by adding: number + complement = 100.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2051" y="3495824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Tirthaji's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Vedic Mathematics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(1965) gives the rule as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Nikhilaṁ Navataścaramaṁ Daśataḥ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and a "complement to 100" is just the rule applied to two digits.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Memorise complements to 100 of the multiples of 5: 5, 10, 15, 20, 25, 30, 35, 40, 45, 50, 55, 60, 65, 70, 75, 80, 85, 90, 95. These should become automatic.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yourself: 20 random complements in under 60 seconds. Practise twice.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Try complements to 200, 300, 500. The rule modifies — find complement to 100, then adjust. (Tier-up students should be able to articulate that adjustment by the end of class.)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the rule only when both digits of the number are non-zero. Trailing zeros will be drilled on Day 3.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405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common error today: 9 − 0 = 9 (correct) but 10 − 0 = 10 (cannot be a digit). Students will write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lose 10. Reinforce: if the last digit is 0, the complement's last digit is also 0, and the "10" gets absorbed into the next column. Or: just note that the rule cleanly handles non-zero last digits; trailing zeros are a quick edge-case.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students try to do this in their head WITHOUT going digit-by-digit. That's fine if they get the right answer — but make sure they can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digit-wise method when asked. Day 6's "why it works" depends on the digit-wise framing.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students with different reflexes. The faster-reflex student often models; the slower benefits.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Tirthaji,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Vedic Mathematics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(1965), sūtra Nikhilam (#2) — the source of the digit-wise rule.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2026-05-28T05:50:17Z</dcterms:created>
  <dcterms:modified xsi:type="dcterms:W3CDTF">2026-05-28T05:50:17Z</dcterms:modified>
</cp:coreProperties>
</file>