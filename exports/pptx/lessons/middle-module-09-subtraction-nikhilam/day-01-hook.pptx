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Sūtra and the Hook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standard borrowing, will recite the Nikhilam sūtra in Sanskrit, and will have watched the method solve the same problem visibly faster.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baseline sheet: ONE subtraction problem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One per student.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or wall clock (one per pair is plenty).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/ large paper for the teacher demo.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Nikhilam sūtra poster — IAST + English — on the wall.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nikhilaṁ navataścaramaṁ daśataḥ; lit. "all from nine and the last from ten") — the sūtra we'll learn this fortnight.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sūtra; lit. "thread, formula, aphorism") — a short mnemonic rule.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gives 16 of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solve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Make a guess."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3–4 guesses. Write the range on the board (e.g. "15 sec to 60 sec").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make-10 reflex round: teacher calls digits; class chorus the partner. 8 → 2, 6 → 4, 9 → 1, 3 → 7, 5 → 5, 4 → 6, 7 → 3, 2 → 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baseline sheet face-down.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write their name and predicted time on the 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"Go," flip and solve using whatever method they normally use (standard borrowing).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their actual time (the wall clock is running).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answer; honest self-correction — they're racing themselves over the module, not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sūtra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to the wall poster. Teacher reads slowly: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"All from nine and the last from ten."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echoes 3 times: soft / normal / loud.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"That's the whole rule. Six Sanskrit words. By Day 10 you'll use it without thinking."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same baseline problem, the Nikhilam way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473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4473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57430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1 0 0 0 0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4887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    4 5 6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234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———————————————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1383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Narrate: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same baseline problem, the Nikhilam way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15788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want to subtract 4567 from 10 000. That's 10⁴ — a clean power of ten. Perfect Nikhilam territory."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"Treat 4567 as a 4-digit number. Apply the rule digit-by-digit."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723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Step · Apply rule · Get.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same baseline problem, the Nikhilam way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15788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digit (4):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"from 9" · 9 − 4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digit (5):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"from 9" · 9 − 5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digit (6):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"from 9" · 9 − 6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digit (7):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"from 10" · 10 − 7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2726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answer top-to-bottom: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same baseline problem, the Nikhilam way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15788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the class): 4567 + 5433 = 10 000. 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4126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I never borrowed. Not once. The 'all from nine' rule means we're always subtracting from 9, which is bigger than any single digit."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re-do the same problem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on the back of their baseline sheet, using the Nikhilam rule. Refer to the wall poster.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themselves again.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 how much slower (or faster) was the Nikhilam method on the FIRST try?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of hands: who was faster with Nikhilam on first try? Who was slower? (Most will be slower — that's expected. Practice fixes it.)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drill the foundational skill — finding the complement of a 2-digit number to 100, fast."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wall-poster Sanskrit chant as the daily opener for the next 9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3027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3027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Nikhilam Sūtra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nine and the last from ten."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subtract from 10, 100, 1000, 10 000, …: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 each digit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 the last digit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subtract 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answer top-to-bottom.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Verify: original + answer = the round base.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borrowing. Ever.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time with my normal method = _____ seconds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4958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time with Nikhilam (first try) = _____ seconds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2051" y="37649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 the second number to drop by Day 5.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sūtra. Be able to say it from memory tomorrow.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Practice: find the complement of these 2-digit numbers to 100: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73, 41, 28, 86, 95, 17, 60, 52, 34, 89.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yourself. Aim for under 30 seconds for all ten.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Nikhilam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100 000 − 23 456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4-digit problem feels overwhelming, drill complements to 100 (2-digit numbers) for the activity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30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time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5's retest depends on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promise a specific speedup — say "you'll likely be faster by Day 5; how much depends on you."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 pronunciation is hard. Model it slowly; let students laugh on the first attempt. By Day 5 they'll all say it cleanly.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paraphrase from Tirthaji that helps: "Nikhilam (निखिलं) means 'whole,' 'entire,' 'all.' Navataḥ means 'from nine.' Caramaṁ means 'the last.' Daśataḥ means 'from ten.' Six words; one method."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 The full sūtra reads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wall-poster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2026-05-28T05:50:09Z</dcterms:created>
  <dcterms:modified xsi:type="dcterms:W3CDTF">2026-05-28T05:50:09Z</dcterms:modified>
</cp:coreProperties>
</file>