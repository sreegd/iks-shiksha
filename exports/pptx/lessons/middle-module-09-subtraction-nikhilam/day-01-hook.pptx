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The Sūtra and the Hook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Subtraction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record a personal baseline time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10 000 − 4567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standard borrowing, will recite the Nikhilam sūtra in Sanskrit, and will have watched the method solve the same problem visibly faster.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4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Printed baseline sheet: ONE subtraction problem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10 000 − 4567 = ?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One per student. – Stopwatch or wall clock (one per pair is plenty). – Whiteboard / large paper for the teacher demo. – A printed Nikhilam sūtra poster — IAST + English — on the wall.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Nikhilaṁ Navataścaramaṁ Daśataḥ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nikhilaṁ navataścaramaṁ daśataḥ; lit. "all from nine and the last from ten") — the sūtra we'll learn this fortnight.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sūtra; lit. "thread, formula, aphorism") — a short mnemonic rule. Tirthaji's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gives 16 of them.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4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Teacher: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long does it take you to solve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10 000 − 4567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Make a guess."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Take 3–4 guesses. Write the range on the board (e.g. "15 sec to 60 sec"). – Quick make-10 reflex round: teacher calls digits; class chorus the partner. 8 → 2, 6 → 4, 9 → 1, 3 → 7, 5 → 5, 4 → 6, 7 → 3, 2 → 8.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timing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Hand out the baseline sheet face-down. – Students write their name and predicted time on the back. – On "Go," flip and solve using whatever method they normally use (standard borrowing). – Record their actual time (the wall clock is running). – Mark answer; honest self-correction — they're racing themselves over the module, not each other.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sūtra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Point to the wall poster. Teacher reads slowly: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Nikhilaṁ Navataścaramaṁ Daśataḥ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"All from nine and the last from ten."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498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Class echoes 3 times: soft / normal / loud. – Teacher: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"That's the whole rule. Six Sanskrit words. By Day 10 you'll use it without thinking."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demonstration (12 min) — the same baseline problem, the Nikhilam way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114523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47354"/>
            <a:ext cx="8331398" cy="77762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447354"/>
            <a:ext cx="0" cy="777627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57430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1 0 0 0 0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74887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       4 5 6 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92345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———————————————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301" y="231383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4901" y="2615952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want to subtract 4567 from 10 000. That's 10⁴ — a clean power of ten. Perfect Nikhilam territory."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"Treat 4567 as a 4-digit number. Apply the rule digit-by-digit."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32304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Step · Apply rule · Get.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901" y="353258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digit (4):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"from 9" · 9 − 4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digit (5):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"from 9" · 9 − 5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digit (6):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"from 9" · 9 − 6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digit (7):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"from 10" · 10 − 7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4901" y="4647307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answer top-to-bottom: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5433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901" y="503068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(with the class): 4567 + 5433 = 10 000. 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4901" y="5414070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"Notice — I never borrowed. Not once. The 'all from nine' rule means we're always subtracting from 9, which is bigger than any single digit."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606668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 — First try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4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Students re-do the same problem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10 000 − 4567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on the back of their baseline sheet, using the Nikhilam rule. Refer to the wall poster. – Time themselves again. – Compare: how much slower (or faster) was the Nikhilam method on the FIRST try?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Show of hands: who was faster with Nikhilam on first try? Who was slower? (Most will be slower — that's expected. Practice fixes it.) – Preview Day 2: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drill the foundational skill — finding the complement of a 2-digit number to 100, fast."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Set the wall-poster Sanskrit chant as the daily opener for the next 9 days.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4193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4193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Nikhilam Sūtra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Nikhilaṁ Navataścaramaṁ Daśataḥ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"all from nine and the last from ten."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subtract from 10, 100, 1000, 10 000, …: 1. Subtract each digit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9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 the last digit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subtract it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10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2. Read the answer top-to-bottom. 3. Verify: original + answer = the round base.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123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borrowing. Ever.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38139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baseline: - My time with my normal method = _____ seconds - My time with Nikhilam (first try) = _____ seconds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8814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expect the second number to drop by Day 5.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Memorise the sūtra. Be able to say it from memory tomorrow. – Practice: find the complement of these 2-digit numbers to 100:   – 73, 41, 28, 86, 95, 17, 60, 52, 34, 89.   – Time yourself. Aim for under 30 seconds for all ten.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Nikhilam on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100 000 − 23 456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Time it.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the 4-digit problem feels overwhelming, drill complements to 100 (2-digit numbers) for the activity instead.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baseline time is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most important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artefact of Day 1. Make sure every student records it honestly. Day 5's retest depends on it. – Don't promise a specific speedup — say "you'll likely be faster by Day 5; how much depends on you." – The Sanskrit pronunciation is hard. Model it slowly; let students laugh on the first attempt. By Day 5 they'll all say it cleanly. – One paraphrase from Tirthaji that helps: "Nikhilam (निखिलं) means 'whole,' 'entire,' 'all.' Navataḥ means 'from nine.' Caramaṁ means 'the last.' Daśataḥ means 'from ten.' Six words; one method."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Tirthaji,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(1965), sūtra Nikhilam (#2). The full sūtra reads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Nikhilaṁ Navataścaramaṁ Daśataḥ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Word - sutras1.pdf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wall-poster source.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2026-05-28T04:21:11Z</dcterms:created>
  <dcterms:modified xsi:type="dcterms:W3CDTF">2026-05-28T04:21:11Z</dcterms:modified>
</cp:coreProperties>
</file>