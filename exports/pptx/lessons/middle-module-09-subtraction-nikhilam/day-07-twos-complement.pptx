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Two's Complement Connection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identify the structural similarity between Nikhilam ("all from 9, last from 10") in base 10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 complement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("flip all bits, add 1") in base 2, and will subtract two small binary numbers using the two's-complement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Printed 8-bit binary number line poster (0000 0000 to 1111 1111) – Pencil + ruled paper – Optional: a calculator with a binary mode (most smartphone calculators have one)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base 2 (the number system computers use).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binary digit; either 0 or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 complement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binary version of the Nikhilam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3 base-10 complements (to 100, 1000, 10 000). – 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trick. Different number system. Where else might this work?"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From base 10 to base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Nikhilam pattern, restated in base-neutral language: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To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bⁿ −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&gt; - Each digit of A: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− 1)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maximum digit in that base. &gt; - The last digit: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&gt; In base 10: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− 1) =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=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"all from 9, last from 10."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8876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base 2.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biggest digit in base 2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 '(b − 1)'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base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78546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becomes: – Each bit of A: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(This is the same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flipping the bit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0 → 1, 1 → 0.) – The last bit: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2 − 0 =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binary,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2 − 1 =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Equivalent: "flip the last bit and add 1" — except we just add 1 to the whole flipped result and let the carry propagate.)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360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exactly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 complement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algorithm taught in computer science: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negate a binary number: flip all bits, then add 1.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429000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example. Subtract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5 − 3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two's complement, 4 bits: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818781"/>
            <a:ext cx="8498026" cy="89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To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5 − 3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we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+ (−3)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where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two's complement of 3. – Two's complement of 3 (4 bits): flip all bits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add 1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Now add: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0101 + 1101 = 1 0010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leading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5th bit)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overflow / carry out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 discard it. (This carry-out is the "underflow" of the 16 = 2⁴ base, exactly like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 – Result: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479881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SAME as Nikhilam.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169545"/>
            <a:ext cx="8498026" cy="89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 base 10: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 = 5433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Same calculation: complement of 4567 = 5433,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4567 + 5433 = 10 000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In base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16 − 3 = 13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That's the two's complement of 3.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0011 + 1101 = 1 0000 = 16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– Then we subtract THAT result from 5 (or equivalently add it to 5 modulo 16):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5 − 3 ≡ 5 + (16 − 3) (mod 16) = 5 + 13 = 18 ≡ 2 (mod 16)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613692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"Tirthaji's six-word sūtra and the two's-complement circuit in your phone's CPU are doing the same algebra. The CPU just does it in base 2."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665232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computers use this.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CPU has no separate "subtract" circuit — it has an "add" circuit, an "invert bits" circuit, and a "+1" (increment) circuit. Two's complement lets it do subtraction with just those. This is the deepest reason: the Nikhilam principle saves silicon.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75106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Try it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Worksheet: 4 small subtractions to do via two's complement (4 bits, all results positive).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6266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work in pairs. One does the binary math; the other verifies with a calculator.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just done in your head what a CPU does in nanoseconds. Different scale, same logic."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what if the number we're subtracting FROM isn't a clean power of ten? 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8243 − 567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Nikhilam still helps, but we need one more move."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Two's Complement = Nikhilam in Binary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| Base 10 (Nikhilam) | Base 2 (Two's Complement) | |---|---|---| | Maximum digit | 9 | 1 | | "All from (max)" | All from 9 | Flip each bit | | "Last from base" | Last from 10 | Add 1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algebra. Same trick. The CPU inside your phone uses this every time it computes a subtraction.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— Tirthaji's 1965 sūtra. The base-2 cousin was independently discovered in 1945 by the team designing the EDVAC computer.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Convert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13 − 5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binary (4 bits) and solve via two's complement. Show your work. – One reflection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surprised me about the binary connection."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5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results.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3 − 5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4 bits gives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is the two's-complement representation of −2. Look up how CPUs read this.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binary math. Just understand the structural parallel: "flip the digits, add 1, same idea." Repeat the base-10 examples instead.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most cross-disciplinary day of the module. Some students will be enthralled; others will find binary intimidating. Both reactions are fine. – Many students have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binary; few have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arithmetic in it. The 4-bit examples are deliberately small. – A natural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this mean Tirthaji invented two's complement?"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No. Two's complement was independently developed for digital computing in the 1940s. What's beautiful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parallel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same algebraic principle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bⁿ − A = (bⁿ − 1) − A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plays the same role in both base 10 and base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Patterson &amp; Hennessy, Computer Organization and Design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two's-complement section — standard CS reference for the binary parallel.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2026-05-25T08:51:56Z</dcterms:created>
  <dcterms:modified xsi:type="dcterms:W3CDTF">2026-05-25T08:51:56Z</dcterms:modified>
</cp:coreProperties>
</file>