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Subtracting from a Power of 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compute subtractions of the form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 − 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1000 − 567, 10 000 − 4783) directly by reading off the complement of A, with no written borrow.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activities/activity-01-complement-drill.md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 (printed)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628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Stopwatches (one per pair)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terms reused from Days 1–3.)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Sūtra chant. – Quick fire: complements to 100, then complements to 1000. Teacher calls; students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shift from "complement" to "subtraction"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pivot.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 −  567  = 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178430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"We've spent two days finding the complement. The complement of 567 to 1000 is 433. Notice that's also the answer."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08642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 + B = 1000, then 1000 − A = B and 1000 − B = A. Complement IS the difference, when you're subtracting from the base."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267548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examples, with class predicting: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30462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Problem · Working · Answer.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3348335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1000 − 567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9-5, 9-6, 10-7 = 4, 3, 3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1000 − 248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9-2, 9-4, 10-8 = 7, 5, 2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9-4, 9-5, 9-6, 10-7 = 5, 4, 3, 3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9-0, 9-0, 9-8, 10-9 = 9, 9, 1, 1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(pad 89 → 0089)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100 000 − 23 456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9-2, 9-3, 9-4, 9-5, 10-6 = 7, 6, 5, 4, 4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76 544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4706838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padding rule.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 has fewer digits than the base 10ⁿ, pad A with leading zeros. 89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10000 − 89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Nikhilam rule needs as many digits as the base has zeros."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539755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Complement Drill (timed pairs)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activities/activity-01-complement-drill.md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8 problems on a sheet. Mixed bases: 4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X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X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100 000 − X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Pair self-correction. Time the pair.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75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Compare with standard borrowing: pick one problem (say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ask half the class to solve by borrowing, half by Nikhilam. Same time limit. See who finishes first. – Discussion: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does Nikhilam beat standard borrowing? When does standard borrowing match it?"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(Answer: Nikhilam dominates when subtracting from a round base; matches roughly when subtracting from a non-round number — that's the Day 8 topic.)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mid-module retest of the Day 1 baseline. Same problem. Different speed."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3833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3833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Subtracting from a Power of Ten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compute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10ⁿ − 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3130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Make sure A has exactly n digits (pad with leading zeros if needed). 2. Apply the Nikhilam rule digit-by-digit: each digit "from 9," last digit "from 10." 3. Read off the answer.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3136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borrowing required. Verify by adding: original + answer = 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40044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Tirthaji's sūtra (1965):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Six words; an entire subtraction shortcut.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12 problems on the back of today's worksheet. Time yourself. Try to finish all 12 in under 4 minutes. – One reflection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did the Nikhilam method feel today compared to Day 1?"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Mixed-base problems where the base is given symbolically. E.g. let B = 10⁶ = 1 000 000; compute B − 234 567.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homework. Step up to 10 000 only when the 1000 case is automatic.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31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day students go "ohh — that's why we learned the complement." Make the connection explicit. The complement IS the answer when subtracting from the base. – A student will inevitably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the problem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9999 − 567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Does it still work?"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Answer: yes, but without the "last from 10" — the answer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9999 − 567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computed digit-wise as 9-5, 9-6, 9-7 = 432. Try it: 567 + 432 = 999. ✓. So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9999 − 567 = 9432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is the special case where ALL digits are "from 9" (because there's no "+1" needed when the base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 − 1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Good for Tier-up. – Avoid letting students treat the method as a black box. Insist they verify at least one of their answers by adding.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AND VEDIC MATHEMATICS 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Nikhilam chapter — provided the 5-digit example pattern.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2026-05-28T04:21:27Z</dcterms:created>
  <dcterms:modified xsi:type="dcterms:W3CDTF">2026-05-28T04:21:27Z</dcterms:modified>
</cp:coreProperties>
</file>