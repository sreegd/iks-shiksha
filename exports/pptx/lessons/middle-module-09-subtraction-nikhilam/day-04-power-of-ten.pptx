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4 — Subtracting from a Power of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Nikhilam Subtraction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Band: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Middle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36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the end of this lesson, students will compute subtractions of the form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A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(e.g. 1000 − 567, 10 000 − 4783) directly by reading off the complement of A, with no written borrow.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884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Whiteboard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activities/activity-01-complement-drill.md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worksheet (printed)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Stopwatches (one per pair)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Vocabulary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(All terms reused from Days 1–3.)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Lesson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Sūtra chant.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Quick fire: complements to 100, then complements to 1000. Teacher calls; students chorus.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The shift from "complement" to "subtraction"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pivot.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Write on the board: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66974"/>
            <a:ext cx="8331398" cy="428476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0113" y="1266974"/>
            <a:ext cx="0" cy="428476"/>
          </a:xfrm>
          <a:prstGeom prst="line">
            <a:avLst/>
          </a:prstGeom>
          <a:noFill/>
          <a:ln w="47625">
            <a:solidFill>
              <a:srgbClr val="27788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31627" y="1393924"/>
            <a:ext cx="8086939" cy="1745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75"/>
              </a:lnSpc>
              <a:buNone/>
            </a:pPr>
            <a:r>
              <a:rPr lang="en-US" sz="1100" dirty="0">
                <a:solidFill>
                  <a:srgbClr val="1C28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 −  567  =  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06301" y="1784300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"We've spent two days finding the complement. The complement of 567 to 1000 is 433. Notice that's also the answer."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The shift from "complement" to "subtraction"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Why?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 + B = 1000, then 1000 − A = B and 1000 − B = A. Complement IS the difference, when you're subtracting from the base."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472654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Worked examples, with class predicting: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1843385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row: Problem · Working · Answer.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The shift from "complement" to "subtraction"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257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1000 − 567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9-5, 9-6, 10-7 = 4, 3, 3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433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1000 − 248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9-2, 9-4, 10-8 = 7, 5, 2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752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9-4, 9-5, 9-6, 10-7 = 5, 4, 3, 3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5433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9-0, 9-0, 9-8, 10-9 = 9, 9, 1, 1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9911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(pad 89 → 0089)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100 000 − 23 456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9-2, 9-3, 9-4, 9-5, 10-6 = 7, 6, 5, 4, 4 ·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76 544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(10 min) — The shift from "complement" to "subtraction"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padding rule.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"If A has fewer digits than the base 10ⁿ, pad A with leading zeros. 89 in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10000 − 89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becomes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0089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The Nikhilam rule needs as many digits as the base has zeros."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(20 min) — Complement Drill (timed pairs)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22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activities/activity-01-complement-drill.md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182588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problems on a sheet. Mixed bases: 4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3 are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1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100 000 − X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self-correction. Time the pair.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4055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Compare with standard borrowing: pick one problem (say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10 000 − 4567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and ask half the class to solve by borrowing, half by Nikhilam. Same time limit. See who finishes first.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Discussion: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"When does Nikhilam beat standard borrowing? When does standard borrowing match it?"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(Answer: Nikhilam dominates when subtracting from a round base; matches roughly when subtracting from a non-round number — that's the Day 8 topic.)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Day 5: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"Tomorrow — mid-module retest of the Day 1 baseline. Same problem. Different speed."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Student-facing content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245519"/>
          </a:xfrm>
          <a:prstGeom prst="rect">
            <a:avLst/>
          </a:prstGeom>
          <a:solidFill>
            <a:srgbClr val="F4F8F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245519"/>
          </a:xfrm>
          <a:prstGeom prst="line">
            <a:avLst/>
          </a:prstGeom>
          <a:noFill/>
          <a:ln w="57150">
            <a:solidFill>
              <a:srgbClr val="FE444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Subtracting from a Power of Ten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5003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 compute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10ⁿ − A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31305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Make sure A has exactly n digits (pad with leading zeros if needed).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1900386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Apply the Nikhilam rule digit-by-digit: each digit "from 9," last digit "from 10."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16946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Read off the answer.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43854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borrowing required. Verify by adding: original + answer = base.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70763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&gt; Tirthaji's sūtra (1965):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Nikhilaṁ Navataścaramaṁ Daśataḥ.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1C283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Six words; an entire subtraction shortcut.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problems on the back of today's worksheet. Time yourself. Try to finish all 12 in under 4 minutes.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reflection sentence: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"How did the Nikhilam method feel today compared to Day 1?"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Mixed-base problems where the base is given symbolically. E.g. let B = 10⁶ = 1 000 000; compute B − 234 567.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Stick to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1000 − 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for the homework. Step up to 10 000 only when the 1000 case is automatic.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6683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 the day students go "ohh — that's why we learned the complement." Make the connection explicit. The complement IS the answer when subtracting from the base.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student will inevitably ask: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"What if the problem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? Does it still work?"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Answer: yes, but without the "last from 10" — the answer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computed digit-wise as 9-5, 9-6, 9-7 = 432. Try it: 567 + 432 = 999. ✓. So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9999 − 567 = 9432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This is the special case where ALL digits are "from 9" (because there's no "+1" needed when the base is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10ⁿ − 1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). Good for Tier-up.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Avoid letting students treat the method as a black box. Insist they verify at least one of their answers by adding.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Citation(s) used in this lesson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Tirthaji,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Vedic Mathematics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(1965), sūtra Nikhilam (#2).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FUNDAMENTAL AND VEDIC MATHEMATICS .pdf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Nikhilam chapter — provided the 5-digit example pattern.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2026-05-28T05:50:30Z</dcterms:created>
  <dcterms:modified xsi:type="dcterms:W3CDTF">2026-05-28T05:50:30Z</dcterms:modified>
</cp:coreProperties>
</file>