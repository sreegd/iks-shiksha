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Project Share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complete the summative quiz, present their project artefact in 3 minutes, and submit a brief written self-reflection.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(printed, one per student)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Stopwatch for project presentations – Camera (phone) for documenting projects, if permitted by school policy – Stickers for completion (optional, but motivating)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 sūtra recitation, in unison, from memory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Nikhilaṁ Navataścaramaṁ Daśataḥ.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One sentence each, going around the room: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one thing I'll remember from this module is..."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Closed notebook. – 25 marks. Sections: complement recall, subtraction practice, general subtraction, conceptual short answer, open response on "why it works."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Strict 15-min time limit on the multiple-choice / short-answer parts; remaining time for the open response. – Collect.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presentations (18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 presents for 3 minutes (set the timer visibly). – Format depends on artefact: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Shopkeeper chart: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 demos using pretend currency on a real scenario.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video: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 plays the 60-sec video, then takes 90 sec of Q&amp;A.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Two's-complement poster: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 walks through the poster's argument. – Rest of class fills in a quick "feedback card" — one strength, one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poll: was Module 9 useful? Surprising? Hard? – Honest history note one more time: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learned a real, useful method. The sūtra is from Tirthaji's 1965 book. The deeper history is more recent than the name 'Vedic' suggests. You can hold both: the method is real; the historical claim is unverified."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Self-reflection slip (1 minute): on the back of the quiz, complete: – One thing I learned: __________ – One thing I'm still confused about: __________ – My favourite Sanskrit term from the module: __________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3115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3115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Summative quiz (20 min, closed notebook). 2. Project presentation (3 min, with your partner). 3. Self-reflection (1 min, on the back of the quiz).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come a long way. Day 1's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10 000 − 4567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took most of you about 30 seconds. By now you can do it in 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None. Module 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finished early on the quiz, write the algebraic identity for the Nikhilam method in full generality (for any base b).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5 min on the quiz allowed for slow processors; quiet pull-aside support.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summative is the most marked single assessment of the module. Be strict on closed-notebook BUT generous on the open-response question — student paraphrases of the algebraic identity are valid even if not perfectly phrased. – Project presentations: keep the energy up. Use stickers / acknowledgment for every pair. The presentation is partly a performance; affirm the work. – If a pair didn't finish their artefact, still let them present. The presentation itself is graded; the artefact is graded separately on the rubric. – File the quiz results AND the project rubric scores to inform pacing for next year's cohort.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2026-05-25T08:52:15Z</dcterms:created>
  <dcterms:modified xsi:type="dcterms:W3CDTF">2026-05-25T08:52:15Z</dcterms:modified>
</cp:coreProperties>
</file>