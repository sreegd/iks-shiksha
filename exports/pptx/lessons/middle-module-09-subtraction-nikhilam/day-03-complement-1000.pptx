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Complement to 1000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Subtraction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find the complement of any 3-digit number to 1000 in under 4 seconds, and will recognise the same pattern extends to 10 000, 100 000, and beyond.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 – Pair-drill sheets (20 three-digit numbers; second set with mixed 3- and 4-digit) – Stopwatch – Calculator (for self-verification only)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pūraka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complement (introduced Day 2; reuse)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Sūtra chant 3 times. – Quick fire: teacher calls 2-digit numbers; students chorus the complement to 100.   – 73 → 27, 41 → 59, 28 → 72, 86 → 14, 95 → 05, 60 → 40, 17 → 83.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Three digits, same rule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the complement of 738 to 1000?"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through: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10754"/>
            <a:ext cx="8331398" cy="77762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510754"/>
            <a:ext cx="0" cy="777627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63770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81228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    738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98685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————————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06301" y="237723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First digit (7): 9 − 7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Second digit (3): 9 − 3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Last digit (8): 10 − 8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Verify: 738 + 262 = 1000. 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4901" y="289262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"Notice — same six-word rule. We just have one more 'from 9' step in the middle."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4901" y="327600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general pattern: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3646736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an n-digit number, the complement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10ⁿ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3958382"/>
            <a:ext cx="8331398" cy="42847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30113" y="3958382"/>
            <a:ext cx="0" cy="428476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1627" y="408533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(9 − d₁), (9 − d₂), …, (9 − dₙ₋₁), (10 − dₙ)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06301" y="447570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d₁ … dₙ are the digits left-to-right.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4901" y="477782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4 more, with class chanting along: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06301" y="514856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Number · Working · Complement · Check.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34901" y="5450681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9-4, 9-1, 10-9 = 5, 8, 1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419 + 581 = 1000 ✓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9-2, 9-5, 10-6 = 7, 4, 4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256 + 744 = 1000 ✓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9-8, 9-0, 10-3 = 1, 9, 7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803 + 197 = 1000 ✓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9-9, 9-9, 10-9 = 0, 0, 1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1 · 999 + 1 = 1000 ✓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34901" y="6565404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extension to 10 000: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Complement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2347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10 000?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06301" y="695518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9-2, 9-3, 9-4, 10-7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7653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2347 + 7653 = 10 000. ✓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"Same rule. Just more digits."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06301" y="732085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Speed drill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Pair-drill: 20 three-digit numbers. Aim for all 20 in under 90 seconds. – Self-check using a calculator: number + your complement should equal 1000. – Second sheet: 10 four-digit numbers, complement to 10 000. Aim under 60 seconds for the set.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+ Formative quiz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Formative quiz Part A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5 questions on slips of paper, 5 min. – Collect. Next class includes the result.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812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812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 to 1000 (and beyond)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any 3-digit number ABC: - First digit: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9 − 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Second digit: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9 − 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Last digit: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10 − 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six-word rule. Same approach for 4-digit numbers (one extra "from 9") and 5-digit numbers (two extra "from 9"s).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Examples: - 738 → 262 - 419 → 581 - 2347 → 7653 (complement to 10 000)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381399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"Nikhilaṁ navataścaramaṁ daśataḥ —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from nine and the last from ten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." (Tirthaji,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Vedic Mathematics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1965, sūtra #2.) The "all" handles every digit except the last; "the last from ten" handles the last digit's special role.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Find the complement of each of these to 1000:   – 156, 423, 789, 802, 64 (treat as 064), 7 (treat as 007), 555, 900. – Find the complement of each of these to 10 000:   – 3456, 1027, 8888, 75 (treat as 0075), 999. – Time yourself. Total time goal: under 2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Complement of 5-digit numbers to 100 000. Time goal: under 6 sec each.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Stay on 3-digit complements. The four-digit and five-digit cases come naturally once 3-digit is automatic.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4928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most common error: a number like 64 has only two digits; students forget the rule wants a 3-digit number, so they apply the rule to "64" (giving 36) instead of "064" (giving 936). Make sure they "pad with zeros" mentally. – Another common error: the last digit being 0. For 800 → complement to 1000: digit-wise gives 9-8, 9-0, 10-0 = 1, 9, 10. The "10" carries. Easier reading: 800 + 200 = 1000, so complement is 200. The rule still works (1, 9, 10 → 1, 10, 0 → 200), but it's a place where the padding/carry interacts. Use this as a teachable moment; preview Day 6's algebraic justification. – Some students will sniff out a shortcut: "the complement just makes everything add to 9 except the last column which adds to 10." Great — that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rule, restated. Praise.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(1965), sūtra Nikhilam (#2).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FUNDAMENTAL AND VEDIC MATHEMATICS 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Nikhilam chapter — worked 3-digit and 4-digit examples.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2026-05-28T04:21:21Z</dcterms:created>
  <dcterms:modified xsi:type="dcterms:W3CDTF">2026-05-28T04:21:21Z</dcterms:modified>
</cp:coreProperties>
</file>