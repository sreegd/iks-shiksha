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Why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explain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Nikhilam rule produces the correct answer, using the identity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 − A = (10ⁿ − 1) − A + 1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will draw a bar-model that shows the same idea visually.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Worksheet: "explain to a friend" prompt + space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Coloured pencils for the bar model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16-sūtra list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visible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chant.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fire: 4 complements (mix of 2-digit and 3-digit).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graded formatives. Acknowledge the common errors.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identity (write boxed on the board):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10ⁿ − A = (10ⁿ − 1) − A + 1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980456"/>
            <a:ext cx="8102798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identity?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followed by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zeros — e.g. 1000 = 10³.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 − 1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same number minus one — e.g. 999. That's just 'all nines.' So the identity says: subtracting A from a round base equals (subtracting A from all-nines) plus 1."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that help?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"Subtracting any digit from 9 is trivial — there's no borrow. We always have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≥ digit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(10ⁿ − 1) − 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clean digit-by-digit subtraction with no borrow. Then we add 1 at the end."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107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"+1" go?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"Into the last digit. So instead of doing 'from 9' on the last digit and then '+1,' we just do 'from 10' on the last digit. Same thing. That's why the sūtra says 'all from nine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from ten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.'"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a concrete example with full algebra: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47592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475929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1000 − 567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(1000 − 1) − 567 + 1     ← identity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999 − 567 + 1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(9-5)(9-6)(9-7) + 1      ← digit-wise from 9 — no borrow!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 3 2 + 1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432 + 1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433.                    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compare with the sūtra direct version: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1000 − 567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(9-5)(9-6)(10-7)         ← Nikhilam, last from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 3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433.                     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2141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answer. The sūtra is just the identity, made into a mnemonic."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model.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long horizontal bar labelled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Inside, mark off a left segment labelled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right segment labelled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unknown).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we want is the right segment."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66590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length of the bar minus 1?"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The mathematical reason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tiny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sliver at the right end of the bar. Now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 = 567 + (right segment − 1)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right segment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(999 − 567) + 1 = 432 + 1 = 433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927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the picture-version of the algebra. Same thing."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Explain to a friend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prompt: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your Grade 4 cousin asks: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does Nikhilam work? Isn't it just magic?"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4–6 sentences, explain why it's NOT magic. Use the words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one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value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Explain to a friend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 individual writing.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pair-share: each partner reads their paragraph; partner says one thing that's clear and one that's unclear.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 strong paragraph aloud (with permission).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historical note: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"Tirthaji's book (1965) gives this rule. The rule itself is genuinely correct. Tirthaji's claim that it comes from a Vedic appendix has not been verified by other Sanskritists. We use the rule because it works. The history is younger than the name suggests."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a surprise. The same rule is built into how computers subtract. It's called 'two's complement.'"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2456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2456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Nikhilam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identity: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10ⁿ − A = (10ⁿ − 1) − A + 1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10ⁿ − 1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"all nines" (e.g. 9999).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6946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Subtracting A from "all nines" is trivial digit-by-digit — there's no borrow because 9 ≥ any digit.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3854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"+ 1" at the end gets absorbed into the last digit, turning "9 − last_digit" into "10 − last_digit."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70763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whole proof.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76711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 packages this proof into six Sanskrit words: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"all from nine and the last from ten." The math is real. The Sanskrit is from a 20th-century synthesis, not a Vedic text.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7077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magic. It is good notation.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moment in your daily life where you naturally "round to the nearest 100 / 1000" without thinking. Write 2 sentences describing it. (E.g. tipping at a restaurant. Counting change. Comparing prices.)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Practise: complement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10 000. Show the algebraic identity for this one (the same way the lesson did 1000 − 567).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the explanation for a Grade 11 student. Use formal notation. Show the identity holds for any base b: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bⁿ − A = (bⁿ − 1) − A + 1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Preview Day 7's binary case.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written explanation. Verbalise to your partner. Use the bar-model picture as scaffold.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11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student error in the paragraph: confusing "the last digit takes from 10" with "you add 1 at the end." These are the SAME operation, just expressed differently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10 − x = (9 − x) + 1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Some students will write both; that's fine.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prefer the visual bar-model; some prefer the algebra. Both are valid. Honour the choice and ask them to draw the OTHER one as homework.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provenance is essential here. Don't oversell. Some students (or parents) believe Nikhilam is "ancient Vedic mathematics." Clarify gently; preview the Senior-band treatment of the historicity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 — primary source.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wall reference for the full 16 sūtra list.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2026-05-28T05:50:45Z</dcterms:created>
  <dcterms:modified xsi:type="dcterms:W3CDTF">2026-05-28T05:50:45Z</dcterms:modified>
</cp:coreProperties>
</file>