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Why It Works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explain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Nikhilam rule produces the correct answer, using the identity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10ⁿ − A = (10ⁿ − 1) − A + 1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will draw a bar-model that shows the same idea visually.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Worksheet: "explain to a friend" prompt + space – Coloured pencils for the bar model – The 16-sūtra list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visible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Sūtra chant. – Quick fire: 4 complements (mix of 2-digit and 3-digit). – Return graded formatives. Acknowledge the common errors.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The mathematical reason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identity (write boxed on the board):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10ⁿ − A = (10ⁿ − 1) − A + 1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56445"/>
            <a:ext cx="8102798" cy="712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identity?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10ⁿ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followed by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zeros — e.g. 1000 = 10³.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10ⁿ − 1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same number minus one — e.g. 999. That's just 'all nines.' So the identity says: subtracting A from a round base equals (subtracting A from all-nines) plus 1."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70237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that help?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"Subtracting any digit from 9 is trivial — there's no borrow. We always have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≥ digit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(10ⁿ − 1) − 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 clean digit-by-digit subtraction with no borrow. Then we add 1 at the end."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99739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does the "+1" go?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"Into the last digit. So instead of doing 'from 9' on the last digit and then '+1,' we just do 'from 10' on the last digit. Same thing. That's why the sūtra says 'all from nine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last from ten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.'"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58646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a concrete example with full algebra: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3969841"/>
            <a:ext cx="8331398" cy="147592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30113" y="3969841"/>
            <a:ext cx="0" cy="1475929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1627" y="409679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1000 − 567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427136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(1000 − 1) − 567 + 1     ← identity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44459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999 − 567 + 1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46205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(9-5)(9-6)(9-7) + 1      ← digit-wise from 9 — no borrow!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479509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4 3 2 + 1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49696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432 + 1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514424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433.                     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06301" y="553462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compare with the sūtra direct version: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6301" y="5836741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30113" y="5836741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1627" y="596369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1000 − 567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1627" y="613826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(9-5)(9-6)(10-7)         ← Nikhilam, last from 10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1627" y="63128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4 3 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1627" y="64874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433.                     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06301" y="6877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"Same answer. The sūtra is just the identity, made into a mnemonic."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4901" y="71799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 model.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06301" y="7550646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a long horizontal bar labelled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Inside, mark off a left segment labelled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a right segment labelled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unknown).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we want is the right segment."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06301" y="8062913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ask: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the length of the bar minus 1?"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06301" y="8361908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a tiny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sliver at the right end of the bar. Now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 = 567 + (right segment − 1)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 right segment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(999 − 567) + 1 = 432 + 1 = 433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6301" y="888370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"That's the picture-version of the algebra. Same thing."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06301" y="924937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Explain to a friend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Worksheet prompt: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Imagine your Grade 4 cousin asks: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does Nikhilam work? Isn't it just magic?"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4–6 sentences, explain why it's NOT magic. Use the words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one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 value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10 min individual writing. – 5 min pair-share: each partner reads their paragraph; partner says one thing that's clear and one that's unclear.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Read one strong paragraph aloud (with permission). – Honest historical note: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"Tirthaji's book (1965) gives this rule. The rule itself is genuinely correct. Tirthaji's claim that it comes from a Vedic appendix has not been verified by other Sanskritists. We use the rule because it works. The history is younger than the name suggests."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Preview Day 7: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a surprise. The same rule is built into how computers subtract. It's called 'two's complement.'"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ONE moment in your daily life where you naturally "round to the nearest 100 / 1000" without thinking. Write 2 sentences describing it. (E.g. tipping at a restaurant. Counting change. Comparing prices.) – Practise: complement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4321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10 000. Show the algebraic identity for this one (the same way the lesson did 1000 − 567).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the explanation for a Grade 11 student. Use formal notation. Show the identity holds for any base b: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bⁿ − A = (bⁿ − 1) − A + 1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Preview Day 7's binary case.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Skip the written explanation. Verbalise to your partner. Use the bar-model picture as scaffold.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89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most common student error in the paragraph: confusing "the last digit takes from 10" with "you add 1 at the end." These are the SAME operation, just expressed differently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10 − x = (9 − x) + 1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Some students will write both; that's fine. – Some students prefer the visual bar-model; some prefer the algebra. Both are valid. Honour the choice and ask them to draw the OTHER one as homework. – Honest provenance is essential here. Don't oversell. Some students (or parents) believe Nikhilam is "ancient Vedic mathematics." Clarify gently; preview the Senior-band treatment of the historicity question.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 — primary source.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wall reference for the full 16 sūtra list.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2026-05-25T16:29:19Z</dcterms:created>
  <dcterms:modified xsi:type="dcterms:W3CDTF">2026-05-25T16:29:19Z</dcterms:modified>
</cp:coreProperties>
</file>