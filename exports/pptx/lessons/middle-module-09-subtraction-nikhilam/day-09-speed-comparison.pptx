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Practice + Method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 mixed set of subtraction problems using both standard borrowing and Nikhilam, will compare the two methods on each problem, and will articulate a personal heuristic for when to pick which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worksheet (10 problems, two-column answer space — one column per method)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work-time at the 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 chant.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fire: 4 complements (mixed bases).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Acknowledge: tomorrow is the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 (15 min) — head-to-head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comparison worksheet. 10 problems, ordered roughly: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Problem · Likely faster method ·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 (15 min) — head-to-head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100 − 37 · Nikhilam · Pure power-of-ten subtraction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87 − 24 · Standard · Small, no borrow either way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1000 − 463 · Nikhilam · Power-of-ten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532 − 178 · Standard · No clean base nearby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10 000 − 5827 · Nikhilam · Power-of-ten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7000 − 248 · Nikhilam (with adjust) · Round multiple of 1000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9385 − 4716 · Tie / standard · Mid-range subtrahend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50 000 − 12 345 · Nikhilam (with adjust) · Round multiple of 10 000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8243 − 567 · Nikhilam (with adjust) · Subtrahend close to 1000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4321 − 4118 · Standard · Both small, similar magnitudes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 (15 min) — head-to-head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solve each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their chosen method, then again by the other method. Time both. Mark which method was faster.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(10 min) — When does each win?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on board: which problems were faster with Nikhilam? Which with standard?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that students will surface: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(10 min) — When does each win?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minuend is a clean power of ten OR the subtrahend is close to a clean power of ten.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numbers are mid-range and the subtraction requires only one or two borrows.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numbers are small.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heuristic on the board. Encourage students to copy it into their workbook.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(10 min) — When does each win?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a real piece of mathematical maturity — knowing when to use which tool. Speed comes from knowing the choice, not from forcing one method everywhere."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in-class time before the showcase. Pairs work on their project artefact.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circulates. Check: does each project have at least one Nikhilam-method example? Does each cite a source?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 plan: 20-min summative quiz, then 3-min project presentations.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 chant — final practice for tomorrow's recitation.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vs. Standard Borrowing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Situation | Faster method | |-----------|---------------| | Subtracting from 100, 1000, 10 000, ...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Subtracting a small number from a round multiple of 100/1000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with adjust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in the middle, similar sizes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small (under 100)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Either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mature move: know both methods; pick the right one for the problem.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touches.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of sūtra recitation practice — say it 5 times before bed.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all project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Mental challenge — do 10 mixed problems in your head with no paper. Time goal: under 3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only. Don't worry about choosing methods — solve each by Nikhilam where you can, standard otherwise.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 of "both methods are tools" matters. Avoid letting students walk away thinking "Nikhilam is always faster." It isn't. It's faster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certain shapes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problem.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discover the heuristic naturally. Highlight their wording — let them name the rule.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check is critical today. If any pair is behind, give them homework instructions explicitly.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2026-05-28T05:51:07Z</dcterms:created>
  <dcterms:modified xsi:type="dcterms:W3CDTF">2026-05-28T05:51:07Z</dcterms:modified>
</cp:coreProperties>
</file>