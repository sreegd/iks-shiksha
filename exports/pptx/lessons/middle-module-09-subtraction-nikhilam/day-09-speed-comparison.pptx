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Speed Practice + Method Comparison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 mixed set of subtraction problems using both standard borrowing and Nikhilam, will compare the two methods on each problem, and will articulate a personal heuristic for when to pick which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Comparison worksheet (10 problems, two-column answer space — one column per method) – Stopwatches – Whiteboard – Final project work-time at the end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chant. – Quick fire: 4 complements (mixed bases). – Acknowledge: tomorrow is the summative.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test (15 min) — head-to-head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the comparison worksheet. 10 problems, ordered roughly: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16912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solve each problem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their chosen method, then again by the other method. Time both. Mark which method was faster.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74806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(10 min) — When does each win?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 on board: which problems were faster with Nikhilam? Which with standard?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Heuristic that students will surface: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wins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minuend is a clean power of ten OR the subtrahend is close to a clean power of ten.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wins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both numbers are mid-range and the subtraction requires only one or two borrows.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numbers are small.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208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heuristic on the board. Encourage students to copy it into their workbook.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102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a real piece of mathematical maturity — knowing when to use which tool. Speed comes from knowing the choice, not from forcing one method everywhere."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Last in-class time before the showcase. Pairs work on their project artefact. – Teacher circulates. Check: does each project have at least one Nikhilam-method example? Does each cite a source?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Tomorrow's plan: 20-min summative quiz, then 3-min project presentations. – Sūtra chant — final practice for tomorrow's recitation.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Nikhilam vs. Standard Borrowing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Situation | Faster method | |-----------|---------------| | Subtracting from 100, 1000, 10 000, ...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Subtracting a small number from a round multiple of 100/1000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with adjust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Both numbers in the middle, similar sizes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Both numbers small (under 100)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Either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mature move: know both methods; pick the right one for the problem.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project touches. – 5 minutes of sūtra recitation practice — say it 5 times before bed. – Bring all project materials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Mental challenge — do 10 mixed problems in your head with no paper. Time goal: under 3 minutes.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 only. Don't worry about choosing methods — solve each by Nikhilam where you can, standard otherwise.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honest framing of "both methods are tools" matters. Avoid letting students walk away thinking "Nikhilam is always faster." It isn't. It's faster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certain shapes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problem. – Some students will discover the heuristic naturally. Highlight their wording — let them name the rule. – Project check is critical today. If any pair is behind, give them homework instructions explicitly.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 — primary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2026-05-25T08:52:09Z</dcterms:created>
  <dcterms:modified xsi:type="dcterms:W3CDTF">2026-05-25T08:52:09Z</dcterms:modified>
</cp:coreProperties>
</file>