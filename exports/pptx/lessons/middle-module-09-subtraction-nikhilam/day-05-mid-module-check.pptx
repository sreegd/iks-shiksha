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5 — Mid-module Check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Nikhilam Subtraction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retest the Day 1 baseline problem using the Nikhilam method, record the new time, and complete the formative quiz Part B that consolidates Days 1–4.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Day 1 baseline sheets (returned today) – Fresh paper for the retest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quizzes/formative.md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Part B (printed)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6284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Stopwatch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Sūtra chant 3 times (loud). – Make-10 reflex: 10 quick partners.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Retest of Day 1 baseline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Hand back the Day 1 sheets so students can see their old time. – Give a fresh sheet with the same problem: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10 000 − 4567 = 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0538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"Solve it the Nikhilam way. Time yourself."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77611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Record new time below the old time.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07823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improvement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(Day 1 time − Day 5 time) / Day 1 time × 100. Compute on the spot.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Brief sharing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3 volunteers share their % improvement.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"Some of you went from 30 sec to 8 sec. Some from 18 sec to 15 sec. Both are wins. The point is the trend."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Formative quiz Part B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58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Hand out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quizzes/formative.md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Part B. – 12 mixed problems: 3 complement-to-100, 4 complement-to-1000 /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1000 − 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3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10 000 − 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1 four-digit padding case, 1 short answer ("state the sūtra in English and Sanskrit"). – Closed notebook. Aim to finish in 12 minutes. – Collect for grading.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Diagnostic discussion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While the quiz is being graded (or based on a quick teacher scan), call out three common error types on the board: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1104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Padding error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student wrote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10000 − 89 = 9921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because they treated 89 as "8 9" not "0 0 8 9." Reteach: pad with leading zeros to match the base's digit count. 2.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Last-digit error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student wrote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9-7 = 2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the units instead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10-7 = 3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Reteach: the LAST digit always takes from 10. Always. 3.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Trailing-zero handling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1000 − 70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digit-wise gives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9-0, 9-7, 10-0 = 9, 2, 10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10 carries: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9, 3, 0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930. Verify: 70 + 930 = 1000. ✓. Acknowledge this is a corner case; offer the easier "see 70 as 070, complement directly" framing.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34106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Take questions.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Project choice form due tomorrow. Three options: shopkeeper chart, teaching video, two's-complement poster.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assessments/project-brief.md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.) – Preview Day 6: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"Why does this work? Tomorrow we prove it — with algebra."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919288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1919288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Mid-module Check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time: ____ sec → Day 5 time: ____ sec → % change: ____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improved less than expected, the most common reason is one of three things: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1881336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Padding error — you forgot leading zeros. 2. Last-digit error — you used "from 9" for the last digit instead of "from 10." 3. You're still translating mentally between "borrow" and "complement."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381399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panic. Days 6–9 fix all three.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49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Choose your project format (shopkeeper chart / video / poster) and write a 3-sentence plan. – 5 mixed Nikhilam subtractions: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1000 − 358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10 000 − 6427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1000 − 72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100 000 − 12 345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10 000 − 9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(Last one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9991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check the padding!)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Try mixed-base, mixed-method speed test: 6 problems in 60 seconds. Use Nikhilam where helpful, standard where not.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Re-do the Day 4 worksheet. Don't take the quiz cold.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retest is the emotional pivot of the module. Most students will see a real improvement; honor it without overselling. ("You're 50% faster — and you're still getting faster.") – Use the formative quiz to triage: anyone scoring below 60% gets a 10-min pull-aside on Day 7 before the two's-complement lesson. Don't let them carry a foundational gap into the harder material. – Distinguish: this is a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formative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check, not summative. No grade weight. Day 10 is summative.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Tirthaji,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Vedic Mathematics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(1965), sūtra Nikhilam (#2).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2026-05-28T04:21:33Z</dcterms:created>
  <dcterms:modified xsi:type="dcterms:W3CDTF">2026-05-28T04:21:33Z</dcterms:modified>
</cp:coreProperties>
</file>