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 — Fire and Air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Panchabhūta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explore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tejas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and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vāyu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through warmth, breeze, and drawing.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Sunlight through a window (if possible) OR a tube light / desk lamp – One or two balloons – A small handheld paper fan (or each child folds one) –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— recall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"Who remembers our five friends?"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chorus all five.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"Yesterday we met Pṛthvī and Ap. Today: Tejas and Vāyu."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Feel station: Fire/warmth (7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Take children to a sunny window or under a warm tube light.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1180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"Put your hand up. What do you feel?"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(Warm.)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"That warmth is Tejas. The sun gives us Tejas. A candle gives us Tejas. Your body makes a little Tejas — touch your hand to your cheek."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"Tejas is also what cooks our food. Tejas is what helps us digest. Tejas is everywhere there is heat or light."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44271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(No actual flame in class. Children's bring-from-home objects — torches, candle pictures — can be shared.)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Feel station: Air (7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Show a balloon. Inflate and release; watch it fly.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 was inside the balloon?"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(Air.)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54379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Give each child a fan (or make one from paper). – Fan their own face.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"That's Vāyu. When the wind blows your hair, that's Vāyu. When you breathe in, that's Vāyu coming inside you."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059186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"Everything that flows and is invisible — that's Vāyu."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Draw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draws: – TOP: one Tejas thing they like. – BOTTOM: one Vāyu thing they like.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 shares. Daily chant to close.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 / take-home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Tomorrow: notice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empty space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 your bedroom. How big is it? Can you fit your arms inside without touching anything?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Why is the sun TOO MUCH Tejas in summer? Why is wind TOO MUCH Vāyu during a storm?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Just remember: Tejas = warmth/light, Vāyu = air/wind.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Teacher's quick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For the fire station: NO actual flames. Children's torches/lamps are safe. Body warmth (touching one's own hand) is the most reliable demo. – Some children will giggle when they feel a breeze on their face. Let them giggle — surprise is good for memory.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2026-05-25T04:59:30Z</dcterms:created>
  <dcterms:modified xsi:type="dcterms:W3CDTF">2026-05-25T04:59:30Z</dcterms:modified>
</cp:coreProperties>
</file>