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Show + Tell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Panchabhūta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stands up, shows their project, and tells about it for 30 seconds. They get a sticker.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All children's projects – Stickers (one per child) – Bell or chime to gently signal 30 seconds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biggest, loudest singing of the chant.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"This is the last day we'll meet the five friends together. Sing big!"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tell (25 min — most of the class)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1 child at a time. 30 seconds. Chime when time's up. – Each child says (with teacher's prompting if needed):   1. The element name.   2. What their project shows.   3. One example from home.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Class claps. Child gets a sticker.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With ~25 children in 25 minutes, plan tight pacing. If you have more children, split across two days OR pair them up.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Closing ceremony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Whole class stands. – Final chant — biggest yet. –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"You all met the five friends. They live with you now."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None. Module done.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 child who's confident can give a 45-sec show-and-tell with an extra detail.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Shy child sits next to the teacher; teacher describes the project for them.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30-second cap is for everyone, including the chatty ones. The chime helps. – This is a celebration day. No "constructive feedback" — only stickers and applause. – Take a class photo of all the projects laid out. Send to parents.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2026-05-25T05:00:08Z</dcterms:created>
  <dcterms:modified xsi:type="dcterms:W3CDTF">2026-05-25T05:00:08Z</dcterms:modified>
</cp:coreProperties>
</file>