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element and starts a project (drawing, 3D model, or story).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paper, crayons, scissors, glue, recycled materials (newspaper, cardboard, fabric scraps)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Clay or play-dough for 3D models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Audio recorder (optional) for story-tellers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choice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element.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format: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big picture of the element with one example from home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3D model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clay, recycled junk, etc.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30-second spoken story about the element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242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check: every child has decided.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individually or in twos at desks.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rotates: 30 seconds per child, asking ONE 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part of this is your favourite?"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share progress. 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Finish any drawing/model at home if you didn't finish in class. Story-tellers practise your story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Show two elements interacting (rain falling on soil = Ap + Pṛthvī).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Drawing is the easiest format. Just pick one element and one picture.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get stuck on "what to draw." Offer a one-sentence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"Draw your favourite Pṛthvī thing at home."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for materials disputes — keep clay and glue stations supervised.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2026-05-28T05:14:16Z</dcterms:created>
  <dcterms:modified xsi:type="dcterms:W3CDTF">2026-05-28T05:14:16Z</dcterms:modified>
</cp:coreProperties>
</file>