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Earth and Water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Panchabhūta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explore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pṛthvī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through touching, sorting, and drawing.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Bring-from-home objects (each child has 1) – A bowl of soil, a bowl of small pebbles, a jug of water, a sponge –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pṛthvī, ap, tejas, vāyu, ākāśa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3 times, clapping.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— recall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"Yesterday we met five friends. Who can name them?"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chorus.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 we meet two of them more closely: Pṛthvī and Ap."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Touch station: Earth (7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Show the bowl of soil and the bowl of pebbles. Pass them around. – Question: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does Pṛthvī feel like?"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(Hard. Soft. Cold. Rough. Smooth.) – Together: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"All solid things are part of Pṛthvī. The floor is Pṛthvī. Your desk is Pṛthvī. Your bones are Pṛthvī."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Touch station: Water (7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Show the jug. Pour a little into a bowl. Show the sponge soaking it up. – Question: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does Ap feel like?"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(Wet. Cold. Flowing. Soft.) – Together: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"All liquid things are part of Ap. Your tears are Ap. The river is Ap. Milk is Ap."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folds a paper in half. Left side: 3 things that are mostly Pṛthvī. Right side: 3 things that are mostly Ap.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children hold up their drawings. Class names one Pṛthvī thing and one Ap thing.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Close with the chant.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/ take-home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Tomorrow bring: ONE thing that gives warmth or light (a candle? a torch? a picture of the sun?).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Find one thing that is BOTH Pṛthvī AND Ap (a sponge with water? a wet rock?). Draw it on the back.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sort the bring-from-home objects into 2 piles — solid or liquid. Drawing optional.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sponge demonstration ("water inside something solid") is great for showing that real things often have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more than one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element. – A child may say "my bones are not in the floor!" — agree, explain "Pṛthvī isn't just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floor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it's all solid stuff, including your bones, your hair, your fingernails."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2026-05-28T04:04:51Z</dcterms:created>
  <dcterms:modified xsi:type="dcterms:W3CDTF">2026-05-28T04:04:51Z</dcterms:modified>
</cp:coreProperties>
</file>