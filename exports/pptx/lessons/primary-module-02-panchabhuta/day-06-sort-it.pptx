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Sort It (Big Activity Day)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sort 15+ everyday objects into the five-element trays in pairs.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large trays (or baskets) labelled with element name + picture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Children's bring-from-home objects (2 each = ~30+)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teacher-supplied mystery objects per pair (e.g. crayon, spoon, paper boat)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Sticker reward chart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+ the song from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 game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in pairs. Each pair has ~5 objects.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They place each object on the right tray.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each object they say aloud (in their own words):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mostly Pṛthvī because it's solid."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10 min of sorting, do a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gallery walk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pairs walk around to see how other pairs sorted. If they disagree, they can move the object — but the original pair gets to defend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portrait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class gathers around the trays.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"group portrait" — a picture of all 5 trays with the objects on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 we go for a walk! Wear shoes you can walk 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the one object that fits THREE elements at once. Explain to a friend.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Sort just 3 objects today. The other children can help.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Disagreements during the gallery walk are GOOD. Don't resolve them — let children argue. If they ask the teacher to decide, redirect: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"Tell me both sides. I think you're both right in different ways."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the most fun day of the module. Expect noise. Embrace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2026-05-28T05:14:07Z</dcterms:created>
  <dcterms:modified xsi:type="dcterms:W3CDTF">2026-05-28T05:14:07Z</dcterms:modified>
</cp:coreProperties>
</file>