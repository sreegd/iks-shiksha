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6 — Sort It (Big Activity Day)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Panchabhūta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sort 15+ everyday objects into the five-element trays in pairs.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5 large trays (or baskets) labelled with element name + picture – Children's bring-from-home objects (2 each = ~30+) – 3 teacher-supplied mystery objects per pair (e.g. crayon, spoon, paper boat) – Sticker reward chart (optional)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+ song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+ the song from Day 5.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 game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Children work in pairs. Each pair has ~5 objects. – They place each object on the right tray. – For each object they say aloud (in their own words):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"This is mostly Pṛthvī because it's solid."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After 10 min of sorting, do a class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gallery walk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: pairs walk around to see how other pairs sorted. If they disagree, they can move the object — but the original pair gets to defend it.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portrait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The class gathers around the trays. – Children draw a "group portrait" — a picture of all 5 trays with the objects on them.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Close with the song.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Tomorrow we go for a walk! Wear shoes you can walk in.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Pick the one object that fits THREE elements at once. Explain to a friend.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Sort just 3 objects today. The other children can help.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Disagreements during the gallery walk are GOOD. Don't resolve them — let children argue. If they ask the teacher to decide, redirect: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"Tell me both sides. I think you're both right in different ways."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– This is the most fun day of the module. Expect noise. Embrace it.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2026-05-25T04:59:48Z</dcterms:created>
  <dcterms:modified xsi:type="dcterms:W3CDTF">2026-05-25T04:59:48Z</dcterms:modified>
</cp:coreProperties>
</file>