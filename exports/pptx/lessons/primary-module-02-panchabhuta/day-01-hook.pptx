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Five Friends Story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the five elements through a story and a touch-station, and can name at least three by end of class.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5 sample objects: rock, water in a clear jar, candle (unlit), balloon, empty box – Drawing paper + crayons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on the mat.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"We're starting something new. For the next two weeks we'll meet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five friends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the chant (3 times: soft / normal / loud, clap on each name):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62534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462534"/>
            <a:ext cx="0" cy="61198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165303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pṛthvī, ap, tejas, vāyu, 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Earth, water, fire, air, space!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Touch + see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Set the 5 objects out. Children go in pairs to each object, look and touch (where safe), and chorus the name as they touch.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ONE element (their favourite) on paper. Write the Sanskrit name at the top (teacher helps spell).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children hold up their drawings. Class chants the name of that element.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 with the daily chant once.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At home tonight: find ONE thing for each of the five elements. Bring one of them to class tomorrow (small enough to fit in your pocket or a small bag).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all five elements on one page.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 three names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pṛthvī, ap, 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The other two can come later this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Sing the chant slowly the first time. Speed up over the week. – Some children will laugh at "Ākāśa is empty space." That's fine. The laugh helps it stick.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2026-05-28T04:04:46Z</dcterms:created>
  <dcterms:modified xsi:type="dcterms:W3CDTF">2026-05-28T04:04:46Z</dcterms:modified>
</cp:coreProperties>
</file>