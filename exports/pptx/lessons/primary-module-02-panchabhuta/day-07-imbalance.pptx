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Find an Imbalance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 (10 min outside)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walk around the school grounds and find one place where an element is "too much" or "missing." They draw and tell the class about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 + clipboards (or hard surfaces) – Crayons – Adult supervisor accompanying the walk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+ song.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— what is imbalance?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"Sometimes one of our five friends is too much, or one is missing. When that happens, the others suffer."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Examples (with simple drawings on the board):   – Too much Vāyu = a strong wind storm. Trees fall.   – Too little Ap = no rain. Plants die.   – Too much Pṛthvī of the wrong kind = a pile of plastic waste. Smelly.   – Too noisy Ākāśa = traffic horn outside the school. We can't sleep or study.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walk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Walk around the school grounds in a single line. Adult at the front and back. – Children carry clipboard + paper. – Look for ONE place where they think an element is too much or missing.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+ share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Back in the classroom. – Each child draws what they saw and writes ONE sentence (teacher helps):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"There is too much / too little ___________ at __________."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Quick share: 4 children show their drawings.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 with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Tomorrow we start projects. Think: which ONE element do you want to work on?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Think of ONE small thing your class could do to help (pick up a piece of trash, plant a seed, save water at the tap).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Pick any element. The "imbalance" can be simply "I saw a lot of ____ today" without judgement.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Don't let this become depressing. Every child should also notice ONE place where the elements are in good balance (a healthy tree, clean water, a quiet corner). – For schools in a tough environment, focus the walk on the school grounds and ONE specific issue (e.g. litter). Don't try to cover everything.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2026-05-28T04:05:15Z</dcterms:created>
  <dcterms:modified xsi:type="dcterms:W3CDTF">2026-05-28T04:05:15Z</dcterms:modified>
</cp:coreProperties>
</file>