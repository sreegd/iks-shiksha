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Five-Element Song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memorise all five names (Sanskrit + English) through a song they can sing in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(Optional) A simple drum or clapper for rhythm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Five large picture cards (one per element)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— by now flying.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a simple tune to the chant. Suggested tune: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"Twinkle Twinkle Little Star"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(any familiar nursery tune works).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Verse 1: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75805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675805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86630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Pṛthvī, ap, tejas, vāyu, 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great friends are everywhere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 and water, fire and air,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space that's everywhere.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Song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Verse 2 (optional, slightly older children):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 holds us, ap flows free,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 warms us, vāyu's breeze,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 makes the room for all,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friends standing tall.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3 times. Add claps on the Sanskrit names.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game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each picture card. Class chants the Sanskrit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turn the card face-down. Class chants the Sanskrit name from memory.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Then mix the order. Class chants whichever name you point to.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/ quiet time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completes a drawing book entry: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small boxes on one page.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element name in each box (teacher helps).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small picture in each box.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Hold up the best drawings (without ranking). Close with the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Tomorrow we sort! Bring 2 small objects from home — anything safe and small.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Verse 3 of the song with your own examples.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Sing along — don't worry if the words aren't perfect yet.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song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memory tool of this module. Sing it at every opportunity for the rest of the year.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 child won't sing, let them clap the rhythm instead.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2026-05-28T05:14:02Z</dcterms:created>
  <dcterms:modified xsi:type="dcterms:W3CDTF">2026-05-28T05:14:02Z</dcterms:modified>
</cp:coreProperties>
</file>