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Day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Panchabhūta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finishes their project and practises their 30-second show-and-tell.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All in-progress materials – Story-tellers' notes (optional)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+ practise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First 15 min: finish.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Children complete drawings, models, or stories.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Last 10 min: practise.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Children rehearse their 30-sec show-and-tell with a partner. The partner listens for: did they say the element name? Did they show one example from home?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volunteers share their final piece. Class chants the element name in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Bring your project tomorrow! Practise telling about it one more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Practise your show-and-tell with three different listeners — get three pieces of feedback.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one practice with the teacher.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Some children will have lost or forgotten their work-in-progress. Have spare materials ready to remake quickly. – The 30-second show-and-tell is the FOCUSED skill of Day 10. Practise the timing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2026-05-25T05:00:03Z</dcterms:created>
  <dcterms:modified xsi:type="dcterms:W3CDTF">2026-05-25T05:00:03Z</dcterms:modified>
</cp:coreProperties>
</file>