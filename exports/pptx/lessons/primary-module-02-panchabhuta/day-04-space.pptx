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Space, the Quiet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notice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the element that has no shape, colour, or smell — by exploring empty space.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An empty cardboard box, lid removed – An empty cup – A doorway or wide-open area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 By now the chant should be fluid.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remembers all five friends?"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chorus.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Ākāśa. She's the quietest friend. She doesn't have a shape. She doesn't have a colour. But she's the friend who lets everyone else exist."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Empty Box game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up the cardboard box, lid off.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in this box?"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Children: "Nothing!" "Air!"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"You're right that there's air — but there's also something else. The SPACE inside the box. The room. The gap. That's Ākāśa."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Pass the box around. Each child holds it and looks INSIDE the box.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 you see?"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15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look at this cup. The cup is Pṛthvī. The inside of the cup, where the tea will go — that's Ākāśa."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Notice game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 stand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"Hold your arms out. The gap between your arms — that's Ākāśa."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between you and the person next to you. That gap — that's Ākāśa."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up at the ceiling. The gap between your head and the ceiling — that's Ākāśa."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"Ākāśa is everywhere there's room for something else to be."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 demonstration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"Ākāśa has one special thing — sound travels through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Clap once, loudly.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 clap travelled through Ākāśa to your ears."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why old Indian thinkers said Ākāśa's quality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śabda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a place at home where they notice Ākāśa most. (The space under their bed? The empty room when no one's there? The sky?)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shares. Chant to 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Tomorrow we sing! Practise the chant at home with a parent or sibling.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Can you think of a place where there's NO Ākāśa? (Trick question — even inside the densest rock, there's a tiny bit of space between atoms. But that's a Grade 6+ idea.)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Ākāśa = the empty room where everything else lives.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This is the hardest day at this band — empty space is an abstract idea. The cardboard-box and arm-gap demos are essential. – Some children will be confused: "but air is in the box too!" — that's fine.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"Yes! Vāyu and Ākāśa are both there. They're friends — they overlap a lot."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2026-05-28T04:05:02Z</dcterms:created>
  <dcterms:modified xsi:type="dcterms:W3CDTF">2026-05-28T04:05:02Z</dcterms:modified>
</cp:coreProperties>
</file>