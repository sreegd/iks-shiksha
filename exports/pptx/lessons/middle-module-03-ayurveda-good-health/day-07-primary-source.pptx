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Primary Source: Bhagavad-gītā 6.17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read BG 6.17 in IAST + translation, identify the five activities Krishna names as needing regulation, and connect each to a dinacharya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handout: BG 6.17 (Sanskrit, IAST, word-by-word, translation, brief commentary)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dinacharya practice they tried.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yuktāhāra-vihārasya yukta-ceṣṭasya karmasu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yukta-svapnāvabodhasya yogo bhavati duḥkha-hā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Bhagavad-gītā 6.17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Word-by-word: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Sanskrit · Gloss.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regulated, balanced, joined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food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vihārasya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of recreation, lifestyle (gen.)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yukta-ceṣṭasya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of regulated effort/activity (gen.)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karmasu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 work, actions (loc.)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yukta-svapna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regulated sleep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avabodhasya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of waking (gen.)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yoga, discipline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bhavati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becomes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duḥkha-hā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sorrow-destroying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translation: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"He who is regulated in eating and recreation, in his effort in work, in his sleep and waking — for him, yoga becomes the destroyer of sorrow."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activities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Krishna names FIVE activities that need regulation: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recreation, lifestyle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Ceṣṭā in karma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effort in work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Svapna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sleep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Avabodha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waking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activities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connect to dinacharya: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eating timing + six tastes (Day 6)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exercise (vyāyāma) + leisure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Ceṣṭā in karma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balanced effort, neither lazy nor over-exerted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Svapna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sleep by 10pm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Avabodha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waking before sunrise (brāhma muhūrta)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activities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verse is from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Bhagavad-gītā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 philosophical-spiritual text. It frames regulated living as the foundation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discipline of mind). Ayurveda picks up this same framework on the body-health side.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of the five activities do you find HARDEST to regulate in your own life?"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4 student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start designing your own 7-day dinacharya."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of the five activities. Notice it tomorrow. Are you "yukta" (regulated) or out of balance?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Bryant (2009) commentary on BG 6.17.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5 activities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is a religious text for many traditions. Honour that. Here we use it as a primary source for the lifestyle-regulation principle.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"yoga destroys sorrow" line is profound; let it land without over-interpretation.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6.17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day-04-dinacharya.json#chunks[0]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Bryant (2009) for Sāṅkhya-Yoga commentary on BG.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2026-05-28T05:43:53Z</dcterms:created>
  <dcterms:modified xsi:type="dcterms:W3CDTF">2026-05-28T05:43:53Z</dcterms:modified>
</cp:coreProperties>
</file>