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What is Ayurveda? + Swasthya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define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Āyurveda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Swasthya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articulate the scope of the framework (lifestyle, prevention, herbal medicine — not surgery or acute care).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sample herbs (turmeric, tulsi if available — check allergies)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Provocation: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someone said to you 'what is Ayurveda?', what would you say in one sentence?"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3 student answers.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Etymology: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(life, vitality)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(knowledge, science)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science of life."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 just illness — the entire life.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Swasthya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(self)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(established)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"self-established / situated in oneself."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working definition of wellbeing: physical + mental + social balance.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Ayurveda covers: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74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routine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dinacharya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routine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ritucharya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what, when, how to eat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Recreation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vihāra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exercise, sleep, social life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Herbal medicines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aushadhi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Surgery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śalya-tantra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historically, e.g. Sushruta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branches total (the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aṣṭāṅga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Ayurveda)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Ayurveda does NOT cover well: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Acute infections requiring antibiotics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surgery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Genetic conditions requiring modern diagnostics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 health requiring specialised psychiatric care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framing: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+ modern medicine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rivals. Each has a domain. Don't substitute one for the other.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Map a 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fold paper in 4. Label each quadrant: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Sleep, Food, Exercise, Mood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 each, write what they did yesterday.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is your raw data. Over the next 2 weeks we'll learn the Ayurvedic framework to make sense of it."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2: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Tridosha. Three biological energies."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 tonight: what time do you go to sleep? What did you eat for dinner? How did you feel after?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Wujastyk's intro chapter.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memorise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Āyurveda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(science of life)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Swasthya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(wellbeing).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"8 branches" detail is for students who want depth. At Middle band, the 6 mentioned items are enough.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for students with health conditions — don't single them out or imply Ayurveda is for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day-01-intro.json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general Ayurveda framing.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Wujastyk (2003) for scope.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2026-05-28T05:43:16Z</dcterms:created>
  <dcterms:modified xsi:type="dcterms:W3CDTF">2026-05-28T05:43:16Z</dcterms:modified>
</cp:coreProperties>
</file>