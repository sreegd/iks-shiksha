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Self-Assessment (with Caveats)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apply the dosha framework to themselves via a self-assessment worksheet, while understanding firmly that it is for fun and learning, not medical diagnosis.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Self-assessment worksheet (12 questions)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3 doshas with one quality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disclaimer (5 min) — TEACHER FRAMING IS CRITICAL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4192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14192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QUIZ IS NOT A DIAGNOSIS.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3264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a way to practise the framework.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90172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have any health concerns, see a doctor.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70807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Everyone has all three doshas.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26811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class chorus this last line out loud.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Self-assessment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worksheet (sample below). Students answer honestly. Tally V / P / 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98513"/>
            <a:ext cx="84980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Worksheet (12 questions, 3 each per dosha)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6301" y="14969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each, circle the option closest to you: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863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Question · V · P · 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088505"/>
            <a:ext cx="8102798" cy="2963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Build · thin, light · medium · sturdy, heavier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Skin · dry, cool · warm, sensitive · smooth, oily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Energy · bursts and lulls · strong and focused · steady, slow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Hunger · irregular · strong, can't skip · mild, can skip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Sleep · light, easily disturbed · sound, normal · deep, long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Speech · fast, talkative · sharp, persuasive · slow, calm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Memory · quick to learn, quick to forget · sharp, decisive · slow, lasting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Stress · anxious, worried · irritable, frustrated · withdrawn, slow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Weather preferred · warm · cool · warm and dry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Walking · fast · medium · slow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Hands &amp; feet · cold · warm · cool, moist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Spending · impulsive · calculated · careful, saver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514082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V = ___, P = ___, K = 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4302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score =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dosha tilt. Note: this is a snapshot, not your identity.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579596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Share-of-hands: how many are predominantly Vāta? Pitta? Kapha? Mixed? – Reinforce: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a tendency observation, not a verdict."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Discuss: did anyone get a result that surprised them?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Dinacharya. The daily routine that tradition recommends for keeping all three doshas in balance."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up ONE Ayurvedic recommendation for your dominant dosha (food, sleep timing, type of exercise).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Notice your result; do you AGREE? If not, why might the framework miss?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Q1–6; skip Q7–12.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be deeply invested in "their type." Gently redirect: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"It's a tool, not a label."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The framework correlates loosely with body-type psychology (Sheldon's somatotypes, for example). Senior students engage this comparison.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Self-assessment adapted from standard Ayurveda introductory texts (Wujastyk 2003; various modern Ayurveda primers).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2026-05-28T04:16:20Z</dcterms:created>
  <dcterms:modified xsi:type="dcterms:W3CDTF">2026-05-28T04:16:20Z</dcterms:modified>
</cp:coreProperties>
</file>