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Tridosha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the three doshas, their elemental basis, characteristic qualities, and one observable sign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Wall chart of the 3 doshas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humour, biological energy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wind/space dosha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fire/water dosha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water/earth dosha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define Āyurveda and Swasthya.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dosha table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288890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the connection to Module 2.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doshas are built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(five elements). Each dosha is a particular combination of elements + qualities.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347796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framing: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has all three doshas.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(constitution) is the proportion you're born with.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(current state) is your present balance.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406702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modern medicine agrees, where it doesn't: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775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Modern lifestyle medicine: agrees on regular sleep, balanced meals, moderate exercise. – Modern circadian biology: agrees on aligning daily activities with body rhythms. – Modern dosha-as-biomedical-category: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evidence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Some studies show correlates with body type and metabolism; others don't.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522996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Sign spotting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think of one person they know (not themselves). Write 3 observable traits. Try to match to a dosha tilt.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(Stress: NOT diagnostic. Just practice with the framework.)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your own self-assessment. With caveats."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Notice tonight: what did you eat? When? How did you feel after? Take notes.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the Caraka Saṃhitā chapter on dosha (in Wujastyk 2003).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just: Vāta (air+space, movement), Pitta (fire+water, digestion), Kapha (water+earth, structure).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push students to "find their type." The framework is interesting; over-typing is not. – The "everyone has all three" point is critical. Resist the pop-Ayurveda "you ARE Vāta" framing.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day-02-tridosha.json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Wujastyk (2003) for classical Tridosha exposition.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2026-05-25T05:03:05Z</dcterms:created>
  <dcterms:modified xsi:type="dcterms:W3CDTF">2026-05-25T05:03:05Z</dcterms:modified>
</cp:coreProperties>
</file>