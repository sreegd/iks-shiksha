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27788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2 — The Tridosha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Ayurveda (Middle)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Students name the three doshas, their elemental basis, characteristic qualities, and one observable sign of each.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Wall chart of the 3 doshas – Whiteboard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Vocabulary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10132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dosha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humour, biological energy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Vāta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wind/space dosha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Pitta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fire/water dosha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Kapha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water/earth dosha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Daily prompt + recall: define Āyurveda and Swasthya.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(25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 the dosha table on the board: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54323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row: Dosha · Elements · Qualities · Function · When out of balance.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34901" y="1556445"/>
            <a:ext cx="8102798" cy="13864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Vāta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air + space · mobile, dry, light, cold, rough · Movement, breath, nervous system · Anxiety, insomnia, dry skin, constipation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Pitta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fire + water · hot, sharp, light, oily, slightly liquid · Digestion, metabolism, vision · Heartburn, irritability, skin inflammation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Kapha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water + earth · heavy, slow, cool, oily, smooth · Structure, immunity, lubrication · Lethargy, congestion, weight gain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34901" y="3044428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Note the connection to Module 2.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The doshas are built from the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pañcabhūta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(five elements). Each dosha is a particular combination of elements + qualities.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34901" y="3633490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Important framing: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Everyone has all three doshas.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Your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prakṛti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(constitution) is the proportion you're born with. Your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vikṛti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(current state) is your present balance.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34901" y="4222552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modern medicine agrees, where it doesn't: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06301" y="4593282"/>
            <a:ext cx="8498026" cy="6398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Modern lifestyle medicine: agrees on regular sleep, balanced meals, moderate exercise. – Modern circadian biology: agrees on aligning daily activities with body rhythms. – Modern dosha-as-biomedical-category: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mixed evidence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Some studies show correlates with body type and metabolism; others don't.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06301" y="5385495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(10 min) — Sign spotting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Students think of one person they know (not themselves). Write 3 observable traits. Try to match to a dosha tilt.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160413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(Stress: NOT diagnostic. Just practice with the framework.)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Preview Day 3: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"Tomorrow — your own self-assessment. With caveats."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Notice tonight: what did you eat? When? How did you feel after? Take notes.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Tier up: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Read the Caraka Saṃhitā chapter on dosha (in Wujastyk 2003).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Tier down: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Memorise just: Vāta (air+space, movement), Pitta (fire+water, digestion), Kapha (water+earth, structure).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Don't push students to "find their type." The framework is interesting; over-typing is not. – The "everyone has all three" point is critical. Resist the pop-Ayurveda "you ARE Vāta" framing.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Citation(s) used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3009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vidya-karana RAG cache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day-02-tridosha.json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73373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Wujastyk (2003) for classical Tridosha exposition.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Middle</dc:title>
  <dc:subject>PptxGenJS Presentation</dc:subject>
  <dc:creator>IKS Curriculum</dc:creator>
  <cp:lastModifiedBy>IKS Curriculum</cp:lastModifiedBy>
  <cp:revision>1</cp:revision>
  <dcterms:created xsi:type="dcterms:W3CDTF">2026-05-28T04:16:16Z</dcterms:created>
  <dcterms:modified xsi:type="dcterms:W3CDTF">2026-05-28T04:16:16Z</dcterms:modified>
</cp:coreProperties>
</file>