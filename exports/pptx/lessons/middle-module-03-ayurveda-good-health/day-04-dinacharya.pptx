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Dinacharya (Daily Routine)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recall the components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dinacharya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(waking, oral hygiene, oil massage, exercise, meals, sleep) and articulate the principle behind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Wall chart of dinacharya timeline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Dinacharya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daily routine (literally "day's conduct")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Brāhma muhūrta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"Brahma's hour," ~96 min before sunrise (recommended wake time, traditionally)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Abhyanga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oil self-massage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Vyāyāma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exercise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+ recall: dosha balance principle from yesterday.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primary source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 6.17: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yuktāhāra-vihārasya yukta-ceṣṭasya karmasu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yukta-svapnāvabodhasya yogo bhavati duḥkha-hā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who is regulated in eating, recreation, work, sleep, and waking can mitigate sorrow."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1633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(Read aloud once. Won't fully analyse today — that's Day 7.)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 — Map your dinacharya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writes their CURRENT daily routine in the dinacharya timeline format. Notice where it aligns and where it doesn't.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mid-module check + project topic."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Pick ONE dinacharya practice you don't currently do. Try it tomorrow. Note how it felt.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about Panda's time-restricted eating research. Note overlap with dinacharya meal timing.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3 practices: wake with sun, eat largest meal mid-morning, sleep by 10pm.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"brāhma muhūrta wake time"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traditionally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recommended but unrealistic for many students. Don't push. – The science overlap is real; don't oversell ("Ayurveda predicted everything"). The honest framing: "tradition observed; science measured; they agree on much."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BG 6.17 — vidya-karana RAG cache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day-04-dinacharya.json#chunks[0]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Panda, S. (2018).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Circadian Code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Rodale. (Modern alignment.)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2026-05-28T04:16:26Z</dcterms:created>
  <dcterms:modified xsi:type="dcterms:W3CDTF">2026-05-28T04:16:26Z</dcterms:modified>
</cp:coreProperties>
</file>