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Design Your Dinacharya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drafts a 7-day dinacharya for themselves, with each practice paired to its Ayurvedic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 + rubric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today is design. Show rubric.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Design sprints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(10 min) — Wake-to-school routine.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time?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glass of water?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hygiene?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189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item paired with its Ayurvedic principle.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Design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(10 min) — Midday routine.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meal timing?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during Pitta hours (10am–2pm)?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(10 min) — Evening + sleep.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8969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 timing?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Pre-bed wind-down?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target?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Design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(5 min) — Realism check.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these times achievable for your actual school week?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not, what's the MINIMUM viable change?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submitted at door.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day of your dinacharya tonight + tomorrow morning. Note what worked and what didn't.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Also design a "weekend" version + a "school holiday" version.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3 specific changes (not a full overhaul).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Realism is the #1 thing. A dinacharya that requires getting up at 4am won't be followed.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may push back on family meal times. Don't override the family; suggest small adjustments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2026-05-28T05:43:58Z</dcterms:created>
  <dcterms:modified xsi:type="dcterms:W3CDTF">2026-05-28T05:43:58Z</dcterms:modified>
</cp:coreProperties>
</file>