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Design Your Dinacharya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drafts a 7-day dinacharya for themselves, with each practice paired to its Ayurvedic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brief + rubric – Worksheet template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 is design. Show rubric.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Design sprints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Wake-to-school routine.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Wake time? – First glass of water? – Oral hygiene? – Exercise? – Breakfast?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item paired with its Ayurvedic principle.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Midday routine.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Largest meal timing? – Activities during Pitta hours (10am–2pm)?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(10 min) — Evening + sleep.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Dinner timing? – Pre-bed wind-down? – Sleep target?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24209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 (5 min) — Realism check.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Are these times achievable for your actual school week? – If not, what's the MINIMUM viable change?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Plan submitted at door.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ONE day of your dinacharya tonight + tomorrow morning. Note what worked and what didn't.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Also design a "weekend" version + a "school holiday" version.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3 specific changes (not a full overhaul).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Realism is the #1 thing. A dinacharya that requires getting up at 4am won't be followed. – Some students may push back on family meal times. Don't override the family; suggest small adjustments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2026-05-25T05:03:39Z</dcterms:created>
  <dcterms:modified xsi:type="dcterms:W3CDTF">2026-05-25T05:03:39Z</dcterms:modified>
</cp:coreProperties>
</file>