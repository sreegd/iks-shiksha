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Ahāra (Food)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name the six tastes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in Ayurveda, the recommended meal-timing principle, and one food pairing tradition recommends avoiding.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6 taste samples if available (salt for salty, lemon for sour, jaggery for sweet, mint for bitter, ginger for pungent, raw banana or persimmon for astringent)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food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taste (also: essence)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Madhura, amla, lavaṇa, kaṭu, tikta, kaṣāya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sweet, sour, salty, pungent, bitter, astringent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+ recall: dinacharya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Six Tastes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(rasa):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322198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principle: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balanced meal includes ALL six tastes. Traditional Indian thalis are designed this way — you'll notice rice (sweet), pickle (sour/salty), chili (pungent), bitter gourd or fenugreek (bitter), and a pulse-based dish (astringent).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3811042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Meal timing: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18177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Largest meal at midday (Pitta peak — digestion strongest).    – Light dinner before sunset (ideally).    – No heavy meal close to bedtime.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469716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food rule: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Virrudha-ahāra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incompatible food combinations. Classical examples: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506789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Milk + fish (heating + cooling combination).    – Milk + sour fruit (digestive disturbance).    – Honey heated above body temperature (changes its qualities).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557063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some virrudha-ahāra rules have modern evidence (e.g. some lactose-fruit-acid interactions); others are traditional with limited validation.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614957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Taste tour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samples available: tiny sample of each taste, one at a time. Note the sensation. Note what dosha it would affect.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no samples: students list 3 foods they ate in the last 24 hours and identify which tastes were present + missing.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primary source. BG 6.17."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 tomorrow's meals, count how many of the six tastes you include. Aim for at least 4.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about the six-taste theory in Caraka Saṃhitā Sūtra-sthāna chapter 26.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4 tastes (sweet, sour, salty, bitter).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Skip the taste samples if allergies are a concern. – The "milk + fish" rule is famous; honest framing: some virrudha-ahāra has biochemical basis, some is traditional. Don't overstate either way.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Caraka Saṃhitā Sūtra-sthāna ch. 26 — Sharma (1981) translation. – Wujastyk (2003) on the six tastes.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2026-05-25T05:03:29Z</dcterms:created>
  <dcterms:modified xsi:type="dcterms:W3CDTF">2026-05-25T05:03:29Z</dcterms:modified>
</cp:coreProperties>
</file>