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 + Project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consolidate Days 1–4 + commit to project (their 7-day dinacharya design).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brief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Closed 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quiz;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project brief.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decides: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audience for their dinacharya (themselves, a sibling, a parent, a peer with a busy schedule).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 time slots.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practice they're committing to from each block: morning, midday, evening, night.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project plan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ahāra. Food."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project plan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2026-05-28T05:43:40Z</dcterms:created>
  <dcterms:modified xsi:type="dcterms:W3CDTF">2026-05-28T05:43:40Z</dcterms:modified>
</cp:coreProperties>
</file>