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Mid-Module Check + Project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consolidate Days 1–4 + commit to project (their 7-day dinacharya design).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Formative quiz Part B – Project brief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 Closed notebook.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quiz; common errors.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commitment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project brief.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decides: – Target audience for their dinacharya (themselves, a sibling, a parent, a peer with a busy schedule). – Realistic time slots. – One specific practice they're committing to from each block: morning, midday, evening, night.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project plan paragraph.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ahāra. Food."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Submit project plan paragraph.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2026-05-28T04:16:29Z</dcterms:created>
  <dcterms:modified xsi:type="dcterms:W3CDTF">2026-05-28T04:16:29Z</dcterms:modified>
</cp:coreProperties>
</file>