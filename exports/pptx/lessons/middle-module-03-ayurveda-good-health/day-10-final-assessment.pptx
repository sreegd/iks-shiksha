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+ Presentations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(extend if possible)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mastery via summative quiz + 3-min dinacharya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marks. MC + short answer + BG 6.17 reading + open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 talk + 1 min Q&amp;A per student.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marks rubric in real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Closing: "Pick the ONE dinacharya practice you'll keep beyond this module."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 Module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2026-05-28T05:44:04Z</dcterms:created>
  <dcterms:modified xsi:type="dcterms:W3CDTF">2026-05-28T05:44:04Z</dcterms:modified>
</cp:coreProperties>
</file>