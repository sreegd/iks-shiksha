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+ Presentations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 (extend if possible)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demonstrate mastery via summative quiz + 3-min dinacharya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marks. MC + short answer + BG 6.17 reading + open response.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(35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 min talk + 1 min Q&amp;A per student. – Teacher marks rubric in real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Closing: "Pick the ONE dinacharya practice you'll keep beyond this module." – Reflection slip.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None. Module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2026-05-28T04:16:49Z</dcterms:created>
  <dcterms:modified xsi:type="dcterms:W3CDTF">2026-05-28T04:16:49Z</dcterms:modified>
</cp:coreProperties>
</file>