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380851"/>
            <a:ext cx="8498026" cy="3504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760"/>
              </a:lnSpc>
              <a:spcAft>
                <a:spcPts val="1000"/>
              </a:spcAft>
              <a:buNone/>
            </a:pPr>
            <a:r>
              <a:rPr lang="en-US" sz="2400" b="1" dirty="0">
                <a:solidFill>
                  <a:srgbClr val="277884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Day 9 — Project Session 2: Test + Refine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06301" y="89639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Module: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Ayurveda (Middle) · 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Time:</a:t>
            </a:r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45 min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1223963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Learning objective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06301" y="1637854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student refines their dinacharya based on yesterday's trial and prepares a 3-min presentation.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Materials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In-progress dinacharya drafts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Flow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Warm-up (5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Quick share: which dinacharya item went well last night? Which didn't?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Refine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Adjust the dinacharya based on yesterday's experience. – Add a one-line justification per item (cite the principle).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Buddy rehearse (15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Pairs. – 3-min presentation each: "My dinacharya — what, why, how I'll know it's working." – 2-min feedback.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Wrap-up (10 min)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3 students share one change they made. – Final touches at home.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0"/>
            <a:ext cx="9144000" cy="101501"/>
          </a:xfrm>
          <a:prstGeom prst="rect">
            <a:avLst/>
          </a:prstGeom>
          <a:solidFill>
            <a:srgbClr val="277884"/>
          </a:solidFill>
          <a:ln/>
        </p:spPr>
        <p:txBody>
          <a:bodyPr wrap="square" rtlCol="0" anchor="ctr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" name="Text 1"/>
          <p:cNvSpPr/>
          <p:nvPr/>
        </p:nvSpPr>
        <p:spPr>
          <a:xfrm>
            <a:off x="406301" y="457051"/>
            <a:ext cx="8498026" cy="2742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160"/>
              </a:lnSpc>
              <a:spcBef>
                <a:spcPts val="600"/>
              </a:spcBef>
              <a:spcAft>
                <a:spcPts val="800"/>
              </a:spcAft>
              <a:buNone/>
            </a:pPr>
            <a:r>
              <a:rPr lang="en-US" sz="1800" b="1" dirty="0">
                <a:solidFill>
                  <a:srgbClr val="FE444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Homework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06301" y="870942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– Finalise dinacharya. Practise presentation once.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406301" y="4434929"/>
            <a:ext cx="8498026" cy="21327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8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200" dirty="0">
                <a:solidFill>
                  <a:srgbClr val="1C28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Middle ·  · IKS Curriculum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 — Middle</dc:title>
  <dc:subject>PptxGenJS Presentation</dc:subject>
  <dc:creator>IKS Curriculum</dc:creator>
  <cp:lastModifiedBy>IKS Curriculum</cp:lastModifiedBy>
  <cp:revision>1</cp:revision>
  <dcterms:created xsi:type="dcterms:W3CDTF">2026-05-25T05:03:44Z</dcterms:created>
  <dcterms:modified xsi:type="dcterms:W3CDTF">2026-05-25T05:03:44Z</dcterms:modified>
</cp:coreProperties>
</file>