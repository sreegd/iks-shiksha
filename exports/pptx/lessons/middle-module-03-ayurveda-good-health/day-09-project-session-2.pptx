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Project Session 2: Test + Refine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Ayurveda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student refines their dinacharya based on yesterday's trial and prepares a 3-min presentation.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In-progress dinacharya drafts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share: which dinacharya item went well last night? Which didn't?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the dinacharya based on yesterday's experience.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one-line justification per item (cite the principle).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Buddy rehearse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3-min presentation each: "My dinacharya — what, why, how I'll know it's working."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2-min feedback.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students share one change they made.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touches at home.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 dinacharya. Practise presentation once.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2026-05-28T05:44:01Z</dcterms:created>
  <dcterms:modified xsi:type="dcterms:W3CDTF">2026-05-28T05:44:01Z</dcterms:modified>
</cp:coreProperties>
</file>