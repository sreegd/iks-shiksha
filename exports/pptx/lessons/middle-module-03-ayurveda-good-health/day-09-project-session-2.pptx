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Test + Refine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refines their dinacharya based on yesterday's trial and prepares a 3-min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In-progress dinacharya drafts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share: which dinacharya item went well last night? Which didn't?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Adjust the dinacharya based on yesterday's experience. – Add a one-line justification per item (cite the principle).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Buddy rehearse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– 3-min presentation each: "My dinacharya — what, why, how I'll know it's working." – 2-min feedback.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students share one change they made. – Final touches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dinacharya. Practise presentation once.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2026-05-28T04:16:46Z</dcterms:created>
  <dcterms:modified xsi:type="dcterms:W3CDTF">2026-05-28T04:16:46Z</dcterms:modified>
</cp:coreProperties>
</file>