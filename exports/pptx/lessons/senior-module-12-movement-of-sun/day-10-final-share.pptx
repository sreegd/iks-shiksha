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project share +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Dakṣiṇāyana; lit. "southward solar course (June 21 – Dec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Share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2026-05-25T09:31:15Z</dcterms:created>
  <dcterms:modified xsi:type="dcterms:W3CDTF">2026-05-25T09:31:15Z</dcterms:modified>
</cp:coreProperties>
</file>