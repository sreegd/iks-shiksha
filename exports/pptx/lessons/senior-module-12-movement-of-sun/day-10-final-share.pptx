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Final Share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project share + summative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Dakṣiṇāyana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Dakṣiṇāyana; lit. "southward solar course (June 21 – Dec 21)")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solar calendar share (10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shows their year-wheel with 2 solstices, 2 equinoxes, 12 saṅkrāntis, and their own birthday's rāśi marked.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lightning round (5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Definitions taken from random students: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uttarāyaṇa, dakṣiṇāyana, viṣuva, rāśi, saṅkrānti, sāyana, nirayana, 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8602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Critical-thinking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the difference between sāyana and nirayana a 'wrong vs right' issue or a 'context-dependent convention' issue? Which framing is more scientifically honest?"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7508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reminder.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Never look at the Sun directly. Reaffirm.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Final Share and 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2026-05-28T06:09:20Z</dcterms:created>
  <dcterms:modified xsi:type="dcterms:W3CDTF">2026-05-28T06:09:20Z</dcterms:modified>
</cp:coreProperties>
</file>