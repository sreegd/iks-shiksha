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5 — Twelve Rāśis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name the 12 rāśis in sanskrit and pair with greek zodiac names.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rāśi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rāśi; lit. "1/12th of the ecliptic; zodiacal sign")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Twelve Rāśis.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2026-05-25T09:30:48Z</dcterms:created>
  <dcterms:modified xsi:type="dcterms:W3CDTF">2026-05-25T09:30:48Z</dcterms:modified>
</cp:coreProperties>
</file>