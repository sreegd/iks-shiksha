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5 — Twelve Rāśis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Movement of the Sun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name the 12 rāśis in sanskrit and pair with greek zodiac names.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 / chart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Notebook, pen per student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rāśi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rāśi; lit. "1/12th of the ecliptic; zodiacal sign")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check-in: one-sentence response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rāśi.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1/12th of the ecliptic = 30° each. The Sun spends roughly one month in each rāśi.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12 Sanskrit names.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Meṣa, Vṛṣabha, Mithuna, Karka, Siṁha, Kanyā, Tulā, Vṛścika, Dhanus, Makara, Kumbha, Mīna.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 to Greek/Western zodiac.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= Aries,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Vṛṣabha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= Taurus, ...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Mīna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= Pisces. The 12-fold division of the ecliptic is widespread across cultures (Babylonian, Greek, Indian, possibly via cultural contact).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Bṛhat Saṁhitā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 Varāhamihira (6th c. CE) systematises the 12 rāśis. Earlier references in Garga Saṁhitā.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 current month to current rāśi.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Looking at a sidereal pañcāṅga, identify which rāśi the Sun is in this month. Note the difference from Western (tropical) zodiac dates — we'll resolve this on Day 7.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Sunrise Direction Tracking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Twelve Rāśis.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One-sentence exit ticket: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Citations: at least one quoted verse with citation per module. Day 1 already includes one if applicable; you may add more.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2026-05-28T06:08:53Z</dcterms:created>
  <dcterms:modified xsi:type="dcterms:W3CDTF">2026-05-28T06:08:53Z</dcterms:modified>
</cp:coreProperties>
</file>