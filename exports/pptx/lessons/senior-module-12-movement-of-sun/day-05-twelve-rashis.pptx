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Twelve Rāśis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name the 12 rāśis in sanskrit and pair with greek zodiac names.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rāśi; lit. "1/12th of the ecliptic; zodiacal sign")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rāśi.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1/12th of the ecliptic = 30° each. The Sun spends roughly one month in each rāśi.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12 Sanskrit names.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Meṣa, Vṛṣabha, Mithuna, Karka, Siṁha, Kanyā, Tulā, Vṛścika, Dhanus, Makara, Kumbha, Mīna.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 to Greek/Western zodiac.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Aries,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Vṛṣabha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Taurus, ...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Mīna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Pisces. The 12-fold division of the ecliptic is widespread across cultures (Babylonian, Greek, Indian, possibly via cultural contact).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4509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Bṛhat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Varāhamihira (6th c. CE) systematises the 12 rāśis. Earlier references in Garga Saṁhitā.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82847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 current month to current rāśi.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Looking at a sidereal pañcāṅga, identify which rāśi the Sun is in this month. Note the difference from Western (tropical) zodiac dates — we'll resolve this on Day 7.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Twelve Rāśis.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2026-05-28T04:35:10Z</dcterms:created>
  <dcterms:modified xsi:type="dcterms:W3CDTF">2026-05-28T04:35:10Z</dcterms:modified>
</cp:coreProperties>
</file>