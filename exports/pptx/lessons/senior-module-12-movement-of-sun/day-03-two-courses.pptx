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3 — Uttarāyaṇa and Dakshiṇāyana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identify the dates and direction of 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Dakṣiṇāyana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Dakṣiṇāyana; lit. "southward solar course (June 21 – Dec 21)")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the two ayanas.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Uttarāyaṇa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northward course. Roughly Dec 21 (winter solstice) through Jun 21 (summer solstice). Sun moves NORTH on the sky (Northern Hemisphere).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Dakṣiṇāyana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southward course. Jun 21 through Dec 21. Sun moves SOUTH.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importance.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Uttarāyaṇa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considered auspicious in many Indian traditions.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Makara Saṅkrānti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(~Jan 14) is celebrated as the start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Uttarāyaṇa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but technically the solstice (Dec 21) IS the start. The Jan 14 date reflects the sidereal-zodiac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convention. We'll unpack this on Day 7.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67833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Sūrya-siddhānta defines both ayanas in chapter 2.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bridge.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Northern Hemisphere's summer happens during the Sun's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Uttarāyaṇa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(high northern declination). NCERT Geography IX ch. 3 has the standard diagram.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today.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ayana are we in today?"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Students compute based on the date. (Northern winter to summer = Uttarāyaṇa; rest = Dakṣiṇāyana.)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Uttarāyaṇa and Dakshiṇāyana.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2026-05-28T06:08:42Z</dcterms:created>
  <dcterms:modified xsi:type="dcterms:W3CDTF">2026-05-28T06:08:42Z</dcterms:modified>
</cp:coreProperties>
</file>