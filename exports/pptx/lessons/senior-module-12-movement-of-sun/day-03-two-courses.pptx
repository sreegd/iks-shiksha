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Uttarāyaṇa and Dakshiṇāyana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Movement of the Sun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identify the dates and direction of each.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Dakṣiṇāyana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Dakṣiṇāyana; lit. "southward solar course (June 21 – Dec 21)")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Sunrise Direction Tracking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Uttarāyaṇa and Dakshiṇāyana.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2026-05-28T04:35:01Z</dcterms:created>
  <dcterms:modified xsi:type="dcterms:W3CDTF">2026-05-28T04:35:01Z</dcterms:modified>
</cp:coreProperties>
</file>