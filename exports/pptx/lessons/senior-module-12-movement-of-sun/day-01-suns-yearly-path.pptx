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The Sun's Yearly Path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observe that sunrise direction changes; introduce the ecliptic.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Sūrya; lit. "the Sun")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(today's reading)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Sūrya-siddhānta (c. 5th–10th c. CE)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The Sun's Yearly Path.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2026-05-25T09:30:26Z</dcterms:created>
  <dcterms:modified xsi:type="dcterms:W3CDTF">2026-05-25T09:30:26Z</dcterms:modified>
</cp:coreProperties>
</file>