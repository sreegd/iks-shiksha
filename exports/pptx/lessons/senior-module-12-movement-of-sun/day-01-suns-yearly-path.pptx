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Sun's Yearly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observe that sunrise direction changes; introduce the ecliptic.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(c. 5th–10th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observation.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a year-long animation of sunrise direction (or show a static composite of 12 sunrise photos taken from the same spot, one per month).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Sun rises in roughly the east — but the EXACT direction shifts north and south through the year."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ecliptic.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Sun's apparent path against the background stars over one year. A great circle on the celestial sphere, tilted ~23.5° from the celestial equator.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it shift?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Earth's rotational axis is tilted ~23.5° relative to its orbital plane. As Earth orbits the Sun, this tilt projects onto our sky as the Sun rising/setting north of due-east in summer (NH), south in winter.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ch. 2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"sūryasya gatiḥ"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gives a mean and true solar motion model. Specifies daily and annual displacement on the ecliptic.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looks up their city's sunrise direction today vs 6 months from today (web). Note the difference in compass bearing.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Sun's Yearly Path.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2026-05-28T06:08:30Z</dcterms:created>
  <dcterms:modified xsi:type="dcterms:W3CDTF">2026-05-28T06:08:30Z</dcterms:modified>
</cp:coreProperties>
</file>