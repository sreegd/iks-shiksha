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Axial Tilt and the Seasons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demonstrate with torch+globe why we have summer and winter.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Uttarāyaṇa; lit. "northward solar course (Dec 21 – June 21)")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Axial Tilt and the Seasons.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2026-05-25T09:30:31Z</dcterms:created>
  <dcterms:modified xsi:type="dcterms:W3CDTF">2026-05-25T09:30:31Z</dcterms:modified>
</cp:coreProperties>
</file>