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Axial Tilt and the Seasons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demonstrate with torch+globe why we have summer and winter.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Uttarāyaṇa; lit. "northward solar course (Dec 21 – June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Torch + globe demo.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Hold a globe with the axis tilted ~23.5° (mark the North Pole with tape). Shine a strong torch from one direction (the Sun). Slowly rotate the globe and observe which hemispheres get more direct light.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When the Northern Hemisphere tilts TOWARD the Sun (June solstice), it gets more direct sunlight, longer days. Southern Hemisphere experiences the opposite (winter).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Sūrya-siddhānta and Āryabhaṭīya both note Earth's globe-shape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and the tilt. Āryabhaṭa correctly identifies the rotation cause of day-night ~499 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65077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bridge.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NCERT Physics XI ch. 8 gives the modern derivation: Earth's axial tilt + orbital geometry → annual solar declination → seasons.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23983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are January and July temperatures so different — even though Earth is at almost the same distance from the Sun?"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(Answer: tilt, not distance.)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Axial Tilt and the Seasons.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2026-05-25T16:41:44Z</dcterms:created>
  <dcterms:modified xsi:type="dcterms:W3CDTF">2026-05-25T16:41:44Z</dcterms:modified>
</cp:coreProperties>
</file>