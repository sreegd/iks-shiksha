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Precession of the Equinoxes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why indian and western zodiac dates differ today.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Precession of the Equinoxes.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2026-05-25T09:31:04Z</dcterms:created>
  <dcterms:modified xsi:type="dcterms:W3CDTF">2026-05-25T09:31:04Z</dcterms:modified>
</cp:coreProperties>
</file>