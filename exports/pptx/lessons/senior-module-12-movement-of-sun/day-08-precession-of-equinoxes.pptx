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Precession of the Equinoxes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explain why indian and western zodiac dates differ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Sūrya; lit. "the Sun")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phenomenon.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Earth's axis wobbles like a slow top, completing one full circle every ~25,800 years. Rate: ~50.3 arcseconds per year. Discovered by Hipparchus ~130 BCE.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computation.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Āryabhaṭīya (499 CE) implicitly includes precession in its longitude calculations. Later Indian astronomers (Bhāskara II, Nīlakaṇṭha) refine the value.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value.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~50.27"/year — very close to traditional Indian estimates.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 for the zodiac.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Vernal Equinox point shifts westward through the sidereal zodiac over time. ~2000 years ago, the Vernal Equinox was in Aries (which is why Aries is the "first" zodiac sign in Western astrology). Today, the Vernal Equinox is in Pisces.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NASA / IAU references. Discussion: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long until the Sun is in Aquarius at the Vernal Equinox?"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(~600 years.)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Precession of the Equinoxes.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2026-05-28T06:09:09Z</dcterms:created>
  <dcterms:modified xsi:type="dcterms:W3CDTF">2026-05-28T06:09:09Z</dcterms:modified>
</cp:coreProperties>
</file>