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7 — Sāyana vs Nirayana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Movement of the Sun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Senior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end of this lesson, students will: distinguish tropical and sidereal zodiacs; introduce ayanāṁśa.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Whiteboard / chart paper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Notebook, pen per student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nirayana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(IAST: nirayana; lit. "sidereal zodiac (linked to fixed stars)")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Daily check-in: one-sentence response to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remember about yesterday's lesson?"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Hook: introduce a phenomenon or question that motivates today's concept.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 up the conflict.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Indian astronomy distinguishes two reference frames: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266974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Sāyana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(with-ayana, "tropical") — measured from the Vernal Equinox.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Nirayana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(without-ayana, "sidereal") — measured from a fixed point in the sky (a star, typically near Citrā/Spica).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693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drift.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Earth's axis wobbles (precession of equinoxes), causing the Vernal Equinox point to shift slowly westward against the fixed stars at ~50 arcseconds per year. Over ~2000 years, the cumulative drift is ~28°.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That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is the ~24° gap between Dec 21 (solstice in sāyana) and Jan 14 (when the Sun enters Makara in nirayana).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678335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Āryabhaṭīya documents the precession concept; Bhāskara II refines it. Indian jyotiṣa preserves the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nirayana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convention; modern astronomy uses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sāyana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does this matter?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Festival dates anchored to nirayana drift slowly relative to the seasons. Over thousands of years,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Makara Saṅkrānti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will shift even further from the December solstice unless re-anchored.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472654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Critical thinking.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"Should jyotiṣa update its zodiac to sāyana? Or preserve the nirayana convention for cultural continuity?"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Both views have advocates. There's no single right answer.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scaled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Sunrise Direction Tracking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). Today's slice: focus on the part of the activity that reinforces Sāyana vs Nirayana.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One-sentence exit ticket: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learned today?"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Preview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today's task.)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Extension: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offer one open question or extra problem for fast finishers.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pair students who need scaffolds; offer partial outlines.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Citations: at least one quoted verse with citation per module. Day 1 already includes one if applicable; you may add more.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 to prior modules where natural (especially Module 2 pañcabhūta).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2026-05-28T06:09:03Z</dcterms:created>
  <dcterms:modified xsi:type="dcterms:W3CDTF">2026-05-28T06:09:03Z</dcterms:modified>
</cp:coreProperties>
</file>