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Saṁkrānti Moments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makara, karka, and other saṁkrāntis on the calendar.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sāyana; lit. "tropical zodiac (linked to seasons)")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Saṁkrānti Moments.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2026-05-25T09:30:53Z</dcterms:created>
  <dcterms:modified xsi:type="dcterms:W3CDTF">2026-05-25T09:30:53Z</dcterms:modified>
</cp:coreProperties>
</file>