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6 — Saṁkrānti Moments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Movement of the Sun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identify makara, karka, and other saṁkrāntis on the calendar.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sāyana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sāyana; lit. "tropical zodiac (linked to seasons)")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Define saṅkrānti.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moment the Sun moves from one rāśi to the next. ~12 saṅkrāntis per year (one every ~30 days). Two are most culturally prominent: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Makara Saṅkrānti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(Capricorn entry) ~Jan 14,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Karka Saṅkrānti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(Cancer entry) ~Jul 16.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Jan 14 / Solstice mystery.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Makara Saṅkrānti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is celebrated as the start of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Uttarāyaṇa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but Dec 21 (solstice) is the astronomical start. Why the ~24-day difference? Answer (preview): the celebration uses the SIDEREAL (nirayana) zodiac, while the seasons (and solstice) align with the TROPICAL (sāyana) zodiac. Tomorrow we'll unpack this.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67833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Sūrya-siddhānta computes saṅkrāntis as solar longitudes crossing rāśi boundaries.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Cultural saṅkrāntis.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Festivals tied to specific saṅkrāntis: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Makara Saṅkrānti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(Pongal in Tamil Nadu, Lohri in Punjab, Magh Bihu in Assam),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Karka Saṅkrānti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(mid-monsoon).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 exercise.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Identify the 12 saṅkrānti dates for the current year (use a published pañcāṅga). Plot them on a circular year-wheel.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Sunrise Direction Tracking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Saṁkrānti Moments.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2026-05-28T06:08:58Z</dcterms:created>
  <dcterms:modified xsi:type="dcterms:W3CDTF">2026-05-28T06:08:58Z</dcterms:modified>
</cp:coreProperties>
</file>