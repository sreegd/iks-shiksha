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9 — Cross-Cultural Solar Calendars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compare with egyptian, roman, gregorian.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Uttarāyaṇa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Uttarāyaṇa; lit. "northward solar course (Dec 21 – June 21)")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Egyptian solar calendar.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365 days, 12 months of 30 days + 5 epagomenal days. No leap year initially. Synchronised with the Nile flood.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Roman / Julian / Gregorian.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Julian (45 BCE) — 365.25 days, leap year every 4. Gregorian (1582) — refined to 365.2425, leap years every 4 except centuries unless divisible by 400.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061716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Indian solar calendar.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Saura māsa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time Sun spends in one rāśi. ~30-31 days per month (varies because Sun moves faster near perihelion). Used in Tamil Nadu, Kerala, Bengal — these regions use sidereal solar months even when their festivals are lunar.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85645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Chinese solar calendar.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24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jiéqì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(solar terms) anchored to specific solar longitudes. Spring Equinox, Summer Solstice, etc. are explicit anchor points.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445520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exercise.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picks 2 traditions and draws a side-by-side year-circle, noting where their respective "new year" falls and what it celebrates.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Cross-Cultural Solar Calendars.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2026-05-28T04:35:28Z</dcterms:created>
  <dcterms:modified xsi:type="dcterms:W3CDTF">2026-05-28T04:35:28Z</dcterms:modified>
</cp:coreProperties>
</file>