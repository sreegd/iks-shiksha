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Cross-Cultural Solar Calendars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compare with egyptian, roman, gregorian.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Uttarāyaṇa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Uttarāyaṇa; lit. "northward solar course (Dec 21 – June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Cross-Cultural Solar Calendars.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2026-05-25T09:31:10Z</dcterms:created>
  <dcterms:modified xsi:type="dcterms:W3CDTF">2026-05-25T09:31:10Z</dcterms:modified>
</cp:coreProperties>
</file>