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Equinoxes — Viṣuva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spring and autumn equinoxes (day = night).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saṁkrānti; lit. "Sun's crossing from one Rāśi to the next")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Equinoxes — Viṣuva.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2026-05-25T09:30:42Z</dcterms:created>
  <dcterms:modified xsi:type="dcterms:W3CDTF">2026-05-25T09:30:42Z</dcterms:modified>
</cp:coreProperties>
</file>