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Equinoxes — Viṣuva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spring and autumn equinoxes (day = night).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saṁkrānti; lit. "Sun's crossing from one Rāśi to the next")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equinox.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Sanskrit. The two days each year (Mar 21 ± 1 and Sep 22 ± 1) when day length equals night length everywhere on Earth.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 equinox, Earth's axis is perpendicular to the Sun-Earth line. Sunlight falls equally on both hemispheres. The Sun rises due-east and sets due-west.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names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points. Varāhamihira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Bṛhat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discusses them in calendar context. The Vernal Equinox is the traditional anchor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(tropical) zodiac.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Roman / Gregorian calendar implicitly aligns to the equinoxes. Easter is computed by lunar-solar reckoning anchored to the Vernal Equinox. Many cultures celebrate the equinoxes — Holi (~Phālguna pūrṇimā, near Vernal Equinox), Mabon (NH autumn).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Observation 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notes the sunrise direction this week (or projects a stellarium app). Compare to expected (near-due-east if we're near an equinox).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Equinoxes — Viṣuva.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2026-05-28T06:08:47Z</dcterms:created>
  <dcterms:modified xsi:type="dcterms:W3CDTF">2026-05-28T06:08:47Z</dcterms:modified>
</cp:coreProperties>
</file>