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The Magic Constant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Magic Squares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(a) derive the magic constant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n(n² + 1)/2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3×3 case by direct argument, and (b) apply the formula to predict the constant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4, 5, 6, 7.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+ pen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3×3 magic square from Day 1, visible on the 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square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constant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defined Day 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chant: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"3×3 square with 1 to 9 — magic constant is ____?"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Class: "15."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exactly 15, though? Why not 14 or 17?"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2 student responses.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 argument.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6119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61198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up all the numbers in the square: 1 + 2 + 3 + 4 + 5 + 6 + 7 + 8 + 9 = 45.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96780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total goes into the square once. Now — the square has 3 rows. Each row has the same sum S. So 3 × S = 45 → S = 15."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the logic with student input. They should arrive at the formula step-by-step.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square containing the numbers 1, 2, ...,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15014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15014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 of all numbers = 1 + 2 + ...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 =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 + 1) /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square has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rows, each summing to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So: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 + 1) / 2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= n(n² + 1) /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4901" y="213523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Compute together for several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250596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 ·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²+1 ·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²+1)/2.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 · 10 · 3 × 10 / 2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16 · 17 · 4 × 17 / 2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25 · 26 · 5 × 26 / 2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36 · 37 · 6 × 37 / 2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49 · 50 · 7 × 50 / 2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paraphrase from the 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Nārāyaṇa Paṇḍita,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(Book 14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1356 CE), gives the magic-constant rule explicitly: the common sum is one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-th of the sum of the numbers in the square. We've just re-derived his rule.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Formative quiz Part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out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A.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complete individually. 10 minutes; 3 minutes for self-check against the board answer key.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is 6 short questions: 3 on the formula, 3 on verifying given squares.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"Quick check: what would the magic constant be for a 10×10 magic square with the numbers 1 to 100?"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 works it out: S = 10 × 101 / 2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3: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ask: how many different 3×3 magic squares are there with 1 to 9? Take guesses tonight."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883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883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magic constant formula.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× 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magic square containing the numbers 1, 2, ...,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= n(n² + 1) /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Why?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sum of all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 numbers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 + 1) / 2 (the standard sum-to-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formula). This total is split equally among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rows, each of which sums to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So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× 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 + 1) / 2 → divide both sides by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3813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Constant | |-----|----------| | 3 | 15 | | 4 | 34 | | 5 | 65 | | 6 | 111 | | 7 | 175 |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6504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Nārāyaṇa Paṇḍita stated this rule in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Bhadragaṇita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(1356 CE).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formula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8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9. (Answers: 260 and 369.)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each, also compute the total sum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 + 1)/2 directly and confirm it equals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if the magic square contains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consecutive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numbers but starting 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at 1? (E.g. a 3×3 with 5, 6, 7, ..., 13.) Derive a formula for the new magic constant. (Answer: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²−1)/2.)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the 3×3 case alone. Verify the constant 15 by summing every row, column, and diagonal of the Day-1 square. Do it slowly.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stumble: students compute 1 + 2 + ... + 9 incorrectly. Remind them that 1+9, 2+8, 3+7, 4+6 each = 10, plus 5 = 45. This itself is a pretty argument worth pausing 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generalisation, some students will struggle with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 notation. Walk them through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5 case explicitly: 1 + 2 + ... + 25 = 25 × 26 / 2 = 325; split among 5 rows → 65.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formula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n(n² + 1)/2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 of this module. Drill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Nārāyaṇa Paṇḍita,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Book 14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1356 CE — paraphrased here: the magic constant equals one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-th of the total sum of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 entries.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2026-05-28T05:56:33Z</dcterms:created>
  <dcterms:modified xsi:type="dcterms:W3CDTF">2026-05-28T05:56:33Z</dcterms:modified>
</cp:coreProperties>
</file>