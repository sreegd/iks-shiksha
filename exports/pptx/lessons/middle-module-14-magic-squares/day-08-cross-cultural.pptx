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Cross-cultural: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identify the Chinese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Albrecht Dürer's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squares, (b) note structural similarities and differences across cultures, and (c) begin their project planning.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of the Lo Shu square (turtle-shell pattern is helpful)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of Dürer's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(1514) with the 4×4 corner visible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planning sheet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Chinese 3×3 magic square attested at least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 dynasty, ~5th–1st c. BCE) and probably earlier.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1514 engraving by the German artist Albrecht Dürer; its upper-right corner contains a famous 4×4 magic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"Magic squares are not a one-culture phenomenon. Today we look at two famous non-Indian examples and compare."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both images side by side, briefly. Don't analyse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 Shu (China).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3×3 magic square in Chinese tradition is identical (up to symmetry) to the 3×3 we've been studying: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9 |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| 5 |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| 1 | 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09922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constant: 15 (same as our Day-1 square).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legend: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Emperor Yu (legendary, ~2000 BCE attribution) saw the pattern on the shell of a turtle emerging from the Lo river. The earliest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appearance in a Chinese text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 dynasty, roughly 5th–1st c. BCE). Treat the legend as a story; the documented record is the historical evidence.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the same square — up to symmetry — as the one we built on Day 1. Two cultures arrived at the same arrangement independently, separated by huge distances."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Dürer's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(Germany, 1514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4×4 in Dürer's engraving: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47592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47592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|  3 |  2 | 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| 10 | 11 |  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 6 |  7 | 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15 | 14 | 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constant: 34.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Notable features: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bottom-middle two cells contain 15 and 14 — encoding the date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corners (16, 13, 4, 1) sum to 34.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2×2 panel sums to 34 (panel-magic property — same as Khajuraho!).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Dürer's square is not the same as Khajuraho's, but shares the panel-magic property.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and contrast.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a class table: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Square · Approx. date · Culture · Order · Magic constant · Special features.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~5th–1st c. BCE (documented) · Chinese · 3×3 · 15 · Identical to our 3×3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Khajuraho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~10th–11th c. CE · Indian · 4×4 · 34 · Panel-magic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Nārāyaṇa's worked examples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1356 CE · Indian · up to large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varies · Systematic methods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1514 CE · German · 4×4 · 34 · Panel-magic; encodes year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appeared independently (or via transmission) in: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 Shu and later expansions.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numerous artefacts and Nārāyaṇa's systematic methods.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Islamic world: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treatises by al-Bīrūnī (~11th c. CE) and others.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through Islamic and (likely) Indian transmission by 14th–15th 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not have a clean story of "X invented it; Y borrowed it." Frame the topic 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cross-cultural mathematical fascination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Project planning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activities/activity-02-cross-cultural-compare.md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 side-by-side worksheet).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commit to their project format (poster / video / written exposition) and one or two key ideas.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a 3-sentence project plan, hands in for teacher review by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Two-pair quick share: "Our project is going to be ___ because ___."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project work + a brief look at Sudoku.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312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312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squares across cultures.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 Shu (China, ~5th c. BCE) Dürer (Germany, 1514 CE) 4 | 9 | 2 16 | 3 | 2 | 13 --------- ---------------- 3 | 5 | 7 5 | 10 | 11 | 8 --------- ---------------- 8 | 1 | 6 9 | 6 | 7 | 12 ---------------- 4 | 15 | 14 |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1313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 Shu 3×3 is the same square as our Day-1 example (up to symmetry). The Dürer 4×4 shares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panel-magic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property with the Khajuraho square (~10th–11th c. CE) — every 2×2 panel sums to 34.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631430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cultures arrived at magic squares: China (~5th c. BCE earliest documented), India (Khajuraho ~10th c. CE, Nārāyaṇa's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1356 CE), the Islamic world (~11th c. CE on), and Europe (~14th c. CE on). No clean single origin.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of the three squares we've seen this fortnight (Day-1 / Khajuraho / Dürer). Verify its magic constant on a fresh piece of paper from scratch. Note one feature you find interesting.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one more cultural example (e.g. al-Bīrūnī's magic squares, or the Jain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Pārśvanātha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yantra). Bring an image and a verified magic constant.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one comparison: how is the Lo Shu the same as our Day-1 square? Trace the rotation that takes one into the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fall into "ancient Indians invented this first" framing. The Lo Shu is older than any dated Indian magic square we have. Nārāyaṇa's contribution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discovery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Dürer corner being a date (1514) often delights students. Use that delight to motivate the project.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see the Khajuraho ~10th-c. dating and conclude it predates Lo Shu. That is incorrect. The Lo Shu has earlier documented evidence (Han dynasty texts). Be clear about which dates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which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Shu: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Dai Liji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(Chinese, Han dynasty, ~5th–1st c. BCE) — earliest documented Chinese mention.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Melencolia 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(1514) — material artefact.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14, 1356 CE — for context on Indian systematic treatment.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2026-05-28T05:57:22Z</dcterms:created>
  <dcterms:modified xsi:type="dcterms:W3CDTF">2026-05-28T05:57:22Z</dcterms:modified>
</cp:coreProperties>
</file>