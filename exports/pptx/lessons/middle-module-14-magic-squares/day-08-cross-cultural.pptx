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Cross-cultural: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identify the Chinese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Albrecht Dürer's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squares, (b) note structural similarities and differences across cultures, and (c) begin their project planning.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Image of the Lo Shu square (turtle-shell pattern is helpful) – Image of Dürer's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(1514) with the 4×4 corner visible – Project planning sheet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Chinese 3×3 magic square attested at least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 dynasty, ~5th–1st c. BCE) and probably earlier.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1514 engraving by the German artist Albrecht Dürer; its upper-right corner contains a famous 4×4 magic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"Magic squares are not a one-culture phenomenon. Today we look at two famous non-Indian examples and compare."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both images side by side, briefly. Don't analyse yet.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Project planning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activities/activity-02-cross-cultural-compare.md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 side-by-side worksheet). – Pairs commit to their project format (poster / video / written exposition) and one or two key ideas. – Each pair writes a 3-sentence project plan, hands in for teacher review by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Two-pair quick share: "Our project is going to be ___ because ___." – Preview Day 9: project work + a brief look at Sudoku.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312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312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squares across cultures.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 Shu (China, ~5th c. BCE) Dürer (Germany, 1514 CE) 4 | 9 | 2 16 | 3 | 2 | 13 --------- ---------------- 3 | 5 | 7 5 | 10 | 11 | 8 --------- ---------------- 8 | 1 | 6 9 | 6 | 7 | 12 ---------------- 4 | 15 | 14 |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1313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 Shu 3×3 is the same square as our Day-1 example (up to symmetry). The Dürer 4×4 shares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panel-magic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property with the Khajuraho square (~10th–11th c. CE) — every 2×2 panel sums to 34.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631430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cultures arrived at magic squares: China (~5th c. BCE earliest documented), India (Khajuraho ~10th c. CE, Nārāyaṇa's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1356 CE), the Islamic world (~11th c. CE on), and Europe (~14th c. CE on). No clean single origin.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Choose one of the three squares we've seen this fortnight (Day-1 / Khajuraho / Dürer). Verify its magic constant on a fresh piece of paper from scratch. Note one feature you find interesting.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one more cultural example (e.g. al-Bīrūnī's magic squares, or the Jain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Pārśvanātha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yantra). Bring an image and a verified magic constant.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one comparison: how is the Lo Shu the same as our Day-1 square? Trace the rotation that takes one into the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fall into "ancient Indians invented this first" framing. The Lo Shu is older than any dated Indian magic square we have. Nārāyaṇa's contribution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method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discovery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Dürer corner being a date (1514) often delights students. Use that delight to motivate the project. – Some students will see the Khajuraho ~10th-c. dating and conclude it predates Lo Shu. That is incorrect. The Lo Shu has earlier documented evidence (Han dynasty texts). Be clear about which dates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which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 Shu: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(Chinese, Han dynasty, ~5th–1st c. BCE) — earliest documented Chinese mention. – Dürer,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(1514) — material artefact. 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14, 1356 CE — for context on Indian systematic treatment.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2026-05-28T04:26:03Z</dcterms:created>
  <dcterms:modified xsi:type="dcterms:W3CDTF">2026-05-28T04:26:03Z</dcterms:modified>
</cp:coreProperties>
</file>