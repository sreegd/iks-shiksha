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A 5×5 Magic Square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Magic Squares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independently construct a 5×5 magic square using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turagagati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method and verify its magic constant of 65.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blank 5×5 grids (3 per student) – The 5-step rule handout from Day 4 – Stopwatch (for timed second-construction)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turagagati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stair-step method (introduced Day 4).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constant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5×5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(from Day 2).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Class recall: 5-step rule, recited together. – Magic-constant check: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a 5×5 with numbers 1–25, the magic constant is ____?"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(65.) – Pre-class question: did everyone produce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5×5 last night? Most will say yes.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5×5 together on the board.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Narrate every step. Take 8–10 minutes — go cell-by-cell.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1 in row-1, column-3 (the top middle). Place 2 up-right (off the top → wraps to bottom row, column 4). Place 3 up-right from 2 (off the right → wraps to row 4, column 5)... continue.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 (the classical Nārāyaṇa 5×5):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59186"/>
            <a:ext cx="8331398" cy="182507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0113" y="2059186"/>
            <a:ext cx="0" cy="1825079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627" y="218613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| 24 |  1 |  8 | 15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236071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253528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|  5 |  7 | 14 | 16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70986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88443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|  6 | 13 | 20 | 22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305901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323358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| 12 | 19 | 21 | 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340816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358273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| 18 | 25 |  2 |  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4901" y="398576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together.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301" y="435649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One row → 17 + 24 + 1 + 8 + 15 = 65 ✓    – One column → 17 + 23 + 4 + 10 + 11 = 65 ✓    – The main diagonal → 17 + 5 + 13 + 21 + 9 = 65 ✓    – The anti-diagonal → 15 + 14 + 13 + 12 + 11 = 65 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4901" y="487188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structure.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3 minutes to observe: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6301" y="5242620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13 (the middle number) is in the centre — consistent with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²/2 + 1 = 13 rule for odd-order. – Numbers 1–9 occupy a "broken diagonal" pattern; 16–25 occupy the complementary pattern. – The same algorithm that gave us the 3×3 gave us this. The rule does not change with size.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301" y="603483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Formative quiz Part B + speed construction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5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10 min: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 out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B. Students complete individually.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5 min: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student starts a fresh 5×5 grid. On "Go," they construct a magic square from scratch as fast as they can. Self-time. Verify one row before stopping the watch.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Show of hands: who finished in under 4 minutes? Under 6? Under 8?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"Yesterday's home practice was the same 5×5. Tomorrow we look at a different beast — the 4×4."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6: Khajuraho and the 4×4.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6931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6931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5×5 magic square — classical Nārāyaṇa 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 constant: 65 (from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= n(n² + 1)/2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5).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17 | 24 | 1 | 8 | 15 ---------------------- 23 | 5 | 7 | 14 | 16 ---------------------- 4 | 6 | 13 | 20 | 22 ---------------------- 10 | 12 | 19 | 21 | 3 ---------------------- 11 | 18 | 25 | 2 | 9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40044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using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turagagati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method, exactly as for the 3×3 — the rule does not change with size, as long as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odd.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Construct a 7×7 magic square using the stair-step method. The magic constant should be 175. Yes, it takes time — work patiently. Bring it tomorrow for spot-checks.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Construct a 9×9 magic square. Constant = 369. Time 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Construct another 5×5, slowly, with the rule sheet visible. Speed is not the goal yet.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For the live demonstration, use a slow pace and check student-following frequently — "where would 2 go?" "is that cell filled?" – Students may resist because "I already built one at home." Push them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re-build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on the board — narrating the rule reinforces it. – A few students will produce mirror-image squares because they reversed the up-right direction. Show that mirror images are also valid magic squares (by symmetry from Day 3) — but consistency matters when you're describing the algorithm.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Nārāyaṇa Paṇḍita,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Book 14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1356 CE — the 5×5 example is one of the worked examples in the original text.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2026-05-25T09:14:12Z</dcterms:created>
  <dcterms:modified xsi:type="dcterms:W3CDTF">2026-05-25T09:14:12Z</dcterms:modified>
</cp:coreProperties>
</file>