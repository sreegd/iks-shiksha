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Summative +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complete the summative quiz, and (b) present their original magic-square project to the class.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 (one per student)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Project artefacts (posters, devices for videos, written exposition) – Stopwatch (for 2-minute presentation timer)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Closed notebook. Students complete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individually. – 15 min total: 3 min reading, 12 min solving.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gets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minutes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present + 1 minute Q&amp;A. – With ~10–12 pairs in a typical class, this fits in 25 min. – Order: teacher draws pair names randomly.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presentation must show: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constructed magic square (size, magic constant verified). – Citation of the source (Nārāyaṇa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1356 CE). – One sentence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particular design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choice did the pair make?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question per student on a slip of paper: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one thing you'll remember about magic squares one year from now?"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Collect. Read at random — 2–3 aloud. – Close with: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all now know an algorithm older than most countries' modern names. Use it. Show someone."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the share.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Bring: - Your project artefact (poster / video / written exposition). - Your two-minute presentation prepared. - Your full attention for your classmates' presentations — you will give feedback.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before you present.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Sum at least 3 rows, 3 columns, and both diagonals out loud (or in your head). If they don't match the magic constant, fix the error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 stand up.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— none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ends here. The project artefact stays with the school until the end of term as part of the module's portfolio. Reflection slips are collected.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who finish early help check others' projects against the rubric (specifically, the "method demonstrated correctly" criterion).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pair that didn't quite finish presents a smaller artefact (e.g. 3×3 instead of 5×5). They still meet the citation and verification requirements.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6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Keep the presentations tight. 2 minutes is short on purpose — encourages preparation. – The Q&amp;A minute is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clarifying question, not a defence. Cap it strictly. – Score against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the share — don't try to score after. Live scoring keeps things fast. – For students who freeze: have a partner take over. The presentation is paired; both partners speak counts towards the rubric.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referenced in project artefacts.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2026-05-28T04:26:13Z</dcterms:created>
  <dcterms:modified xsi:type="dcterms:W3CDTF">2026-05-28T04:26:13Z</dcterms:modified>
</cp:coreProperties>
</file>