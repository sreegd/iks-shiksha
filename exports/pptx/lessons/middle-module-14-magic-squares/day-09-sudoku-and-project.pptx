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Sudoku Connection + Project Session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Magic Squares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(a) distinguish a Sudoku puzzle from a magic square (Sudoku constrains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but not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and (b) make substantial progress on their module project.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Sample 9×9 Sudoku puzzle (one per pair, easy difficulty) – Project materials (graph paper, markers, etc.)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Sudoku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9×9 number-placement puzzle (Japanese name, from Japanese 数独). Standard rules: each row, each column, and each 3×3 block contains the digits 1–9 exactly once.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satisfaction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problem type where you must place objects in a structure so that all "constraints" (rules) are satisfied. Magic squares and Sudoku are both constraint-satisfaction problems.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"Many of you have seen Sudoku. Is it a magic square?"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take 3 student responses.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Hold the answer. Promise: "we'll settle this in 10 minutes."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side-by-side.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Property · Magic Square (3×3, 1–9) · Sudoku (3×3 within 9×9).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556445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digits 1–9?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yes — once each · yes — once each within each 3×3 block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uses each digit once?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(a row has just 3 distinct values from 1–9) · yes (each row uses 1–9)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column uses each digit once?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· yes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Diagonals sum to a constant?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yes · not required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sum to a constant?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yes (= 15) · not enforced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sum to a constant?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yes · not enforced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314607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"Magic squares constrain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sums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Sudoku constrains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placement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Different constraints — different puzzles."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448199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are constraint-satisfaction problems.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gives you a structure (9 cells in 3×3, or 81 cells in 9×9) and a set of rules. You search for placements that satisfy all rules. Computers solve these the same way.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4037261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bridge example.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is possible to have a 9×9 grid that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Sudoku AND a magic square (every row, column,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3×3 block sums to 45 — which works because rows/columns automatically sum to 1+2+...+9 = 45). Such squares exist; they are rare. Show one if you have time.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(Not required at Middle band.)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89555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(20 min) — Project 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Pairs work on their project. Teacher circulates. – Required checkpoints by end of class: – The magic square is fully constructed (5×5 or larger). – Magic constant verified for at least 3 rows, 3 columns, both diagonals. – Citation is in place (Nārāyaṇa Paṇḍita,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Book 14, 1356 CE). – At least one paragraph (or one slide of a video) of explanation drafted.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80022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teacher does a 1-minute review with each pair to flag any errors before Day 10.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Quick poll: "On a scale of 1–5, how ready do you feel for Day 10's share?" Show of fingers. – For 1–2 ratings: teacher schedules a 5-min meeting with that pair before Day 10.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0740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0740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Sudoku ≠ magic square.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| Magic square (3×3, 1–9) | Sudoku 3×3 block | |---|---|---| | Cells | 9 distinct values from 1–9 | 9 distinct values from 1–9 | | Rows sum to a constant?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 (15)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No requirement | | Each row has all 9 digits? | No (only 3 cells)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(in 9×9 Sudoku) | | Diagonals constrained?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Not required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are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constraint-satisfaction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problems. Different constraints — different puzzles. Sudoku appeared in modern form in the 1970s–80s (popularised in Japan from 1986). Magic squares are at least 2500 years old (Lo Shu).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Finish anything not finished in class. Tomorrow is the share, not the start. – Time yourself: how fast can you construct a 5×5 magic square now, versus on Day 5?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or construct a 9×9 grid that is both a Sudoku AND a magic square (every row/column/3×3 block sums to 45). Hint: rows and columns of a Sudoku already sum to 45. You only need to also make every 3×3 block sum to 45.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the class time to construct one more 5×5 magic square as practice for the summative. Speed is not the goal; correctness is.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Sudoku discussion is short on purpose. The point is to draw a clean distinction, not to teach Sudoku. – Spend the project-work time circulating. Most errors are caught at this stage. – Some students will worry about the "design-your-own" requirement. Remind them: choosing the size, the starting number, and the presentation format are all design choices. They are not expected to invent a new algorithm.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Nārāyaṇa Paṇḍita,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Book 14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1356 CE — paraphrased in projects.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2026-05-28T04:26:09Z</dcterms:created>
  <dcterms:modified xsi:type="dcterms:W3CDTF">2026-05-28T04:26:09Z</dcterms:modified>
</cp:coreProperties>
</file>