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a Magic Square?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state the definition of a magic square, and (b) construct a 3×3 magic square with the numbers 1 to 9 by their own trial.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blank 3×3 grid (3 per student, with the digits 1–9 listed beside the first grid)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loose set of paper tiles or small cards numbered 1–9 (one set per pair)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square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square grid in which every row, every column, and both main diagonals add up to the same total.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constant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that common total (sometimes also called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sum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draws an empty 3×3 grid on the board.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place the numbers 1, 2, 3, 4, 5, 6, 7, 8, 9 in this grid — each number exactly once — so that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row, every column, and both diagonals add up to the same number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Can it even be done?"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2–3 quick guesses. Don't confirm. Write on the side of the board: "Possible? If yes — what's the magic sum?"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tiles 1–9 and the blank grids.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work for 8 minutes to try to build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Mid-pair check-in (after 4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number is in the centre of your best attempt so far?"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pairs will have 5 in the centre. Ask why.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hint, not the answer.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middle number is 5. Each row sums to 15. Now try again."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one valid square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board (after most pairs have struggled — 7–8 min in):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 7 |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| 5 |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| 3 |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099221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together: each row → 15. Each column → 15. Both diagonals → 15.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 sum 15 is called 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constant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this square."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copy this into their notebooks: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842962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square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an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× 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grid filled with distinct numbers such that every row, every column, and both main diagonals add up to the same total —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constant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Verify and vary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(5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picks any 3 lines (rows, columns, or diagonals) of the revealed square and verifies the sum on their notebook.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(10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try to make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3×3 magic square using 1–9. (Without saying so, you are previewing Day 3 — they will discover symmetries.) Most will produce rotations or reflections of the same square. That is the discovery, not the failure.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show of hands: "Did anyone find a square that is genuinely different from the one on the board?" (Most will say yes; some of those "different" squares will be rotations.)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we'll prove why the magic constant is exactly 15 for the 3×3 with 1–9. We won't guess — we'll derive it."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0023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0023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magic square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an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× 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grid of distinct numbers where every row, every column, and both main diagonals add up to the same total —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constant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5741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simplest non-trivial magic square uses the numbers 1 to 9 in a 3×3 grid. Its magic constant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 | 7 | 6 --------- 9 | 5 | 1 --------- 4 | 3 | 8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3136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Verify: rows → 2+7+6=15, 9+5+1=15, 4+3+8=15. Columns → 2+9+4=15, 7+5+3=15, 6+1+8=15. Diagonals → 2+5+8=15, 6+5+4=15.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graph paper, copy the magic square shown in class. Then, beside it, draw three different "rotations" of it (turn the page 90°, 180°, 270°). Are they still magic squares? Verify one row of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to make a 4×4 magic square using the numbers 1 to 16. (Hard! The magic constant is 34. You will likely fail without a method. That's fine — we'll learn the method later.)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Practise just verifying the revealed 3×3 square. Sum every row, column, and diagonal slowly and carefully.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 the urge to give the answer in the first 5 minutes. The discovery is the lesson.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ask "is it always 15?" Answer: "for THIS square, with THESE numbers (1–9). Tomorrow we'll see why."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students will try to use the same number twice. Reinforce that all 9 numbers must be distinct — that's part of the definition.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Nārāyaṇa Paṇḍita,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the historical source for the systematic treatment of magic squares we will follow this module. Today we set the stage; Day 4 begins his explicit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2026-05-28T05:56:27Z</dcterms:created>
  <dcterms:modified xsi:type="dcterms:W3CDTF">2026-05-28T05:56:27Z</dcterms:modified>
</cp:coreProperties>
</file>