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The Stair-Step Method (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turagagati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reproduce Nārāyaṇa Paṇḍita's stair-step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algorithm to construct a 3×3 magic square from scratch, and will be able to state all five steps of the rule.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blank 3×3 grids (3 per student)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printed copy of the five-step rule (handout) — see Student-facing content below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turaga-gati; lit. "horse-step" or "knight-move") — Nārāyaṇa Paṇḍita's name for the diagonally-upward-right placement rule for constructing odd-order magic squares.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fluency: row-sum-to-15 quick fire. 5 rounds.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all built the 3×3 by guessing. Today we replace guessing with a method — Nārāyaṇa Paṇḍita's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rule from 1356 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the rule.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Five steps. Write them on the board. Have students copy.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574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574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stair-step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turagagati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method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for any odd-order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× n* square: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top-middle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cell.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 cell containing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move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up and one to the right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(diagonally up-right) to place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go off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edge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wrap to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bottom row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(same column you'd have landed in).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go off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edge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wrap to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left column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(same row).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destination cell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already filled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place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 in the cell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directly below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cell containing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instead.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9195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Continue until all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² cells are filled.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 live on the 3×3.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through cell-by-cell, narrating each step: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    1            2            3            4            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Cell:  (1, c2)      (off-top,    (off-right,  filled —     (off-top,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430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wrap to      wrap to      go directly  wrap to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176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bottom)      left col)    below)       bottom)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| 1 | .          . | 1 | .          . | 1 | .         . | 1 | .         2 | 1 | 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         ----------          ----------         ----------         ----------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| . | .    →     . | . | .    →     3 | . | .    →    3 | . | .    →     3 | . | 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         ----------          ----------         ----------         ----------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| . | .          . | . | 2          . | . | 2         4 | . | 2         4 | . | 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Continue: 6 (up-right from 5, wraps), 7 (up-right from 6, blocked → below), 8, 9. Final: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| 7 | 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| 5 |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82374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99831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| 3 | 8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 — this is exactly the square we discovered on Day 1. The method gave it to us directly, no guessing."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this work?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Brief preview: the method spreads numbers evenly across rows, columns, and diagonals in a structured way. The full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Senior-band material. For now, the algorithm produces a magic square; verify by summing.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activities/activity-01-stair-step-drill.md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constructs three 3×3 squares from scratch — first slowly, then faster.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check: did your neighbour get the same square? Verify magic constant = 15.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recap of the 5-step rule.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5: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apply the same algorithm to a 5×5. The rule does not change."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9765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9765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stair-step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turagagati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method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for any odd-order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× n* magic square: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top-middle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cell.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 cell with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move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up and one to the right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place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go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 the top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wrap to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bottom row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go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 the right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wrap to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left column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destination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already filled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place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directly below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cell containing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instead.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 | 7 | 6 --------- 9 | 5 | 1 --------- 4 | 3 | 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2976711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Nārāyaṇa Paṇḍita described this method in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Bhadragaṇita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(1356 CE). Modern textbooks sometimes call it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Siamese method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Loubère method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named for a European traveller who reported it from Siam in 1687. Nārāyaṇa described it 300+ years earlier.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 three 5×5 magic squares using the stair-step method. The magic constant should be 65 for all three. Yes — they will all be the same square. We'll discuss why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the method starting at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bottom-middle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 number 1 going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down-right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instead of up-right. Does it still produce a magic square? (Yes — a rotated version. Symmetry strikes again.)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Re-do the 3×3 construction with the rule sheet open in front of you. Speed comes later.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30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common student error is step 5 — when blocked, students go in random directions instead of "directly below." Drill this. Repeat: "blocked → directly below."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common error: students try to apply this method to a 4×4 square. Remind them this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odd-order only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4×4 needs a different method (Day 6).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students wrap (step 3 or 4), they often "lose" themselves on the grid. A useful trick: imagine the grid tiled — the cell at (off-top, column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is the same as (bottom row, column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around during the activity and correct misplacements early; mistakes compound.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Nārāyaṇa Paṇḍita,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primary source for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method we are using.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Plofker (2009),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Mathematics in India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secondary scholarly context.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2026-05-28T05:56:49Z</dcterms:created>
  <dcterms:modified xsi:type="dcterms:W3CDTF">2026-05-28T05:56:49Z</dcterms:modified>
</cp:coreProperties>
</file>