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How Many 3×3 Magic Squares Are There?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(a) discover that the 3×3 magic square with 1–9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up to symmetry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(b) list the 8 symmetries (4 rotations + 4 reflections), and (c) explain why 5 must occupy the centre.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3×3 grids (5 per pair) with the digits 1–9 listed – Coloured pencils (3 colours per student) – The Day-1 square visible on the 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way of moving or flipping a figure so that it looks the same in a different orientation.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turning around a centre by 90°, 180°, or 270°.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flipping across a line (horizontal, vertical, or one of the diagonals).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fluency: "row sums to 15 — give me the missing number." Quick 5 rounds. – Recall: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"Yesterday we proved the magic constant for a 3×3 is 15. Today's question: how many different 3×3 magic squares with 1–9 are there?"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3 student guesses. Write the guesses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5 must be in the centre.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Argue together: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149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centre cell sits on 4 lines: the middle row, the middle column, and both diagonals. – The four corner cells each sit on 3 lines (a row, a column, and one diagonal). – The four edge-middle cells each sit on 2 lines (a row and a column). – Sum of all lines = 4 × 15 = 60 (4 lines through the centre? — actually 8 lines total in a 3×3: 3 rows + 3 columns + 2 diagonals. Their sum is 8 × 15 = 120.) – In that sum of 120, each cell is counted as many times as the number of lines it sits on: centre counted 4 times, corners 3 times each, edges 2 times each. – Total: 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(corner sum)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(edge sum)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120, where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centre value. – Corner sum + edge sum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45 (the total of 1..9). So 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(corner+edge)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... — work it out together. The cleanest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82341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(Don't make them complete the full algebra — show the structure, conclude 5 = centre.)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3125539"/>
            <a:ext cx="8102798" cy="110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2, 4, 6, 8 must be at corners.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four corner cells must contain the four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numbers from 1–9 (which are 2, 4, 6, 8). Reason: corners sit on diagonals — and the diagonals also sum to 15. With 5 in the centre, each diagonal pair must sum to 10. Pairs from 1–9 (excluding 5) summing to 10 are (1,9), (2,8), (3,7), (4,6). The two diagonals use four of these — pick any two pairs. The remaining four numbers (the odd or even ones, depending on the pair choice) end up at the edges. Most cleanly: even numbers at corners.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433164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 symmetries.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Demonstrate on the board. Take the Day-1 square and: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70237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Rotate 90°, 180°, 270° — three new arrangements. – Reflect horizontally, vertically, and across each diagonal — four more. – Total: 8 different-looking arrangements, all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 up to symmetry.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520511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(state, don't prove):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is exactly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3×3 magic square with 1–9,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symmetry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Counting all 8 rotated/reflected versions, you get 8 grids that all share the same essential structure.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578405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Find all 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pair starts with the Day-1 square. They must produce all 8 rotated/reflected versions on their own paper. – Verify each by checking one row sums to 15. – Pair share: any two pairs swap, and compare — did they get the same 8?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"There is essentially ONE 3×3 magic square with 1–9. Eight different orientations of the same square. Tomorrow we ask: is there 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construct magic squares of any size — not just 3×3?"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4: Nārāyaṇa's stair-step method.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502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502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only ONE 3×3 magic square with 1–9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up to symmetry.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rotations and 4 reflections together produce 8 grid arrangements. They all share the same structure: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in the centre. - The four even numbers (2, 4, 6, 8) are at the four corners. - The four odd numbers other than 5 (1, 3, 7, 9) are at the four edge-middles.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 | 7 | 6 6 | 7 | 2 --------- --------- 9 | 5 | 1 1 | 5 | 9 ← reflection (horizontal flip) --------- --------- 4 | 3 | 8 8 | 3 | 4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6123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arrangements; one square.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Take the 3×3 magic square and ask: if I change every entry by adding 10 (so the square becomes 12, 17, 16, 19, 15, 11, 14, 13, 18), is it still a magic square? What's the new magic constant? Verify one 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the same question for 4×4 magic squares — how many are there? Look it up (or estimate). The answer is 880 distinct 4×4 squares up to symmetry; that's a surprise.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memorise: 5 in the centre, even at corners. Use coloured pencils to highlight the pattern in the Day-1 square.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full proof that 5 must be central is a beautiful counting argument but takes 10 minutes if done thoroughly. Choose: either do it well, or do it briefly with hand-waves. Don't do it half-fast — that confuses more than it clarifies. – The "eight symmetries form a group" idea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dihedral group D₄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Don't introduce that name at Middle band — note it for yourself; it returns at Senior band. – A few students will produce a "9th" square that turns out to be one of the 8 in disguise. Walk them through which symmetry transforms theirs into the original.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discusses equivalence classes of magic squares (paraphrased).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2026-05-28T04:25:37Z</dcterms:created>
  <dcterms:modified xsi:type="dcterms:W3CDTF">2026-05-28T04:25:37Z</dcterms:modified>
</cp:coreProperties>
</file>