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Gifts from India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 is IKS? · Grades 3–5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chant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909042"/>
            <a:ext cx="0" cy="611981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99542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"Zero! Yoga! Ayurveda! Vedic Math! Music!" "Five gifts from India to the whole wide world!"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60987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Sing every day.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Gift 1: Zero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most powerful number!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Without zero we couldn't write 10, 100, 1000.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India invented zero as a number ~1500 years ago.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Gift 2: Yoga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Moving with breath.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Yoga = "to join."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Body + breath + mind.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Gift 3: Ayurveda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old Indian way of staying healthy.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Three friends in your body: Vāta (wind), Pitta (fire), Kapha (water).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Gift 4: Vedic Math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Fast counting tricks!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Like: 23 × 11 = 253. (Split, add, put in the middle.)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Gift 5: Indian Classical Music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Special sounds called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rāga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Different rāgas for different times of day.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Aryabhata's big idea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He said: WE spin, not the sky.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He was right!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He was 1000 years before anyone in Europe figured this out.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Pick ONE gift. Make a poster, model, OR 30-second story.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10 = Show &amp; Tell. Sticker for everyone!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Sing it one more time!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98513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198513"/>
            <a:ext cx="0" cy="611981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38901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"Zero! Yoga! Ayurveda! Vedic Math! Music!"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01 — What Is Iks — Primary</dc:title>
  <dc:subject>PptxGenJS Presentation</dc:subject>
  <dc:creator>IKS Curriculum</dc:creator>
  <cp:lastModifiedBy>IKS Curriculum</cp:lastModifiedBy>
  <cp:revision>1</cp:revision>
  <dcterms:created xsi:type="dcterms:W3CDTF">2026-05-25T03:57:27Z</dcterms:created>
  <dcterms:modified xsi:type="dcterms:W3CDTF">2026-05-25T03:57:27Z</dcterms:modified>
</cp:coreProperties>
</file>