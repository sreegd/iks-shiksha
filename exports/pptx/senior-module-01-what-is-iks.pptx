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67994" y="1315938"/>
            <a:ext cx="340786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97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8495" y="1544389"/>
            <a:ext cx="208701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39169" y="2331541"/>
            <a:ext cx="646551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IKS? Critical Survey + Policy Question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97757" y="2867323"/>
            <a:ext cx="174848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Grades 9–12 · 10 sessions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8844" y="3499693"/>
            <a:ext cx="10861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facts to start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intellectual traditions IKS refers to are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millennia old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label "IKS" as a unified category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post-2000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codified by NEP 2020 §4.6.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235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facts are real. Both matter.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honest framings to choose from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206112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knowingly.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Canonical 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112677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1126778"/>
          </a:xfrm>
          <a:prstGeom prst="line">
            <a:avLst/>
          </a:prstGeom>
          <a:noFill/>
          <a:ln w="47625">
            <a:solidFill>
              <a:srgbClr val="5D1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Vedas × 4 layers (Saṃhitā → Brāhmaṇa → Āraṇyaka → Upaniṣad)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21056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Vedangas (auxiliary disciplines)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851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Upavedas (applied sciences)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5971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darśanas (philosophical schools)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342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modern syntheses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Six Darśanas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285139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(Plus Buddhism, Jainism, Cārvāka — Indian but NON-āstika.)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source: Ṛg Veda 1.1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agnim īḷe purohitaṁ yajñasya devam ṛtvijam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098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praise Agni, the household priest, the divine officiant of the sacrifice..."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18993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earliest layer of Indian intellectual life — ritual hymns.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source: Īśa Upaniṣad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īśā vāsyam idaṁ sarvaṁ yat kiñca jagatyāṁ jagat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098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"Whatever moves in this moving world is enveloped by the Lord."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18993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later layer — abstract metaphysical reflection.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18881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Veda contains both. "Vedic" is a span, not a single voice.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Indian Mathematics — specifics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Bakhshali manuscript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(~7th c. CE) — earliest zero-as-number.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Bhāskara II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(1150 CE)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Līlāvatī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solved Pell's equation 500 yrs before Pell.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Mādhava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(~14th c. CE) — infinite series for π, 300 years before Leibniz.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Indian Astronomy — specifics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Aryabhata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(~500 CE) — earth rotates on axis; π to 4 decimals.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Sūrya-siddhānta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planetary calculations; earth's circumference ~1% accurate.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Varāhamihira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compared 5 systems including Greek-derived.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Yavana exchange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Indo-Greek kingdoms (~2nd c. BCE – 1st c. CE) created sustained scholarly exchange.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astronomers ACTIVELY engaged Greek astronomical work.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"Pure Indian" framings don't survive contact with the evidence.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7648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 is also an achievement.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Madhava-Leibniz question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Mādhava had the π series ~300 years before Leibniz.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it still called "Leibniz series" in most textbooks?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8798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European publication pipeline dominated.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Kerala school's work not translated to European languages until late.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correction is in progress.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3462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what real intellectual history looks like.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policy debate — three positions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206112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have scholarly defenders. Steel-man all three.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7: structured debate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3-min argument per group + 1-min cross-questions.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Required: clear position + 2 strongest arguments + 1 steel-manned counter to each other position.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Your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5–6 page paper. Topic options: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intellectual achievement (with limits)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debate position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study (India vs Greece/China/Arab)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Boundary question for "IKS"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Required elements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thesis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≥1 primary source (IAST + translation)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≥1 scholarly source (Plofker / Pollock / Wujastyk / Cardona)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≥1 comparative or policy source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Steel-manned counter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Works-cited (MLA or Chicago)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Avoid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Triumphalism ("Indians invented everything")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Dismissal ("It's all religion")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Uncritical NEP boosterism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Strawmanning the policy positions you don't hold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35-min summative quiz + 5–6 page paper submission + reflection.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 take home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map of Indian intellectual traditions at scholarly depth.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source reading skill (Sanskrit + IAST).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defensible position on a politically charged debate.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research paper.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Plofker (2009), Pollock (2006), Wujastyk (2003)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Olivelle (1996), Cardona (1997), Matilal (1986)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Lloyd &amp; Sivin (2002), Saliba (2007)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NEP 2020, Thapar (2014)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01 — What Is Iks — Senior</dc:title>
  <dc:subject>PptxGenJS Presentation</dc:subject>
  <dc:creator>IKS Curriculum</dc:creator>
  <cp:lastModifiedBy>IKS Curriculum</cp:lastModifiedBy>
  <cp:revision>1</cp:revision>
  <dcterms:created xsi:type="dcterms:W3CDTF">2026-05-25T03:57:35Z</dcterms:created>
  <dcterms:modified xsi:type="dcterms:W3CDTF">2026-05-25T03:57:35Z</dcterms:modified>
</cp:coreProperties>
</file>