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86361" y="1315938"/>
            <a:ext cx="337127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29630" y="1544389"/>
            <a:ext cx="2484739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988436" y="2331541"/>
            <a:ext cx="516712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Panchabhūta — The Five Elements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86221" y="2867323"/>
            <a:ext cx="177140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6–8 · 10 sessions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9338" y="349969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around you right now?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things (your desk, the floor)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things (water bottle)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and light (tube light, sunlight)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(breath, breeze)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and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everything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old framework, still useful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1500 BCE, thinkers in the Indian subcontinent organised all of this into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categories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called them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pañca-mahābhūta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great elements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they come from?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Sāṅkhya tradition says the elements emerge in a sequence: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98513"/>
            <a:ext cx="8331398" cy="61198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98513"/>
            <a:ext cx="0" cy="61198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8901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ākāśa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vāyu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tejas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pṛthvī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18993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first. Earth last.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quality-count rule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new element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qualities of the elements before it,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one new quality of its own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87984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ākāśa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1 quality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vāyu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2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3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4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pṛthvī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5 — all the qualities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846487"/>
            <a:ext cx="8331398" cy="84296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4876" y="2846487"/>
            <a:ext cx="0" cy="842962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2051" y="3036987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"Earth has five qualities, water four, fire three, air two, and sky one — sound." — Śrīmad-Bhāgavatam 3.26.50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qualities (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i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tanmātras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earth have all five?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9851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soil shift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its texture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its colour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Taste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(you have, as a child)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Smell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after rain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54436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stuff is perceivable in every way.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sources we'll cite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Śrīmad-Bhāgavatam (especially Canto 3, Sāṅkhya cosmology)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Specifically SB 2.10.3, 3.5.36, 3.26.36, 3.26.44, 3.26.50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cached in our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.rag-cache/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folder — verifiable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this have to do with science class?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frameworks: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9851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Pañcabhūta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organises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stuff and space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(sensory categories).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periodic table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organises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(118 of them).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81302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still in use. Both useful for different questions.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a candle flame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Pañcabhūta lens: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Dominant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(heat + light + transformation), touching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vāyu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(air feeds it),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ākāśa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(space around it).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chemistry lens: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Combustion: hydrocarbon (wax) + O₂ → CO₂ + H₂O + light + heat. The flame is incandescent gas.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object, two complete descriptions.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balanced environment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healthy place has all five elements in balance.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one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overloaded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depleted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others suffer.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Imbalance examples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Activity: Element Sort (Day 4)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3 objects from home.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pairs, sort 5 objects per pair into the five-element trays.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 element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elements present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tanmātra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Sense Station Rotation (Day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stations, one per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tanmātra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minutes each.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which station gives you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one perception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once.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Element Walk (Day 7)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20 min in your neighbourhood.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ONE place where one element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balance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Document: location, observation, one observable consequence, one small action.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Project (Days 8–10)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element. Choose a format: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98513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2-min live demo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1-page story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90-sec video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Infographic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song / poem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78814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Show: (a) what tradition says, (b) one science parallel, (c) one local imbalance.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grade you 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accuracy (×2)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sources (×2) — must cite one verse or reference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Modern-science parallel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Local-imbalance connection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Originality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/ craft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4986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rubric.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reminder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141922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909042"/>
            <a:ext cx="0" cy="1419225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99542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not a competition between frameworks.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6862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chemists still use the words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solid, liquid, gas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3770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musicians still teach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śabda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90678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frameworks survive because both are useful.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20-min summative quiz (closed book)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3-min project presentations + 1-min Q&amp;A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slip submitted with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86361" y="1021407"/>
            <a:ext cx="337127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2987" y="1249859"/>
            <a:ext cx="8498026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13 preview: Indic Ecology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895622" y="2582912"/>
            <a:ext cx="335260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 behind Day 7 has a Sanskrit name: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78085" y="2872383"/>
            <a:ext cx="378783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Vasudhaiva Kuṭumbakam</a:t>
            </a:r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"the earth is one family."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1516" y="3161854"/>
            <a:ext cx="14609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come back to it.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49338" y="3794224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floor.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śubham astu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"may there be auspiciousness"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02 — Panchabhuta — Middle</dc:title>
  <dc:subject>PptxGenJS Presentation</dc:subject>
  <dc:creator>IKS Curriculum</dc:creator>
  <cp:lastModifiedBy>IKS Curriculum</cp:lastModifiedBy>
  <cp:revision>1</cp:revision>
  <dcterms:created xsi:type="dcterms:W3CDTF">2026-05-25T02:42:56Z</dcterms:created>
  <dcterms:modified xsi:type="dcterms:W3CDTF">2026-05-25T02:42:56Z</dcterms:modified>
</cp:coreProperties>
</file>