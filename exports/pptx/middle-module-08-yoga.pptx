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81508" y="1315938"/>
            <a:ext cx="258098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16727" y="1544389"/>
            <a:ext cx="2510546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186176" y="2331541"/>
            <a:ext cx="277149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and the Body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621463" y="2867323"/>
            <a:ext cx="39009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6–8 · 10 sessions · ~15 min movement per class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definitions of yoga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Patañjali (YS 1.2):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"Yoga is the settling of the fluctuations of the mind."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22524"/>
            <a:ext cx="8331398" cy="61198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4876" y="1622524"/>
            <a:ext cx="0" cy="61198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051" y="181302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Bhagavad-gītā (2.50):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"Yoga is skill in action."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232335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yuj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means "to yoke" — to join body, breath, and attention.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Eight Limbs (Aṣṭāṅga)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337825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Limbs 1–2: conduct. 3–4: body. 5–8: mind.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focus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work mainly with limbs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(āsana)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(prāṇāyāma).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knowing the other six is the map.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Foundational Āsanas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Tāḍāsana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mountain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Vṛkṣāsana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tree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Baddha-koṇāsana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bound-angle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child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Sukhāsana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easy seat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25489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safe to practise daily at home.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Vṛkṣāsana safety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lifted foot goes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standing knee.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side of the knee.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(Medial cruciate strain risk.)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Sūrya Namaskāra — 12 poses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flow. Symmetric: poses 1–6 mirror 12–7.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Sūrya Namaskāra — breath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body = inhale, fold body = exhale.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2–3 rounds at this band.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movement over quantity of rounds.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Prāṇāyāma at our level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Natural-breath observation (5 min)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Counted breath: 4 in, 4 out (5 min)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the gap between inhale and exhale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568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DON'T do: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358926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 retention (kumbhaka)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Forceful breathing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Bhastrikā, kapālabhāti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scripture anchor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prāṇāyāmena tṛ-vṛtā prāṇendṛya-mano-malam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śanair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vyudasyābhidhyāyen ...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22524"/>
            <a:ext cx="8331398" cy="84296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4876" y="1622524"/>
            <a:ext cx="0" cy="842963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051" y="181302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"Through the threefold prāṇāyāma practice, one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gradually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purifies the breath, senses, and mind." — Śrīmad-Bhāgavatam 4.8.44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255433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word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śanair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"gradually."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slow breath calms 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modes of the body: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08716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vagus nerve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carries parasympathetic signals.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3766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exhalation stimulates the vagus nerve.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in physiology terms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counted breath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vagus → calm body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folds / child's pose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head below heart → calming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Backbends / inversions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energising (we don't teach inversions here)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 Namaskāra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mixed = balanced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01111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magic. Physiology.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stress-recovery sequence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before exams, after stress, any time: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Tāḍāsana — 30 sec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Uttānāsana — 30 sec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Balāsana — 60 sec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Sukhāsana + counted breath — 60 sec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Tāḍāsana — 30 sec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54436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3.5 minutes. Works because of vagus, not magic.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Project: 5-minute routine (Days 8–10)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 audience: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 (energising)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(restorative)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Younger siblings (playful)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Classmates pre-exam (calming)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30058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Required: 3+ āsanas, 1 breath element, 1 source citation, opening + closing.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± 30 sec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inversions, no advanced backbends, no breath retention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does the routine alongside you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Rubric (out of 30 + 10 presentation)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Āsana accuracy and safety (×2)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 co-ordination (×1.5)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fit (×1.5)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sources (×1)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 (×1)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(×1)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4986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10 for presentation.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20-min summative quiz (closed notebook)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 routine showcase (class follows along)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slip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we'll cite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Patañjali,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 Sūtra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eight limbs framework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Bhagavad-gītā Ch. 4, 6 — breath sacrifice, dhyāna-yoga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Śrīmad-Bhāgavatam 4.8.44 — prāṇāyāma verse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Veda, Secrets from the East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(Prabhupāda) — BG's treatment of the limbs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011114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cached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.rag-cache/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take home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safe āsanas you can do daily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Sūrya Namaskāra with breath co-ordination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Natural-breath observation (no retention)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8-limb framework as a map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designed routine you can teach others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 reminder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slice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 much broader yoga tradition.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focus on the physical limbs taught in modern schools, anchored in classical sources.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deeper, more devotional, more philosophical limbs. We're starting with the body and breath.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namaste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"I bow to you"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Tāḍāsana to close.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08 — Yoga — Middle</dc:title>
  <dc:subject>PptxGenJS Presentation</dc:subject>
  <dc:creator>IKS Curriculum</dc:creator>
  <cp:lastModifiedBy>IKS Curriculum</cp:lastModifiedBy>
  <cp:revision>1</cp:revision>
  <dcterms:created xsi:type="dcterms:W3CDTF">2026-05-25T02:42:55Z</dcterms:created>
  <dcterms:modified xsi:type="dcterms:W3CDTF">2026-05-25T02:42:55Z</dcterms:modified>
</cp:coreProperties>
</file>