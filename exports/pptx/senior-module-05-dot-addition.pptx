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66588" y="1315938"/>
            <a:ext cx="361067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997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05 — DOT ADDITION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528495" y="1544389"/>
            <a:ext cx="2087011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5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02534" y="2331541"/>
            <a:ext cx="833878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Bindu Paddhati, Tirthaji's Sūtras, and the Historicity Question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97757" y="2867323"/>
            <a:ext cx="174848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Grades 9–12 · 10 sessions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8844" y="3499693"/>
            <a:ext cx="108616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C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things this module asks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dot method at high speed (sub-60-sec on 5×5).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seriously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scholarly debate about Tirthaji's "Vedic" claim.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16 Sūtras (abbreviated)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304710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909042"/>
            <a:ext cx="0" cy="3047107"/>
          </a:xfrm>
          <a:prstGeom prst="line">
            <a:avLst/>
          </a:prstGeom>
          <a:noFill/>
          <a:ln w="47625">
            <a:solidFill>
              <a:srgbClr val="5D1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3599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Ekādhikena Pūrveṇa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21056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Nikhilam Navataścaramaṁ Daśataḥ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851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Ūrdhva-Tiryagbhyāṁ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5971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Parāvartya Yojayet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342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Śūnyaṁ Sāmyasamuccaye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190887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(Ānurūpye) Śūnyam Anyat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627" y="208344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Sankalana Vyavakalanābhyām ← addition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1627" y="225802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 Pūraṇāpūraṇābhyām           ← addition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1627" y="243259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 Calana-Kalanābhyām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1627" y="260717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 Yāvadūnam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1627" y="278174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 Vyaṣṭi-Samaṣṭiḥ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1627" y="2956322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 Śeṣānyaṅkena Caramena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1627" y="313089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 Sopāntya-dvayam Antyam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1627" y="330547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 Ekanyūnena Pūrveṇa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1627" y="348004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 Guṇitasamuccayaḥ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1627" y="365462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 Guṇaka Samuccayaḥ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 honest framing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dot method itself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one of the 16 sūtras.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 20th-century pedagogical technique that uses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spirit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sūtras 7 and 8.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honesty is the foundation of the module.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Tirthaji's claim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909042"/>
            <a:ext cx="0" cy="611981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99542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"The sūtras (aphorisms) of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Atharva-veda Pariśiṣṭa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..." — Tirthaji,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Vedic Mathematics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(1965), Preface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60987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claimed the 16 sūtras come from a Vedic appendix-text.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provenance puzzle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other scholar has ever produced the manuscript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that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Pariśiṣṭa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Tirthaji died (1960) before publication. The book is posthumous (1965).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S. G. Dani's 1993 critique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critiques: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9851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manuscript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produced.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Sanskrit style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the sūtras is not Vedic.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European parallels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(Trachtenberg, etc.) suggest convergence, not Vedic origin.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5680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 is a respected mathematician at TIFR / IIT Bombay.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What's at stake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179769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possibilities are honest about the math.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Dot method at senior speed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Target: 5-addend × 5-digit sums in under 60 seconds.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skill multipliers: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8798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Eye scan pattern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(jump, don't serial-scan)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running total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(no recompute)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Carry insertion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(write carry as tiny digit at top of next column)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Sūtra in action — Sankalana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77762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909042"/>
            <a:ext cx="0" cy="777627"/>
          </a:xfrm>
          <a:prstGeom prst="line">
            <a:avLst/>
          </a:prstGeom>
          <a:noFill/>
          <a:ln w="47625">
            <a:solidFill>
              <a:srgbClr val="5D1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3599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+ 9 = 33 + 10 − 1 = 42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21056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234 + 98 = 234 + 100 − 2 = 332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851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53 − 9 = 53 − 10 + 1 = 44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6301" y="1775520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named sūtra: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Sankalana Vyavakalanābhyām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by addition and by subtraction.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Sūtra in action — Pūraṇāpūraṇābhyāṁ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4284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909042"/>
            <a:ext cx="0" cy="428476"/>
          </a:xfrm>
          <a:prstGeom prst="line">
            <a:avLst/>
          </a:prstGeom>
          <a:noFill/>
          <a:ln w="47625">
            <a:solidFill>
              <a:srgbClr val="5D1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3599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+ 53 = 100   (complete to base)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6301" y="142636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dot method, every dot is a "completion to 10" — that's literally this sūtra.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171583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named sūtra: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Pūraṇāpūraṇābhyāṁ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by completing or non-completing.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Base-n generalisation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any base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9851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dot represents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used up.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Dot count = carry to next column.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Procedure is identical.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69455"/>
            <a:ext cx="8331398" cy="6030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0113" y="2069455"/>
            <a:ext cx="0" cy="603052"/>
          </a:xfrm>
          <a:prstGeom prst="line">
            <a:avLst/>
          </a:prstGeom>
          <a:noFill/>
          <a:ln w="47625">
            <a:solidFill>
              <a:srgbClr val="5D1D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1627" y="219640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8: column 4, 7, 3, 6, 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237098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25_(10) = 31_(8). Units=1, carry=3.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301" y="276135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Beautiful. Generalises cleanly.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6 reading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Dani, S. G. (1993). "Myths and Reality: On Vedic Mathematics."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Frontline.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Reprinted 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Resonance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(2001).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it. Note Dani's three critiques. Form your position.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7 debate — three positions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— Defend "Vedic"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the label is appropriate.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— Drop "Vedic"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call it Tirthaji's sūtras or Indian mental arithmetic.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— Hybrid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retain "Vedic" with explicit caveat about contested provenance.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Your project — choose a track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34492"/>
            <a:ext cx="84980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 track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4901" y="1236018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Generalise the dot method to base-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prove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 to multiplication via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Ūrdhva-Tiryagbhyāṁ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 analysis vs. standard algorithm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132409"/>
            <a:ext cx="84980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 track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4901" y="2433935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Argue your labelling position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 Tirthaji's project in historical-political context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with Trachtenberg's parallel emergence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Required elements (all tracks)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thesis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3+ sources (Tirthaji + Dani + one more)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Counter-argument with response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Works-cited (MLA or Chicago)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10 = quiz + paper submission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35-min quiz. 5–6 page paper. Reflection slip.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Tirthaji (1965),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Vedic Mathematics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 (1993), "Myths and Reality"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Plofker (2009),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Mathematics in India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Vedic Mathematics Batch1.pdf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(Vedic Cultural Center)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Hayashi (1995),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Bakhshali Manuscript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you take home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Sub-60-second 4×4 mental arithmetic.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knowledge of all 16 Tirthaji sūtras.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Ability to generalise to non-decimal bases.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informed position on the historicity debate.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research paper.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Honest closing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dot method is real. Worth learning. Useful.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"Vedic" attribution is contested. That's not a problem — it's a chance to do real scholarship.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welcome.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05 — Dot Addition — Senior</dc:title>
  <dc:subject>PptxGenJS Presentation</dc:subject>
  <dc:creator>IKS Curriculum</dc:creator>
  <cp:lastModifiedBy>IKS Curriculum</cp:lastModifiedBy>
  <cp:revision>1</cp:revision>
  <dcterms:created xsi:type="dcterms:W3CDTF">2026-05-25T02:42:55Z</dcterms:created>
  <dcterms:modified xsi:type="dcterms:W3CDTF">2026-05-25T02:42:55Z</dcterms:modified>
</cp:coreProperties>
</file>