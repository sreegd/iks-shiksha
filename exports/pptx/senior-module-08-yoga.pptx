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97714" y="1315938"/>
            <a:ext cx="27484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53510" y="2331541"/>
            <a:ext cx="683698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Yoga: Patañjali, Physiology, and Modern Research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7757" y="2867323"/>
            <a:ext cx="17484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 9–12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Definitions of Yoga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Patañjali (YS 1.2):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yogaś citta-vṛtti-nirodhaḥ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"Yoga is the settling of the fluctuations of consciousness."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22524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876" y="1622524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18130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Bhagavad-gītā (2.50):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yogaḥ karmasu kauśalam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"Yoga is skill in action."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2336006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4876" y="2336006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051" y="252650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postural yoga: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physical postures + breath for health and wellness.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303683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same. Not incompatible. Different scopes.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Patañjali's Eight Limbs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proportions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Sūtras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total ~196 sūtras.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these, only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devoted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(YS 2.46–48).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postural yoga focuses on what Patañjali treats as one small piece.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Āsana per Patañjali (YS 2.46)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sthira-sukham āsanam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"Posture should be steady AND comfortable."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words. Dual condition.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"challenging." NOT "advanced." Steady-and-comfortable.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YS 2.47 — how to achieve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prayatna-śaithilyānanta-samāpattibhyām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means: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911995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prayatna-śaithilya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relaxation of effort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ananta-samāpatti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absorption into the infinite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Prāṇāyāma per Patañjali (YS 2.49)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tasmin sati śvāsa-praśvāsayor gati-vicchedaḥ prāṇāyāmaḥ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āsana is established, prāṇāyāma is the regulation of inhalation and exhalation.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āsana first, then prāṇāyāma.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YS 2.50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modifications: outer (exhale), inner (inhale), held (retention).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measurements: place, time, number.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dīrgha-sūkṣma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long and subtle.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Sūrya Namaskāra — the surprise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12-pose form was codified by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Raja of Aundh in the early 20th century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(1928).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Sanskrit names are old.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recent.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slow breath does — modern frame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vagus nerve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carries parasympathetic signals.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exhalation stimulates the vagus nerve.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Polyvagal theory (Porges 2009) nuances this with a three-tier model: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77745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Ventral vagal: social engagement / calm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Sympathetic: fight-flight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Dorsal vagal: shutdown / freeze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Limits of polyvagal theory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unchallenged. Grossman &amp; Taylor (2007) dispute specific vagal-tone claims.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cleanest claim that survives: slow exhale → parasympathetic activation.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 Porges as ONE framework, not as proof.)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Singleton's (2010) thesis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postural yoga is largely a 20th-century synthesis.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Components: classical Indian + 19th–20th c. European physical culture (gymnastics, bodybuilding).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figures: Krishnamacharya → Iyengar, Pattabhi Jois, Desikachar.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Singleton does NOT claim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"Yoga is fake."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"Patañjali is recent."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"Indians didn't invent yoga."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claims: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postural FORM is recent, even though many techniques are old.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reactions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students hear Singleton: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Diminishment: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"So it's not even real?"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Enrichment: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"Knowing the history makes the practice richer."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Resistance: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"This is Western academia attacking Indian culture."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reactions are legitimate. Engage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5–6 page research-synthesis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classical primary source (YS, BG, SB)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historical scholarly source (Singleton, De Michelis, Sjoman)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peer-reviewed modern study (Porges, Streeter, Pascoe)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thesis + steel-manned counter-argument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ideas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counted breath measurably affect HRV?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modern postural yoga meet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sthira-sukham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Singleton's thesis.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Patañjali's prāṇāyāma vs. polyvagal theory.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one āsana from earliest text to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— Senior band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Inversions ONLY with qualified teacher.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 retention ONLY with screening.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Default: natural + counted breath.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opt-out option.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= quiz + paper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35-min quiz. 5–6 page paper. Reflection.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primary-source reading of YS 1.2, 2.46–50.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practical foundation in 5 āsanas + Sūrya Namaskāra + counted breath.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Polyvagal-framework understanding of yoga's physiological effects.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view of modern postural yoga's specific 20th-century lineage.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research paper integrating classical + historical + modern sources.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closing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is many things. We've studied: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Patañjali's classical philosophical system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postural movement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physiology of slow breath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are real. None diminishes the others.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Mountain pose. Hands at heart.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— Yoga — Senior</dc:title>
  <dc:subject>PptxGenJS Presentation</dc:subject>
  <dc:creator>IKS Curriculum</dc:creator>
  <cp:lastModifiedBy>IKS Curriculum</cp:lastModifiedBy>
  <cp:revision>1</cp:revision>
  <dcterms:created xsi:type="dcterms:W3CDTF">2026-05-25T02:42:54Z</dcterms:created>
  <dcterms:modified xsi:type="dcterms:W3CDTF">2026-05-25T02:42:54Z</dcterms:modified>
</cp:coreProperties>
</file>