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Ten!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Grades 3–5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10-pairs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8989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it: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92014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592014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78251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and 9 make 10! 2 and 8 make 10! 3 and 7 make 10! 4 and 6 make 10! 5 and 5 make 10!"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you can find 10-pairs in a list, you can add MUCH faster.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Adding to 10 is easy.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Adding random numbers is hard.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pair (try it)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4284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4284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3  7  2  5  8  1  4  6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42636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many 10-pairs?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71583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(Answer: 3 + 7, 2 + 8, 4 + 6 — three pairs! Leftover: 5, 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by grouping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3013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301353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22992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Find pairs first: 6+4=10, 3+7=10. Leftover: 5+2=7.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25887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Total: 10+10+7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28781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Faster than adding one-by-one!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Add-9 Trick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030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603052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= 10 - 1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+ 9 = 33 + 10 - 1 = 42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160094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10. Take 1 away. Done.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189041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Try: 47 + 9 =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Dot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Sanskrit name: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Bindu Paddhati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It's a trick for adding LONG columns of LONG numbers.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You'll learn it fully in Grade 6.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648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Today — just watch a demo!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3013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301353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 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(carry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22992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DOT = one "10 used up" = carry.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trick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DOT METHOD uses the same 10-pairs you've practised!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10-pairs are the foundation.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That's why we're spending so much time on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pairs, design a "Make 10" game.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Anything: cards, board, dice, jumping.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Just include the Make-10 idea.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 7–10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7: sketch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8: build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9: test with another pair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10: play everyone's games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Celebration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⭐ Game has Make-10 ⭐⭐ Rules are clear ⭐⭐⭐ Game is fun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three = sticker!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for older grades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dot method: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Vedic Mathematics Batch1.pdf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§5.4 Vedic Cultural Center, Sammamish WA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(Teacher's reference, not yours yet — but soon!)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it one more time: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9851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9851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8901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and 9 make 10!..."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Five high-fives!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Dot Addition — Primary</dc:title>
  <dc:subject>PptxGenJS Presentation</dc:subject>
  <dc:creator>IKS Curriculum</dc:creator>
  <cp:lastModifiedBy>IKS Curriculum</cp:lastModifiedBy>
  <cp:revision>1</cp:revision>
  <dcterms:created xsi:type="dcterms:W3CDTF">2026-05-25T02:42:47Z</dcterms:created>
  <dcterms:modified xsi:type="dcterms:W3CDTF">2026-05-25T02:42:47Z</dcterms:modified>
</cp:coreProperties>
</file>