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46354" y="1315938"/>
            <a:ext cx="465114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99792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03 — AYURVEDA GOOD HEALTH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528495" y="1544389"/>
            <a:ext cx="2087011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3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3335" y="2331541"/>
            <a:ext cx="749733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6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Ayurveda: Classical Foundations and Modern Evidence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97757" y="2867323"/>
            <a:ext cx="174848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Grades 9–12 · 10 sessions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28844" y="3499693"/>
            <a:ext cx="1086163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C5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Ayurveda's place in IKS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Upaveda of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Atharva Veda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comprehensive medical system, not just herbalism.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8 branches (aṣṭāṅga)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198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Kāya-cikitsā — internal medicine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Bāla-cikitsā — pediatrics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Graha-cikitsā — psychiatry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Ūrdhvāṅga-cikitsā — ENT, ophthalmology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Śalya-tantra — surgery (Sushruta)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Daṁṣṭra-cikitsā — toxicology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Jarā-cikitsā — geriatrics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Vṛṣa-cikitsā — reproductive medicine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bṛhattrayī ("great three")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Caraka's definition of life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909042"/>
            <a:ext cx="8331398" cy="61198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909042"/>
            <a:ext cx="0" cy="611981"/>
          </a:xfrm>
          <a:prstGeom prst="line">
            <a:avLst/>
          </a:prstGeom>
          <a:noFill/>
          <a:ln w="57150">
            <a:solidFill>
              <a:srgbClr val="9979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99542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śarīrendṛyasattvātmasaṁyogo dhāri jīvitam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6301" y="160987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Body + senses + mind + self.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189934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4-component definition. Not just biology.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Caraka's epistemology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pramāṇas (means of valid knowledge):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9851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Āpta-upadeśa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authoritative teaching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Pratyakṣa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direct perception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Anumāna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inference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05680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(Compare with Aristotle's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Posterior Analytics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Tridosha in depth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dosha has FIVE sub-types with anatomical locations.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E.g. Pitta sub-types: Pācaka (digestive), Rañjaka (coloring), Sādhaka (intellect), Ālocaka (vision), Bhrājaka (skin).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7533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framework is more granular than "fire dosha."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Modern engagement with Tridosha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Prasher et al. (2008) — some gene-expression differences by prakṛti type.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Patwardhan (2014) — "Ayurgenomics."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Critical: dosha-as-biomarker has mixed evidence; dosha-as-clinical-heuristic has utility.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76733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Distinguish the claims.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Modern evidence map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Reading an RCT abstract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Hedge words matter: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98513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"may"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"possibly"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"limited data"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"further research needed"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30058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These are the signals of honest science.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BG 6.17 — the convergence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909042"/>
            <a:ext cx="8331398" cy="61198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909042"/>
            <a:ext cx="0" cy="611981"/>
          </a:xfrm>
          <a:prstGeom prst="line">
            <a:avLst/>
          </a:prstGeom>
          <a:noFill/>
          <a:ln w="57150">
            <a:solidFill>
              <a:srgbClr val="9979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99542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yuktāhāra-vihārasya yukta-ceṣṭasya karmasu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yukta-svapnāvabodhasya yogo bhavati duḥkha-hā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6301" y="160987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activities to regulate: eating, recreation, work, sleep, waking.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189934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lifestyle medicine arrives at the same answers — by different methods.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integration debate — 3 positions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2061121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three defensible. Skill = steel-manning all three.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Your project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5–6 page paper. Topics: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98513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 intervention (curcumin, triphala, etc.)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Tridosha as heuristic vs classification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Dinacharya + circadian biology convergence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AYUSH integration policy question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Sushruta's surgical legacy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1500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 thesis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≥1 classical primary (IAST + translation)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≥1 peer-reviewed modern empirical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≥1 historical/scholarly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Steel-manned counter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Works-cited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 rule — medical caveat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Nothing in this module is medical advice.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8586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have any condition, your existing care continues.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7533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module teaches the framework; medical decisions = qualified physician.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10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35-min quiz + 5–6 page paper + reflection.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you take home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Ayurveda mapped at scholarly depth.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source reading skill (Caraka in IAST).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discipline of evidence-discrimination.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defensible position on a politically charged debate.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research paper.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909042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Wujastyk (2003), Patwardhan et al. (2015)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Aggarwal &amp; Harikumar (2009)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Panda (2018)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Caraka Saṃhitā — Sharma (1981)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BG 6.17 — Bryant (2009)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Module 03 — Ayurveda Good Health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03 — Ayurveda Good Health — Senior</dc:title>
  <dc:subject>PptxGenJS Presentation</dc:subject>
  <dc:creator>IKS Curriculum</dc:creator>
  <cp:lastModifiedBy>IKS Curriculum</cp:lastModifiedBy>
  <cp:revision>1</cp:revision>
  <dcterms:created xsi:type="dcterms:W3CDTF">2026-05-25T03:57:34Z</dcterms:created>
  <dcterms:modified xsi:type="dcterms:W3CDTF">2026-05-25T03:57:34Z</dcterms:modified>
</cp:coreProperties>
</file>