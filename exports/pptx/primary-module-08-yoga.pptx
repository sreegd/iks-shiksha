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87047" y="1602879"/>
            <a:ext cx="296990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07A5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08 — YOGA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930752" y="1831330"/>
            <a:ext cx="5282348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Yoga for Little Ones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736620" y="2580382"/>
            <a:ext cx="167061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Grades 3–5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977990" y="3212753"/>
            <a:ext cx="11878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yoga?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Sanskrit word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yoga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means "to join."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We join three things together: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8798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Body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(movement)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Breath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Mind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(attention)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Five Poses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Mountain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(tāḍāsana)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Tree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(vṛkṣāsana) — like a flamingo!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(balāsana) — like a sleeping puppy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Cat-Cow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(mārjārī-bidalāsana)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Bumblebee Breath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(bhrāmarī)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87047" y="1313408"/>
            <a:ext cx="296990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07A5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08 — YOGA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59516" y="1541859"/>
            <a:ext cx="5624819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Mountain (tāḍāsana)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66487" y="2290911"/>
            <a:ext cx="181087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Stand tall. Feet rooted.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89432" y="2580382"/>
            <a:ext cx="396498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Pretend a string is pulling the top of your head up.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94906" y="2869853"/>
            <a:ext cx="235418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Breathe like a calm mountain.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77990" y="3502223"/>
            <a:ext cx="11878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87047" y="1313408"/>
            <a:ext cx="296990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07A5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08 — YOGA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1024" y="1541859"/>
            <a:ext cx="6901952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Tree (vṛkṣāsana) — Safety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988374" y="2290911"/>
            <a:ext cx="316725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Foot above OR below the standing knee.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759239" y="2580382"/>
            <a:ext cx="162537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NEVER</a:t>
            </a:r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on the knee.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74145" y="2869853"/>
            <a:ext cx="299556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Wobble is OK. Falling is OK. Try again!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77990" y="3502223"/>
            <a:ext cx="11878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87047" y="1313408"/>
            <a:ext cx="296990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07A5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08 — YOGA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491124" y="1541859"/>
            <a:ext cx="6161752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Child's pose (balāsana)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033763" y="2290911"/>
            <a:ext cx="307647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Knees wide. Forehead to mat (or fists).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52481" y="2580382"/>
            <a:ext cx="20388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This is REST. Slow breath.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93272" y="2869853"/>
            <a:ext cx="295730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Anytime you feel tired — child's pose.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77990" y="3502223"/>
            <a:ext cx="11878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87047" y="1313408"/>
            <a:ext cx="296990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07A5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08 — YOGA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57451" y="1541859"/>
            <a:ext cx="2228948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Cat-Cow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873245" y="2290911"/>
            <a:ext cx="139736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Hands and knees.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78979" y="2580382"/>
            <a:ext cx="618604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Inhale → cow</a:t>
            </a:r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(belly drops, head up) </a:t>
            </a:r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Exhale → cat</a:t>
            </a:r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(back rounds, chin tucks)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300" y="2869853"/>
            <a:ext cx="219539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Moo and meow are allowed!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77990" y="3502223"/>
            <a:ext cx="11878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Bumblebee Breath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Sit cross-legged.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Breathe in. Hum out —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"Mmmmmmm"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Feel the buzz in your head.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76480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(Skip if you have asthma — just breathe normally.)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87047" y="1313408"/>
            <a:ext cx="296990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07A5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08 — YOGA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42737" y="1541859"/>
            <a:ext cx="6058525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Animal Yoga Walk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914080" y="2290911"/>
            <a:ext cx="131569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All five together: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71996" y="2580382"/>
            <a:ext cx="620000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Mountain → Flamingo → Sleeping Puppy → Cat-Cow → Bumblebee → Mountain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98292" y="2869853"/>
            <a:ext cx="13472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About 4 minutes.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77990" y="3502223"/>
            <a:ext cx="11878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 your own pose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rules: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9851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SAFE (no jumping, no headstands)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HOLDABLE for 10 seconds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Has a NAME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05680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name can be anything — animal, Sanskrit-sounding, made-up.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project (Days 7–10)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7: invent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8: draw + name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9: practise teaching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10: teach the class for 1 minute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201111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Sticker for everyone!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reminders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Knees soft in tree pose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Forehead can rest on fists if it doesn't reach the mat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Bumblebee = humming only, no holding breath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Opt out any time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don't do at this 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 headstands or shoulder stands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 big backbends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 breath holding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 competing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201111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We're just having fun and moving!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87047" y="1313408"/>
            <a:ext cx="296990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07A5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08 — YOGA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170539" y="1541859"/>
            <a:ext cx="2802922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46902" y="2290911"/>
            <a:ext cx="18501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Mountain pose to close.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962506" y="2580382"/>
            <a:ext cx="12188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Hands at heart.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32897" y="2869853"/>
            <a:ext cx="20782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Namaste</a:t>
            </a:r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I bow to you.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77990" y="3502223"/>
            <a:ext cx="11878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08 — Yoga — Primary</dc:title>
  <dc:subject>PptxGenJS Presentation</dc:subject>
  <dc:creator>IKS Curriculum</dc:creator>
  <cp:lastModifiedBy>IKS Curriculum</cp:lastModifiedBy>
  <cp:revision>1</cp:revision>
  <dcterms:created xsi:type="dcterms:W3CDTF">2026-05-25T02:40:01Z</dcterms:created>
  <dcterms:modified xsi:type="dcterms:W3CDTF">2026-05-25T02:40:01Z</dcterms:modified>
</cp:coreProperties>
</file>