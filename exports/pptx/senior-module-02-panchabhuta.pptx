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53230" y="1117848"/>
            <a:ext cx="363739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34629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2987" y="2133451"/>
            <a:ext cx="849802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Pañcabhūta — Sāṅkhya Cosmology and Cross-Cultural Comparison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7757" y="3065413"/>
            <a:ext cx="17484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9–12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697784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persistent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categories of stuff (and not-stuff) does the world come in?"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culture's natural philosophers asked this.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three answers — Greek, Sāṅkhya, modern.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frameworks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25 Tattvas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8250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825079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 puruṣa — consciousness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 prakṛti — primordial nature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 buddhi / mahat — intellect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 ahaṅkāra — ego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 manas — mind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20–16. indriyas (sense organs)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834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15–11. karmendriyas (action organs)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580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10–6. tanmātras (subtle essences)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3259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5–1. mahābhūtas (gross elements)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301" y="282297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bhūtas are the most concrete (bottom) layer.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Bhūta–Tanmātra–Indriya Symmetry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58797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One-to-one, symmetric,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Quality-count rule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bhūta inherits prior qualities + adds its own.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8774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consequence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arbitrary stipulation.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source: SB 3.26.36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mṛdutvaṁ kaṭhinatvaṁ ca śaityam uṣṇatvam eva ca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etat sparśasya sparśatvaṁ tanmātratvaṁ nabhasvataḥ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Word-by-word: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911995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mṛdutvam = softness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kaṭhinatvam = hardness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śaityam = cold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uṣṇatvam = heat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sparśasya sparśatvam = "touch-ness of touch"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tanmātratvaṁ nabhasvataḥ = the subtle essence of 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 the move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"Touch-ness of touch"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the verse names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a category.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sophisticated philosophical work.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modern dictionary: "touch — to come into physical contact with."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Aristotle's aither vs Sāṅkhya's ākāśa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Aither: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Substance of celestial spheres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Incorruptible, perfect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in the heavens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926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medium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a defining quality (sound)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 terrestrial AND celestial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21721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same. Don't conflate.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science: what it adds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structure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chemistry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Fields, forces, quantum descriptions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measurement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science: what it drops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 as a positive category (vacuum = absence, not a category)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Tanmātra-indriya mapping (perception treated as neuroscience, not metaphysics)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Consciousness in the scheme (default in chemistry: bracketed)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scopes, not different qualities.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balanced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7 Debate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positions: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Integration: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IKS in mainstream science class.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Separation: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IKS in cultural / philosophy class, not science.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Hybrid: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brief mention in science class as historical context.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one. Defend it. Steel-man the others.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5-page argumentative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from 4 questions (see project brief).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clear thesis, ≥1 primary scriptural source, ≥1 scholarly source, ≥1 comparative source, ONE counter-argument with response.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the false dichotomy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"Either Sāṅkhya is correct OR science is correct."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"Different frameworks for different questions. Both can survive."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"Sāṅkhya is metaphysics; modern chemistry is empirical science. Different inquiries."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Rubric weights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clarity (×3)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scripture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Scholarly source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source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Counter-argument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Avoiding false dichotomy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Originality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Prose / structure (×1)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= summative quiz + paper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35-min quiz. Paper submitted same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slip with paper.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Sāṅkhya 25-tattva enumeration as a real philosophical achievement.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 to distinguish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metaphysics, empirical science, philosophical anthropology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habit of holding multiple frameworks simultaneously.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original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1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vidya-karana RAG (Bhāgavatam Cantos 2, 3, 4, 6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.rag-cache/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Larson,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Sāṁkhya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(1979)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Plofker,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 in India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Bryant,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Yoga Sūtras of Patañjali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(2009)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Kirk, Raven, Schofield,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Presocratic Philosophers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(1983)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Aristotle,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Generation and Corruption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Panchabhuta — Senior</dc:title>
  <dc:subject>PptxGenJS Presentation</dc:subject>
  <dc:creator>IKS Curriculum</dc:creator>
  <cp:lastModifiedBy>IKS Curriculum</cp:lastModifiedBy>
  <cp:revision>1</cp:revision>
  <dcterms:created xsi:type="dcterms:W3CDTF">2026-05-25T02:42:56Z</dcterms:created>
  <dcterms:modified xsi:type="dcterms:W3CDTF">2026-05-25T02:42:56Z</dcterms:modified>
</cp:coreProperties>
</file>